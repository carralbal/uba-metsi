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466c3324d6477b" /><Relationship Type="http://schemas.openxmlformats.org/officeDocument/2006/relationships/extended-properties" Target="/docProps/app.xml" Id="Rcbfcccaa310e420e" /><Relationship Type="http://schemas.openxmlformats.org/officeDocument/2006/relationships/officeDocument" Target="/ppt/presentation.xml" Id="Rbaec93066b6a48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3262db14cd4371"/>
  </p:sldMasterIdLst>
  <p:notesMasterIdLst>
    <p:notesMasterId xmlns:r="http://schemas.openxmlformats.org/officeDocument/2006/relationships" r:id="Rbb45754a70b54a83"/>
  </p:notesMasterIdLst>
  <p:sldIdLst>
    <p:sldId xmlns:r="http://schemas.openxmlformats.org/officeDocument/2006/relationships" id="256" r:id="R0339eafd3db24008"/>
    <p:sldId xmlns:r="http://schemas.openxmlformats.org/officeDocument/2006/relationships" id="257" r:id="Rbe7aa505d11c42a2"/>
    <p:sldId xmlns:r="http://schemas.openxmlformats.org/officeDocument/2006/relationships" id="258" r:id="Rf4a6d76e2706440e"/>
    <p:sldId xmlns:r="http://schemas.openxmlformats.org/officeDocument/2006/relationships" id="259" r:id="R26cdd155d139415d"/>
    <p:sldId xmlns:r="http://schemas.openxmlformats.org/officeDocument/2006/relationships" id="260" r:id="Rd07cabb1a5a34ac4"/>
    <p:sldId xmlns:r="http://schemas.openxmlformats.org/officeDocument/2006/relationships" id="261" r:id="Rbe0e07aadb1f4fd7"/>
    <p:sldId xmlns:r="http://schemas.openxmlformats.org/officeDocument/2006/relationships" id="262" r:id="R0d06d2474e7e4d7f"/>
    <p:sldId xmlns:r="http://schemas.openxmlformats.org/officeDocument/2006/relationships" id="263" r:id="Rfe1c938cefb84ece"/>
    <p:sldId xmlns:r="http://schemas.openxmlformats.org/officeDocument/2006/relationships" id="264" r:id="R53086a087e2c4909"/>
    <p:sldId xmlns:r="http://schemas.openxmlformats.org/officeDocument/2006/relationships" id="265" r:id="R04a807e89a7b4b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ea8829f604cd4" /><Relationship Type="http://schemas.openxmlformats.org/officeDocument/2006/relationships/slideMaster" Target="/ppt/slideMasters/slideMaster1.xml" Id="Rba3262db14cd4371" /><Relationship Type="http://schemas.openxmlformats.org/officeDocument/2006/relationships/notesMaster" Target="/ppt/notesMasters/notesMaster1.xml" Id="Rbb45754a70b54a83" /><Relationship Type="http://schemas.openxmlformats.org/officeDocument/2006/relationships/presProps" Target="/ppt/presProps.xml" Id="Rf3a730130d0e4841" /><Relationship Type="http://schemas.openxmlformats.org/officeDocument/2006/relationships/tableStyles" Target="/ppt/tableStyles.xml" Id="R7bbc871a3ca24db0" /><Relationship Type="http://schemas.openxmlformats.org/officeDocument/2006/relationships/slide" Target="/ppt/slides/slide1.xml" Id="R0339eafd3db24008" /><Relationship Type="http://schemas.openxmlformats.org/officeDocument/2006/relationships/slide" Target="/ppt/slides/slide2.xml" Id="Rbe7aa505d11c42a2" /><Relationship Type="http://schemas.openxmlformats.org/officeDocument/2006/relationships/slide" Target="/ppt/slides/slide3.xml" Id="Rf4a6d76e2706440e" /><Relationship Type="http://schemas.openxmlformats.org/officeDocument/2006/relationships/slide" Target="/ppt/slides/slide4.xml" Id="R26cdd155d139415d" /><Relationship Type="http://schemas.openxmlformats.org/officeDocument/2006/relationships/slide" Target="/ppt/slides/slide5.xml" Id="Rd07cabb1a5a34ac4" /><Relationship Type="http://schemas.openxmlformats.org/officeDocument/2006/relationships/slide" Target="/ppt/slides/slide6.xml" Id="Rbe0e07aadb1f4fd7" /><Relationship Type="http://schemas.openxmlformats.org/officeDocument/2006/relationships/slide" Target="/ppt/slides/slide7.xml" Id="R0d06d2474e7e4d7f" /><Relationship Type="http://schemas.openxmlformats.org/officeDocument/2006/relationships/slide" Target="/ppt/slides/slide8.xml" Id="Rfe1c938cefb84ece" /><Relationship Type="http://schemas.openxmlformats.org/officeDocument/2006/relationships/slide" Target="/ppt/slides/slide9.xml" Id="R53086a087e2c4909" /><Relationship Type="http://schemas.openxmlformats.org/officeDocument/2006/relationships/slide" Target="/ppt/slides/slide10.xml" Id="R04a807e89a7b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0f0bd01e0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5c3cb86047426b" /><Relationship Type="http://schemas.openxmlformats.org/officeDocument/2006/relationships/notesMaster" Target="/ppt/notesMasters/notesMaster1.xml" Id="Rd1618b77d366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ff1cf0518047d4" /><Relationship Type="http://schemas.openxmlformats.org/officeDocument/2006/relationships/notesMaster" Target="/ppt/notesMasters/notesMaster1.xml" Id="Reaf6dafdd68c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7a0037a3ec4f3e" /><Relationship Type="http://schemas.openxmlformats.org/officeDocument/2006/relationships/notesMaster" Target="/ppt/notesMasters/notesMaster1.xml" Id="R5accd7695d1c41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b4e0ba20a414b" /><Relationship Type="http://schemas.openxmlformats.org/officeDocument/2006/relationships/notesMaster" Target="/ppt/notesMasters/notesMaster1.xml" Id="R3eef280f663c4d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c54583cdde4478" /><Relationship Type="http://schemas.openxmlformats.org/officeDocument/2006/relationships/notesMaster" Target="/ppt/notesMasters/notesMaster1.xml" Id="R32e9b39f6b1f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0893ad52f4b8c" /><Relationship Type="http://schemas.openxmlformats.org/officeDocument/2006/relationships/notesMaster" Target="/ppt/notesMasters/notesMaster1.xml" Id="R8bef7c3f883344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07056b7b9a457a" /><Relationship Type="http://schemas.openxmlformats.org/officeDocument/2006/relationships/notesMaster" Target="/ppt/notesMasters/notesMaster1.xml" Id="Rdd0698beda674d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6e13ea0db44376" /><Relationship Type="http://schemas.openxmlformats.org/officeDocument/2006/relationships/notesMaster" Target="/ppt/notesMasters/notesMaster1.xml" Id="R5e672e20c65e47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3f104123114e81" /><Relationship Type="http://schemas.openxmlformats.org/officeDocument/2006/relationships/notesMaster" Target="/ppt/notesMasters/notesMaster1.xml" Id="Rc5bc4bf7f24f45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ae9ff5eab04f60" /><Relationship Type="http://schemas.openxmlformats.org/officeDocument/2006/relationships/notesMaster" Target="/ppt/notesMasters/notesMaster1.xml" Id="R48a8c523b1b6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no puede saberse hoy.</a:t>
            </a:r>
          </a:p>
          <a:p xmlns:a="http://schemas.openxmlformats.org/drawingml/2006/main">
            <a:r>
              <a:t>Señal para avanzar: Surgen preguntas operativas.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Tablero verde, promesa roja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componente de outcome.</a:t>
            </a:r>
          </a:p>
          <a:p xmlns:a="http://schemas.openxmlformats.org/drawingml/2006/main">
            <a:r>
              <a:t>Señal para avanzar: Aparece experiencia de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señales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Conectar técnica y negocio.</a:t>
            </a:r>
          </a:p>
          <a:p xmlns:a="http://schemas.openxmlformats.org/drawingml/2006/main">
            <a:r>
              <a:t>Señal para avanzar: Cada señal tiene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 un SLI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población y método.</a:t>
            </a:r>
          </a:p>
          <a:p xmlns:a="http://schemas.openxmlformats.org/drawingml/2006/main">
            <a:r>
              <a:t>Señal para avanzar: El indicador representa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SLO con consecuencia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cambia al incumplir.</a:t>
            </a:r>
          </a:p>
          <a:p xmlns:a="http://schemas.openxmlformats.org/drawingml/2006/main">
            <a:r>
              <a:t>Señal para avanzar: El objetivo gobierna trabajo.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Presupuesto de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tolerancia automática al daño.</a:t>
            </a:r>
          </a:p>
          <a:p xmlns:a="http://schemas.openxmlformats.org/drawingml/2006/main">
            <a:r>
              <a:t>Señal para avanzar: Se decide con obligación y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Sala HH-30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línea temporal común.</a:t>
            </a:r>
          </a:p>
          <a:p xmlns:a="http://schemas.openxmlformats.org/drawingml/2006/main">
            <a:r>
              <a:t>Señal para avanzar: Mitigación y comunicación se coordinan.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debe responder la señal?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métricas DORA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Usarlas como preguntas relacionadas.</a:t>
            </a:r>
          </a:p>
          <a:p xmlns:a="http://schemas.openxmlformats.org/drawingml/2006/main">
            <a:r>
              <a:t>Señal para avanzar: Se evita ranking descontextualizado.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representa el SLI?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Revisión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Buscar condiciones y barreras.</a:t>
            </a:r>
          </a:p>
          <a:p xmlns:a="http://schemas.openxmlformats.org/drawingml/2006/main">
            <a:r>
              <a:t>Señal para avanzar: Las acciones son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violar el SLO?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Elegir tarea y autonomía.</a:t>
            </a:r>
          </a:p>
          <a:p xmlns:a="http://schemas.openxmlformats.org/drawingml/2006/main">
            <a:r>
              <a:t>Señal para avanzar: Se distingue asistir de delegar.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no puede absorber el presupuesto?</a:t>
            </a:r>
          </a:p>
          <a:p xmlns:a="http://schemas.openxmlformats.org/drawingml/2006/main">
            <a:r>
              <a:t>• ¿Qué hipótesis causal sigue abierta?</a:t>
            </a:r>
          </a:p>
          <a:p xmlns:a="http://schemas.openxmlformats.org/drawingml/2006/main">
            <a:r>
              <a:t>• ¿Cómo se verifica una acción posterior?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HH-30 de observabilidad, objetivos de servicio, respuesta y aprendizaje conectado con DevOps y 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eef62705a45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74751d0a694972" /><Relationship Type="http://schemas.openxmlformats.org/officeDocument/2006/relationships/slideLayout" Target="/ppt/slideLayouts/slideLayout1.xml" Id="Rea051ce8e6b0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51ce8e6b0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532f019aa4b38" /><Relationship Type="http://schemas.openxmlformats.org/officeDocument/2006/relationships/notesSlide" Target="/ppt/notesSlides/notesSlide1.xml" Id="R943313c74b6248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ae872a77d42ea" /><Relationship Type="http://schemas.openxmlformats.org/officeDocument/2006/relationships/notesSlide" Target="/ppt/notesSlides/notesSlide2.xml" Id="Rdb3401456916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4b506dcc645a0" /><Relationship Type="http://schemas.openxmlformats.org/officeDocument/2006/relationships/notesSlide" Target="/ppt/notesSlides/notesSlide3.xml" Id="R1057c2e959f446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fc18c2a4c4598" /><Relationship Type="http://schemas.openxmlformats.org/officeDocument/2006/relationships/notesSlide" Target="/ppt/notesSlides/notesSlide4.xml" Id="Rea635b5f5b8441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b81a364f54840" /><Relationship Type="http://schemas.openxmlformats.org/officeDocument/2006/relationships/notesSlide" Target="/ppt/notesSlides/notesSlide5.xml" Id="Rb3d5154f5d0a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fad96d7544d05" /><Relationship Type="http://schemas.openxmlformats.org/officeDocument/2006/relationships/notesSlide" Target="/ppt/notesSlides/notesSlide6.xml" Id="R0a302ee480b9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fbc052bf943c5" /><Relationship Type="http://schemas.openxmlformats.org/officeDocument/2006/relationships/notesSlide" Target="/ppt/notesSlides/notesSlide7.xml" Id="R1b97d7ca3bae4b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3bf8fe41c4bd9" /><Relationship Type="http://schemas.openxmlformats.org/officeDocument/2006/relationships/notesSlide" Target="/ppt/notesSlides/notesSlide8.xml" Id="Reae51dd1bc7047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8ae8c4379477b" /><Relationship Type="http://schemas.openxmlformats.org/officeDocument/2006/relationships/notesSlide" Target="/ppt/notesSlides/notesSlide9.xml" Id="R788cecd48c0a47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fac51212c44f7" /><Relationship Type="http://schemas.openxmlformats.org/officeDocument/2006/relationships/notesSlide" Target="/ppt/notesSlides/notesSlide10.xml" Id="Rd05fec7f414a44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9C1A0-A908-4B89-A1D6-48CAE35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5FC6A-2992-482B-B447-6A6B8EC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704AA-990B-4D2E-8605-FA4BC85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3025B-DFF5-483B-A6FD-5DF03BB9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991E2-6F97-4A86-8085-194A37F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26F93-083F-4F64-AFCB-131593C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6205E-A0E0-40B2-9DC1-A134B733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D9CBE-3436-4A3C-8A2F-9FAA04B8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4393B-3732-4ACA-9BAF-8DD365FD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saber si una promesa sigue en pie, detectar una degradación antes de que se vuelva normal y convertir incidentes en capacidad colectiva?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D2F5A-A640-4265-8FC7-858C31EB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E146E-5A65-4AD8-9FFB-CFA90B12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284004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E4E97-D0C5-4ECD-A7A4-E67D85A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DD425-2D65-43CB-B15A-7403F0E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12963-40CA-4B59-9C4D-E690E61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27ECA-EF2A-45E1-A5E0-1B0DAB9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14913-E529-44EB-9E5C-D4C81238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E8618-FA67-4D5F-8DBD-3DA1C90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C8E3B-7AA3-42E2-879A-3EAA202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086AF-8646-4C0D-9C0A-3407C481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Tablero verde, promesa roja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0ED2F-D170-42C5-A90F-D03E4AB8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79A10-065F-43C9-8007-C01703C3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A5B7E-8943-482A-803B-28C3EA5E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295C6-C1DC-49E9-A5C7-C2BCB99E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308A1-A75C-492D-B178-4BFCAC20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FD047-E934-4A66-A7B8-815CA051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BFA67-150F-45A3-9278-91E3B5E7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BE46C-E413-4EE4-A89B-77767C8E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8D014-8639-4A73-8D3A-DCC76DD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CCC61-9359-4C89-8CF3-794479AF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490735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12624-681A-4287-A893-F4600E4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AB342-0B7F-4771-B9B2-3649E9A7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B4A58-918A-4C0E-9EBC-465F7875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42270-57E0-4308-BE24-0495F301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68FAE-FED2-422C-9527-56561974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4D4F2-FD83-4C9B-90C3-A3F9A923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1A4FD-C3EC-4073-B66A-54CEB962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70FD4-98BB-422A-9768-4421B5BB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señales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11668-3DE0-498F-9DCC-B4D383B2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606CE-21DF-40F1-B364-1390987C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48ECD-DD9B-4F66-8245-60DA728E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1F8C5-D039-4056-92E9-6D4293D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06C55-3A8E-4146-BBB9-E7725C1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F4603-E36D-468F-A317-4864B3DE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A42C2-A8D7-473F-8186-1C5AB292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CA94E-49D4-4A00-B5C0-F338A06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56D0E-9B90-41E8-91AF-634E8020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4747F-ABF2-419D-B5FF-B0BB8A41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144E6-0C60-4280-A78B-E2D02D51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2E425-8310-49D5-B086-F94CEF02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480399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60B25-3616-4612-85AE-762B2015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52B38-7376-4C42-A25F-CD2B8E3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F5EA8-9F36-4F7D-9276-5ED67FF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C5521-28B6-4D51-8907-BB5EC716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E2440-5913-408A-88BB-37FE71C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6FE87-6F23-43F6-A319-4E1CC2C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B12F0-837A-432E-84EC-5C014A5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B4C02-FA4D-4451-8ED8-AD752D91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Anatomía de un SLI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97261-AC00-4388-8D4F-72326D9C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1814A-2780-48D1-89FC-36DEAD08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6441E-42D1-4528-94B5-0CAB59FF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AC836-1B85-4486-9DB3-1DF7C983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DA359-332B-41F4-97CD-1E65540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3296F-FC39-4A98-94A0-2DF1738E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950435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E1E46-8BB6-4940-B3BB-C936D065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FBAAD-D6D0-4F0F-B5B8-ADB62B11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6D612-2617-4696-95DB-6D01973A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C2CCD-DB8A-4BC8-AE6A-9ACC7641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78A8B-A41D-4DCE-81D0-BC96972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30D37-1304-4B94-9AFE-B3BEB2E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3AAAC-4959-4A97-BAA8-102871F2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2B0D1-AC82-4184-845C-22EF2E39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SLO con consecuencia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D833F-2859-4D09-95F2-ECFAEBC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FAA5E-61E4-4940-BA7E-C813CE3C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DA577-6FAF-4A80-916D-89836557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6B492-799E-4CE7-AA0F-1BB9351A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A911D-48E4-4004-9645-011E7F22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197BA-F738-41DB-AF1C-3394AB33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F9B01-A569-462F-B449-19097AB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8007A-3C35-4F98-BFB8-7576F0EF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0981D-1D55-4A02-8143-CF093D5D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F812F-6272-47C0-A848-F5833C79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72E96-B9CC-4FB0-9488-470C107A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FD779-ED0A-4CC8-A059-B7F02343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9521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518A9-24BD-4E02-AD16-B1C9085F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65079-E9D7-4CB7-8D80-C497D7C2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F589B-991E-44AD-8E55-70BEE891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B58B5-EB81-4D5D-9E8D-76121A90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13CD4-4DE9-4B15-8989-8596CDD7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02409-A219-46B3-9695-A8C5676F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8C3C5-1F5A-4A91-A908-7B598E51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A7A96-4CB7-4E0B-A6AE-A5592CA6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Presupuesto de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A002-D2C6-4019-B738-37AEBDB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F4BED-C660-420D-B9FB-8ED4D4C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0EF20-580B-4D59-ABC3-1D84FD4B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F1EA2-EFE3-4B7B-85EB-22FDE052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8DB9E-9417-40DB-9393-F24A492C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71760-2A08-48E7-AC82-B9B9225F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609479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9FF09-77FC-4DD4-B32F-26378EA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F1710-CC62-427A-BE51-0BCEAFD0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B50D1-1B36-4ADB-893E-9DDAE91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782F-D36A-473E-9BD6-70BA4E91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2507E-F654-4BC7-9AFD-ADB98771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AC77D-E0A3-4627-A1F8-942AB5C8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C1C74-9C65-4C4E-B6A7-750E18B1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127D9-ABA6-4788-B488-548B2545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Sala HH-30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0D554-E183-408A-ABAB-EC47FA87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31114-1213-4854-B98A-EDCCF052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F286E-D5E0-4310-9426-02602709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703536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CABFD-9CAA-4EBA-85CF-2DEB21D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BA8F5-EA55-48C6-8297-B0176ED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1FEAF-6D5D-4C89-BC2D-D9F99136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A0FBE-F116-4307-8E06-11D74F6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20184-CABF-4CF9-93AB-06660591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5E028-3415-4F58-99D6-C07A0DB0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5F4E2-091C-44C3-B5B2-9E159899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3BBF4-EEB7-4FD8-9A80-3F7694B0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Cinco métricas DORA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5F3C1-619F-4606-A5B2-A796A3F8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1E0FD-56F0-41FB-A705-70985D0E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7FE1A-71AA-40A9-BBFD-D307B2E4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48653-DF54-4DF2-8469-DCDB980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1923E-4DFD-4269-809C-16870E87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63F0D-6F5E-4319-AB70-8562CF6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0B66C-06B4-42AF-9518-1C30CC3F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A5DC9-9250-418F-B65F-446A227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64F87-1327-4EBA-BC28-9BCEF5D2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77F9B-0842-4434-AE0A-9E48E46E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D38A7-41F5-46EA-BEF0-92E239CC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CCB29-0BB4-411A-ACBF-EA2C0840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12300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0041D-36BE-4293-ACB6-30C63772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3B9CC-7300-484E-8AAD-0E6B901D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238EC-061E-4AFB-83AB-96E56242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65968-E623-4380-BFF1-4D709055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A9B3C-3EB8-4A14-B39B-B2350044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DEB7A-0BA0-46B4-8ABD-41AA3D5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D9379-AEE6-4FE7-83C0-E5A07972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E81A1-490C-4CF1-903D-CEDDDC4A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posterior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471FC-1A1E-4B83-A37E-005C6DCD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376AC-7F4D-42A3-990C-6162DF6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DC4F8-AF1D-4031-8CF9-09DF1FE1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3619E-63CD-488D-82A3-991FAB7B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A43E6-EEB5-4C44-9DA5-B78BDD3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B309B-6D63-4FD4-943B-1A1D33B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1F4DA-C50B-4E96-841F-BBA487F4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AD6B0-6DCC-4616-AFF4-C1C374C0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CDFC7-D183-4C6E-BF07-3CD62F46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BC3D6-1C15-415E-8828-53F1CEEB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8C00E-E012-40EB-8A20-B36D3FA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40EC8-65AB-497C-81A8-C6070B9E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26007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32900-CF2C-4469-A79F-9AF62F20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11BF9-0F94-4168-94A4-1664C20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6A46E-A21A-4C61-85C9-7AB788E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6DE1B-680C-4E9B-B476-AF42E305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22E20-000D-4637-900D-94D00DF2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DD758-C158-4683-B131-1ACB0746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6E74F-152F-42FF-A134-B19CB422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3B003-BE67-4CD4-89FB-113522E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4A9CA-F4A9-4377-99B2-8BBF986F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012B4-D7B1-487A-B918-297B57BB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7CDE9-FE13-4C23-A7F0-ED2973A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99B4C-7952-48A7-B152-ADDD90FF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1046A-09AA-41F8-BB51-D2E0020A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A9BDA-9AA6-4267-9B47-6CE96ACC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B6858-7E51-4A16-A6D3-91C9323D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sistema HH-30 de observabilidad, objetivos de servicio, respuesta y aprendizaje conectado con DevOps y DORA.</a:t>
            </a:r>
          </a:p>
        </p:txBody>
      </p:sp>
    </p:spTree>
    <p:extLst>
      <p:ext uri="{BB962C8B-B14F-4D97-AF65-F5344CB8AC3E}">
        <p14:creationId xmlns:p14="http://schemas.microsoft.com/office/powerpoint/2010/main" val="355233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2026-09-12T16:23:25.1140000Z</dcterms:created>
  <dcterms:modified xsi:type="dcterms:W3CDTF">2026-09-12T16:23:25.1140000Z</dcterms:modified>
</coreProperties>
</file>