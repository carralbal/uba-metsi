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242937ae1d4c89" /><Relationship Type="http://schemas.openxmlformats.org/officeDocument/2006/relationships/extended-properties" Target="/docProps/app.xml" Id="Rc6fa0750d7cd42f5" /><Relationship Type="http://schemas.openxmlformats.org/officeDocument/2006/relationships/officeDocument" Target="/ppt/presentation.xml" Id="R680e253ed24f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12be7a6a94b5c"/>
  </p:sldMasterIdLst>
  <p:notesMasterIdLst>
    <p:notesMasterId xmlns:r="http://schemas.openxmlformats.org/officeDocument/2006/relationships" r:id="Raa97913d3fca4667"/>
  </p:notesMasterIdLst>
  <p:sldIdLst>
    <p:sldId xmlns:r="http://schemas.openxmlformats.org/officeDocument/2006/relationships" id="256" r:id="R7f7c7e6fa3e4465d"/>
    <p:sldId xmlns:r="http://schemas.openxmlformats.org/officeDocument/2006/relationships" id="257" r:id="R6efe410d8c834454"/>
    <p:sldId xmlns:r="http://schemas.openxmlformats.org/officeDocument/2006/relationships" id="258" r:id="Rb31e5c818afd4472"/>
    <p:sldId xmlns:r="http://schemas.openxmlformats.org/officeDocument/2006/relationships" id="259" r:id="R089574614c754ed8"/>
    <p:sldId xmlns:r="http://schemas.openxmlformats.org/officeDocument/2006/relationships" id="260" r:id="R5f68d628b98d4298"/>
    <p:sldId xmlns:r="http://schemas.openxmlformats.org/officeDocument/2006/relationships" id="261" r:id="Rb8bdd4c547e64860"/>
    <p:sldId xmlns:r="http://schemas.openxmlformats.org/officeDocument/2006/relationships" id="262" r:id="R41e29edf79fc48f8"/>
    <p:sldId xmlns:r="http://schemas.openxmlformats.org/officeDocument/2006/relationships" id="263" r:id="R1793eb2791ec4882"/>
    <p:sldId xmlns:r="http://schemas.openxmlformats.org/officeDocument/2006/relationships" id="264" r:id="R7812f71d3bbf4d2e"/>
    <p:sldId xmlns:r="http://schemas.openxmlformats.org/officeDocument/2006/relationships" id="265" r:id="Rded4fbe7b8d640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90b2ee2c764294" /><Relationship Type="http://schemas.openxmlformats.org/officeDocument/2006/relationships/slideMaster" Target="/ppt/slideMasters/slideMaster1.xml" Id="Rfe612be7a6a94b5c" /><Relationship Type="http://schemas.openxmlformats.org/officeDocument/2006/relationships/notesMaster" Target="/ppt/notesMasters/notesMaster1.xml" Id="Raa97913d3fca4667" /><Relationship Type="http://schemas.openxmlformats.org/officeDocument/2006/relationships/presProps" Target="/ppt/presProps.xml" Id="Rf03ff6a36aec4a59" /><Relationship Type="http://schemas.openxmlformats.org/officeDocument/2006/relationships/tableStyles" Target="/ppt/tableStyles.xml" Id="Rcae0fb5b644d4990" /><Relationship Type="http://schemas.openxmlformats.org/officeDocument/2006/relationships/slide" Target="/ppt/slides/slide1.xml" Id="R7f7c7e6fa3e4465d" /><Relationship Type="http://schemas.openxmlformats.org/officeDocument/2006/relationships/slide" Target="/ppt/slides/slide2.xml" Id="R6efe410d8c834454" /><Relationship Type="http://schemas.openxmlformats.org/officeDocument/2006/relationships/slide" Target="/ppt/slides/slide3.xml" Id="Rb31e5c818afd4472" /><Relationship Type="http://schemas.openxmlformats.org/officeDocument/2006/relationships/slide" Target="/ppt/slides/slide4.xml" Id="R089574614c754ed8" /><Relationship Type="http://schemas.openxmlformats.org/officeDocument/2006/relationships/slide" Target="/ppt/slides/slide5.xml" Id="R5f68d628b98d4298" /><Relationship Type="http://schemas.openxmlformats.org/officeDocument/2006/relationships/slide" Target="/ppt/slides/slide6.xml" Id="Rb8bdd4c547e64860" /><Relationship Type="http://schemas.openxmlformats.org/officeDocument/2006/relationships/slide" Target="/ppt/slides/slide7.xml" Id="R41e29edf79fc48f8" /><Relationship Type="http://schemas.openxmlformats.org/officeDocument/2006/relationships/slide" Target="/ppt/slides/slide8.xml" Id="R1793eb2791ec4882" /><Relationship Type="http://schemas.openxmlformats.org/officeDocument/2006/relationships/slide" Target="/ppt/slides/slide9.xml" Id="R7812f71d3bbf4d2e" /><Relationship Type="http://schemas.openxmlformats.org/officeDocument/2006/relationships/slide" Target="/ppt/slides/slide10.xml" Id="Rded4fbe7b8d6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79ef5e955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ccd6d93124525" /><Relationship Type="http://schemas.openxmlformats.org/officeDocument/2006/relationships/notesMaster" Target="/ppt/notesMasters/notesMaster1.xml" Id="Rf3c60285e0f24c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97492f7f8405f" /><Relationship Type="http://schemas.openxmlformats.org/officeDocument/2006/relationships/notesMaster" Target="/ppt/notesMasters/notesMaster1.xml" Id="R0ee052ff72ba42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105cab3c54e5f" /><Relationship Type="http://schemas.openxmlformats.org/officeDocument/2006/relationships/notesMaster" Target="/ppt/notesMasters/notesMaster1.xml" Id="R248ddc010cf644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792fb8586d44a5" /><Relationship Type="http://schemas.openxmlformats.org/officeDocument/2006/relationships/notesMaster" Target="/ppt/notesMasters/notesMaster1.xml" Id="R8656e5b0075c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40dcbbafd4594" /><Relationship Type="http://schemas.openxmlformats.org/officeDocument/2006/relationships/notesMaster" Target="/ppt/notesMasters/notesMaster1.xml" Id="Rbd7928591d644f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0717127fab4671" /><Relationship Type="http://schemas.openxmlformats.org/officeDocument/2006/relationships/notesMaster" Target="/ppt/notesMasters/notesMaster1.xml" Id="Rb81067b48caa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ed92f76564489" /><Relationship Type="http://schemas.openxmlformats.org/officeDocument/2006/relationships/notesMaster" Target="/ppt/notesMasters/notesMaster1.xml" Id="Rcfc2834bdf5143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0f169c45744d0" /><Relationship Type="http://schemas.openxmlformats.org/officeDocument/2006/relationships/notesMaster" Target="/ppt/notesMasters/notesMaster1.xml" Id="R1ff7bac1c2034f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1270504e6b4618" /><Relationship Type="http://schemas.openxmlformats.org/officeDocument/2006/relationships/notesMaster" Target="/ppt/notesMasters/notesMaster1.xml" Id="R6efcb18368644c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cd872c0e024c83" /><Relationship Type="http://schemas.openxmlformats.org/officeDocument/2006/relationships/notesMaster" Target="/ppt/notesMasters/notesMaster1.xml" Id="R723d63b902854d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Observabilidad técnica, señales de negocio, SLI, SLO, incidentes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saber si una promesa sigue en pie, detectar un deterioro antes de acostumbrarnos y convertir los incidentes en aprendizaje colectivo?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pregunta debe responder la señal? ¿Qué población representa el SLI?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llegada falla mientras todos los componentes informan disponibilidad. Los equipos formulan preguntas antes de pedir 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representa el SLI? ¿Qué cambia al violar el SLO?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conectan experiencia, outcome, servicio, componente y negocio. Cada señal debe tener población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cambia al violar el SLO? ¿Qué daño no puede absorber el presupuesto?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definen indicador, método, ventana, objetivo y consecuencia. Vamos a probar casos extremos.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daño no puede absorber el presupuesto? ¿Qué hipótesis causal sigue abierta?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Nueva funcionalidad compite con confiabilidad. Se decide qué cambiar, proteger o detener sin usar el presupuesto para tolerar daño.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hipótesis causal sigue abierta? ¿Cómo se verifica una acción posterior?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distribuir roles, línea temporal, comunicación, mitigación y escalamiento. La hipótesis causal se mantiene revisable.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se verifica una acción posterior? ¿Qué pregunta debe responder la señal?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cinco métricas se usan como sistema de preguntas sobre flujo, estabilidad, recuperación y retrabajo, no como ranking aislado.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pregunta debe responder la señal? ¿Qué población representa el SLI?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reconstruir condiciones, decisiones y barreras. Las acciones reciben dueño, evidencia de cierre y plazo de verificación.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representa el SLI? ¿Qué cambia al violar el SLO?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elige una tarea candidata a IA y se explicita qué autonomía todavía no puede delegarse en N31.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cambia al violar el SLO? ¿Qué daño no puede absorber el presupuesto?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sistema HH-30 de observabilidad, objetivos de servicio, respuesta y aprendizaje conectado con DevOps y 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7c1cc5b714e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4c78cb6018492a" /><Relationship Type="http://schemas.openxmlformats.org/officeDocument/2006/relationships/slideLayout" Target="/ppt/slideLayouts/slideLayout1.xml" Id="Rf768507b84734e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68507b84734e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42ba73534cd8" /><Relationship Type="http://schemas.openxmlformats.org/officeDocument/2006/relationships/notesSlide" Target="/ppt/notesSlides/notesSlide1.xml" Id="R848dc65b1a704a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8b6069bf540d2" /><Relationship Type="http://schemas.openxmlformats.org/officeDocument/2006/relationships/notesSlide" Target="/ppt/notesSlides/notesSlide2.xml" Id="Re941f578efb745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dce32419f40c5" /><Relationship Type="http://schemas.openxmlformats.org/officeDocument/2006/relationships/notesSlide" Target="/ppt/notesSlides/notesSlide3.xml" Id="R5b432d48f0a44f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1c76e379b4e5d" /><Relationship Type="http://schemas.openxmlformats.org/officeDocument/2006/relationships/notesSlide" Target="/ppt/notesSlides/notesSlide4.xml" Id="R7d19c9bd971e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2a1c9d9340ec" /><Relationship Type="http://schemas.openxmlformats.org/officeDocument/2006/relationships/notesSlide" Target="/ppt/notesSlides/notesSlide5.xml" Id="R05be1c34e202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2f035adfc4589" /><Relationship Type="http://schemas.openxmlformats.org/officeDocument/2006/relationships/notesSlide" Target="/ppt/notesSlides/notesSlide6.xml" Id="Ra30ee9c205cd47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af0302a214582" /><Relationship Type="http://schemas.openxmlformats.org/officeDocument/2006/relationships/notesSlide" Target="/ppt/notesSlides/notesSlide7.xml" Id="Ra3bd51dfbb974f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4f01f8de24b21" /><Relationship Type="http://schemas.openxmlformats.org/officeDocument/2006/relationships/notesSlide" Target="/ppt/notesSlides/notesSlide8.xml" Id="Reb7984b2673d40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3815f70354e39" /><Relationship Type="http://schemas.openxmlformats.org/officeDocument/2006/relationships/notesSlide" Target="/ppt/notesSlides/notesSlide9.xml" Id="Rbbce48d1371f45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7a25fb50f4606" /><Relationship Type="http://schemas.openxmlformats.org/officeDocument/2006/relationships/notesSlide" Target="/ppt/notesSlides/notesSlide10.xml" Id="Re93578512d894a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10517-74A9-4FCF-882F-4B0D3D20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E114E-3E92-4F63-A777-9A9443A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FF3A9-D785-4AD9-9074-DE40752B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6219E-C1CC-481F-BCFA-7ADEEF73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00705-4C3F-4660-BBC7-E7CF1BC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C848F-B7A9-447C-B5EA-05FBAC4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A94E7-5F0F-44E9-AE94-ECCEC158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AC416-6EF1-4BC0-8689-89FF829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16518-CD50-42E6-90D5-3A8AABD3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Observabilidad técnica, señales de negocio, SLI, SLO, incidentes y aprendizaje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D8CF9-42E2-432A-89EB-95BAE4E6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saber si una promesa sigue en pie, detectar un deterioro antes de acostumbrarnos y convertir los incidentes en aprendizaje colectivo?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614E-74E5-483E-B77F-F3E8531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54EC7-61E4-4805-8EFD-49D7C134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51481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DB7CD-3318-4386-BE52-331B0111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89D6D-357B-4A82-BDC9-445A979E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36324-C7C0-4EC4-8D73-F9E168E8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4C107-F7DC-42E7-A7CE-B86AD698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E7CA7-68C8-477D-81E5-8C4932E9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80FD1-4369-4ECA-AF00-453D416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EBED0-BEA1-4645-91D2-42CB7E6D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2F9E1-D758-4543-B898-BC42C366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Incidente sin tablero útil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13DDA-09BC-4CAD-9027-F3DEDE00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01B5E-93CB-436A-BB4B-5BA846E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79039-760F-4D4C-8613-1E39BD1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Una llegada falla mientras todos los componentes informan disponibilidad. Los equipos formulan preguntas antes de pedir métricas.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01F98-DA78-411C-A041-6CDA251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C05A8-ACB4-4CD1-9FB3-8476544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D78C5-2A77-4A04-856D-EA60F68F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42D15-DA6F-432A-A8AE-754DE4B7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019AB-2EAA-4FFD-9E9F-6C96CC35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7FE0F-3429-49E4-A78E-87E5841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9F212-43EB-4E70-A494-0B2DEB8D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47A9C-9E83-4CDC-B105-5E385651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F480F-1C7F-40CD-9178-C514194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1C6D5-3C16-45FA-9A30-B4BDD374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68014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1C805-92AA-4755-83FE-FA215878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6D8E9-05D0-4385-9ADA-8095D5B5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DF01C-6205-48FC-89E3-D1191C1B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06CDC-3408-4F6F-9757-43FBD57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4F742-51A4-4898-B732-3A52F008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16656-5D6D-427E-941B-97D1658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1395C-1646-48B7-9909-40C6A1F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19A74-45AD-43F6-8E1F-EA6242D7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señales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AD205-B825-4C57-BBD5-B557BAAC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19784-288F-4A3C-BCA2-6881ED1D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43552-7C6A-44BA-B3E7-BE2E2EE1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conectan experiencia, outcome, servicio, componente y negocio. Cada señal debe tener población y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BACBB-8A55-48FF-A2EC-5D258407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80EB5-B019-4A7B-82AF-426BF76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D6E0B-C280-47A0-8D4D-8DF06259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4B8E8-F9C2-42E3-99B9-4E2B372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16B92-A93C-4C13-960E-FCC9BDD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01B99-A1CB-48AF-83AC-0FBE7ED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E8AC6-B599-4338-92B4-8333913F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D109A-C685-4311-A1FC-861D4009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9F38D-B0E4-491F-B62D-4496199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2882D-8668-4896-BCA3-2F5DF19A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B59A0-F26B-4D56-A051-77089333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8EDFC-4FD8-44EE-AC56-A41509CE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762217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5EA89-3740-44B8-9822-FAD4A082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922B8-5290-4AB6-AF9C-4701E246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77B4A-C356-419C-820A-294D652D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26642-BFC0-4609-9B69-3A4F264C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2776A-B9E2-4F41-9B5C-D6B4E6BB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6071-755D-41A7-9753-C139D75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33401-0401-4736-82CD-5C9DC42A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AAF11-5DF5-4956-8D11-7E2CEB26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Taller de SLI y SLO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77EDA-0E70-4AA9-BFF4-688501D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F2E9F-8FC7-474C-94D0-1D7A1DD9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D771A-0FF1-4597-BCB1-A645144F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definen indicador, método, ventana, objetivo y consecuencia. Se prueban casos extremos.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87742-2EBD-4967-9FE1-8EA11FAC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DCA0D-4A33-4231-91FD-F589EE01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11D47-3A2B-4834-8369-12B508D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7E591-C4F3-4FB9-B7D4-1D5B594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05F96-5A33-4040-8F9C-1B197B6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0406A-214A-4583-A403-A576854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747103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9130A-57AC-41D6-966D-982E877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9241B-2CEE-47CB-B625-2ED2AD30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50A71-0C8A-4B50-A6DC-4A479403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B1A5D-27EC-4003-8816-34DCDA81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BE570-2A30-4D73-8B96-C4A133F7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8A6F0-ECA6-4036-9165-45C08D5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29866-F90D-4F43-A7A0-AEB4BAE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FD253-276D-41F3-88C2-F7BD775C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Juego del presupuesto de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60235-BF55-4542-BC06-FDE44BEC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4E151-6B4C-4FA2-8544-C0554BC7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4EF52-0FAB-4B23-ACA4-728BA210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Nueva funcionalidad compite con confiabilidad. Se decide qué cambiar, proteger o detener sin usar el presupuesto para tolerar daño.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9E6DA-3587-48D4-9C61-07F4B6C9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09A33-8581-49BB-BAF7-81073CD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84226-275C-40C8-A0D5-4FE9EBAB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77104-540A-4F6E-B816-E56D24D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AD415-2CC3-4199-9D58-5A005B7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D463A-4F70-4C32-A1BB-8FDF438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399B3-DDB7-4C09-9B09-396C5AA5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CFA02-2C67-49FB-8975-C7302670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86747-D79D-43BE-A5F0-E2168242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75A0E-F2FD-487E-8E42-9E2E4607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898F4-FC22-4A86-AD2A-2061104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32AF2-DDC7-4619-96C7-547A6BD6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77713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0A63D-E3F4-4338-995E-28C4807C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55464-668E-44E2-AE95-F2F19032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09166-BF1B-4FC8-BFA7-6BCC077B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C7370-FF72-4431-8AD5-B00A247F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F216C-21AB-4BC6-BFF7-7B12ABA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FF657-0578-4402-A79E-491B8D9E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3667D-89C0-4B5C-B0C1-6673BD3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3FA5C-D2C2-48DD-A672-5C9927B6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Sala de incidentes HH-30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59152-EE2D-438A-BAE7-5193A3FB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AF2D8-F2FC-41FB-83B3-4E859596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85DD7-2992-412A-921B-11E51F8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EF487-A695-4DB7-87F1-4934F91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D263D-2353-4862-85F4-3C21340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Presupuesto de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F1055-AFE2-40C2-B28B-BA87F9B7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distribuyen roles, línea temporal, comunicación, mitigación y escalamiento. La hipótesis causal se mantiene revisable.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8B15F-D02E-40C9-AA1D-8039212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45F00-243C-4D72-957A-ED54E674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66601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017E0-068C-4606-9E63-1D5DE83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0C326-6B57-4480-B2F1-8852426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94AD6-64C4-49B9-9C70-C0BB9083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F4FDD-7DFB-4B19-8EAC-6EBEAEEA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65F3A-BF95-4256-B451-8BCC99C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ED1B9-6298-4889-8B35-5B4019DC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401D0-AAC6-4172-8C04-0908BED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0C7FD-25BD-4150-9C4A-FDE05A69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Lectura crítica de DORA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56EC2-650A-43A8-B5B8-F6BFC5A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80C7B-0FF9-4C09-BC9B-259ADD9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84436-0F99-4EAA-819B-2DF87741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DE7C4-0B40-47D6-8FA5-E3F84FA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E74EB-1678-47CE-AEAD-F23A91BB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Las cinco métricas se usan como sistema de preguntas sobre flujo, estabilidad, recuperación y retrabajo, no como ranking aislado.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51745-CD44-441C-8A61-3C15153F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433686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989E9-8094-480C-8A01-996F9C63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BA7BF-A461-4997-8A7A-5724EE38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744A8-B89E-4929-BDB5-705E7B5E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191AB-9EA8-48C9-9FFB-680F417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EC3FC-C810-4E33-BAE6-B37F7B4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715D-E215-4E55-9015-98AF4BD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EEAA0-7A90-420F-AFE4-10A74F5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41ED9-D65C-49F8-AE0D-C5C5C9A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posterior sin culpables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A163-B679-47D1-9FDF-BF696B4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6A437-4F3A-4EA6-A324-7F4D026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E4574-9BF1-4A48-8B81-5F94319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reconstruyen condiciones, decisiones y barreras. Las acciones reciben dueño, evidencia de cierre y plazo de verificación.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C65F8-3663-4665-A736-C16D1F1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6CA7A-0CA2-40A9-8F95-431D886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4A564-9866-49AA-9F78-42AC148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41029-039F-4B80-BDBB-A2E651AA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7E250-3FB9-4D2B-9443-4B9613FD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76B05-ADC8-4A0A-A7D7-82488D27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5984F-6A5D-4FF3-83F0-7BC686F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9B17E-CBD9-45E4-81E4-A309CB91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49D9F-6772-45B9-81A8-11906594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1CA48-874A-42EA-A638-260FD293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9C9E7-EDE1-4180-A485-16EFC994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C99DA-9668-49D8-830A-3825EB3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0036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27128-853F-479A-91CA-6DD4C37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C616-F164-4663-ACD6-A30151BA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B3413-518D-49E1-B26A-CDE0D56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C8D55-6399-4FD2-83A0-7EDE650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C4044-25B0-4F1D-930F-F96A811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1B798-9651-477D-A5A1-1A38115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6B1E0-A423-4D91-B9BE-4620951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0493E-ED3C-482D-9063-552FCC6E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075C9-37B4-4271-898B-D3200850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4D135-73B3-4656-857A-CACA264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9E7E1-B929-4017-A6AB-F83589A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elige una tarea candidata a IA y se explicita qué autonomía todavía no puede delegarse en N31.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612CC-8FA0-4BA4-B3D6-919E295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090C0-D5C6-4ABF-9A7F-0A2BC6E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94E58-7ED5-46FE-80CD-31A6AC5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048AD-4BD1-4FDA-9B7F-FB935C3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85A2B-94E8-4E33-92CD-D425A69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B1537-3D15-4E95-9D0A-22D63B1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E94E7-2CDB-4766-A397-5E483A7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B9D79-4354-4B94-BAB0-B1C9385C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A4ECB-47CC-4613-B435-B0F4B59B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088D5-5148-4BAC-81E8-A021C460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17233-AFDE-4860-96F2-836580A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9B42F-B8B5-4B3A-8AE2-41DB20FF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12163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D72CF-FA19-4060-BE8D-067F3E6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49B25-CB51-45E0-9F4F-EADE56F9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630C0-2596-43F6-84F9-9BFE514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9B4E-55FB-4DCF-909B-4A7F17D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3985A-D068-46E2-8741-A3BA3099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B29EC-B1F0-4CE6-B90E-8CB5EB2F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51C41-3604-477F-9FE7-67FBCAA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97A9-FF82-487D-AE3B-70396A1B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19A33-F946-4AE1-80E8-28C7C5C9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4CDC9-6D0A-4AE4-9800-CC1EF67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BE02F-6BD3-4912-A376-530F0F0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7B260-5DC1-46B2-AF2C-C097287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FCC99-311E-4425-8B81-2B41B9EE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5CDF6-B540-408F-B2F9-814C60B9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50C74-BCFB-4D4F-B4E3-DED834D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sistema HH-30 de observabilidad, objetivos de servicio, respuesta y aprendizaje conectado con DevOps y DORA.</a:t>
            </a:r>
          </a:p>
        </p:txBody>
      </p:sp>
    </p:spTree>
    <p:extLst>
      <p:ext uri="{BB962C8B-B14F-4D97-AF65-F5344CB8AC3E}">
        <p14:creationId xmlns:p14="http://schemas.microsoft.com/office/powerpoint/2010/main" val="1100061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2026-09-15T15:47:28.4340000Z</dcterms:created>
  <dcterms:modified xsi:type="dcterms:W3CDTF">2026-09-15T15:47:28.4340000Z</dcterms:modified>
</coreProperties>
</file>