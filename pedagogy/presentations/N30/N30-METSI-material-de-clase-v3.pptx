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eaf73121f74723" /><Relationship Type="http://schemas.openxmlformats.org/officeDocument/2006/relationships/extended-properties" Target="/docProps/app.xml" Id="R181e716bc6954ad6" /><Relationship Type="http://schemas.openxmlformats.org/officeDocument/2006/relationships/officeDocument" Target="/ppt/presentation.xml" Id="Rcdb7e9895fc242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6b08e1b1ea48f2"/>
  </p:sldMasterIdLst>
  <p:notesMasterIdLst>
    <p:notesMasterId xmlns:r="http://schemas.openxmlformats.org/officeDocument/2006/relationships" r:id="Rea9ac22932f94c20"/>
  </p:notesMasterIdLst>
  <p:sldIdLst>
    <p:sldId xmlns:r="http://schemas.openxmlformats.org/officeDocument/2006/relationships" id="256" r:id="R6426ea96bb2748b4"/>
    <p:sldId xmlns:r="http://schemas.openxmlformats.org/officeDocument/2006/relationships" id="257" r:id="Rbd5c2645ffa74041"/>
    <p:sldId xmlns:r="http://schemas.openxmlformats.org/officeDocument/2006/relationships" id="258" r:id="Ra88d276c0efb43a4"/>
    <p:sldId xmlns:r="http://schemas.openxmlformats.org/officeDocument/2006/relationships" id="259" r:id="R2440d102717147ce"/>
    <p:sldId xmlns:r="http://schemas.openxmlformats.org/officeDocument/2006/relationships" id="260" r:id="R75ac930b6441464f"/>
    <p:sldId xmlns:r="http://schemas.openxmlformats.org/officeDocument/2006/relationships" id="261" r:id="R8f1a03adcecb48b8"/>
    <p:sldId xmlns:r="http://schemas.openxmlformats.org/officeDocument/2006/relationships" id="262" r:id="R3426a67e15cc4f2b"/>
    <p:sldId xmlns:r="http://schemas.openxmlformats.org/officeDocument/2006/relationships" id="263" r:id="Rf51c6c4cfade4f53"/>
    <p:sldId xmlns:r="http://schemas.openxmlformats.org/officeDocument/2006/relationships" id="264" r:id="R551743d4aa2043ba"/>
    <p:sldId xmlns:r="http://schemas.openxmlformats.org/officeDocument/2006/relationships" id="265" r:id="R891311d369464d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b57fd2197a40c8" /><Relationship Type="http://schemas.openxmlformats.org/officeDocument/2006/relationships/slideMaster" Target="/ppt/slideMasters/slideMaster1.xml" Id="Rfd6b08e1b1ea48f2" /><Relationship Type="http://schemas.openxmlformats.org/officeDocument/2006/relationships/notesMaster" Target="/ppt/notesMasters/notesMaster1.xml" Id="Rea9ac22932f94c20" /><Relationship Type="http://schemas.openxmlformats.org/officeDocument/2006/relationships/presProps" Target="/ppt/presProps.xml" Id="R25926d34021a4ad4" /><Relationship Type="http://schemas.openxmlformats.org/officeDocument/2006/relationships/tableStyles" Target="/ppt/tableStyles.xml" Id="Reeaa726299d24f15" /><Relationship Type="http://schemas.openxmlformats.org/officeDocument/2006/relationships/slide" Target="/ppt/slides/slide1.xml" Id="R6426ea96bb2748b4" /><Relationship Type="http://schemas.openxmlformats.org/officeDocument/2006/relationships/slide" Target="/ppt/slides/slide2.xml" Id="Rbd5c2645ffa74041" /><Relationship Type="http://schemas.openxmlformats.org/officeDocument/2006/relationships/slide" Target="/ppt/slides/slide3.xml" Id="Ra88d276c0efb43a4" /><Relationship Type="http://schemas.openxmlformats.org/officeDocument/2006/relationships/slide" Target="/ppt/slides/slide4.xml" Id="R2440d102717147ce" /><Relationship Type="http://schemas.openxmlformats.org/officeDocument/2006/relationships/slide" Target="/ppt/slides/slide5.xml" Id="R75ac930b6441464f" /><Relationship Type="http://schemas.openxmlformats.org/officeDocument/2006/relationships/slide" Target="/ppt/slides/slide6.xml" Id="R8f1a03adcecb48b8" /><Relationship Type="http://schemas.openxmlformats.org/officeDocument/2006/relationships/slide" Target="/ppt/slides/slide7.xml" Id="R3426a67e15cc4f2b" /><Relationship Type="http://schemas.openxmlformats.org/officeDocument/2006/relationships/slide" Target="/ppt/slides/slide8.xml" Id="Rf51c6c4cfade4f53" /><Relationship Type="http://schemas.openxmlformats.org/officeDocument/2006/relationships/slide" Target="/ppt/slides/slide9.xml" Id="R551743d4aa2043ba" /><Relationship Type="http://schemas.openxmlformats.org/officeDocument/2006/relationships/slide" Target="/ppt/slides/slide10.xml" Id="R891311d369464d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1932e9b5d549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66fe9978194b2f" /><Relationship Type="http://schemas.openxmlformats.org/officeDocument/2006/relationships/notesMaster" Target="/ppt/notesMasters/notesMaster1.xml" Id="R702b34a5c2f84e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d6ce130a744b0d" /><Relationship Type="http://schemas.openxmlformats.org/officeDocument/2006/relationships/notesMaster" Target="/ppt/notesMasters/notesMaster1.xml" Id="R056eada2a32e45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73158fce7646a8" /><Relationship Type="http://schemas.openxmlformats.org/officeDocument/2006/relationships/notesMaster" Target="/ppt/notesMasters/notesMaster1.xml" Id="Rbe28cbcd620a45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7abf96f2a44995" /><Relationship Type="http://schemas.openxmlformats.org/officeDocument/2006/relationships/notesMaster" Target="/ppt/notesMasters/notesMaster1.xml" Id="R92f2d5e689d94e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031279f34a4feb" /><Relationship Type="http://schemas.openxmlformats.org/officeDocument/2006/relationships/notesMaster" Target="/ppt/notesMasters/notesMaster1.xml" Id="Rcd6a8e58a4c944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37caf8d2f646f1" /><Relationship Type="http://schemas.openxmlformats.org/officeDocument/2006/relationships/notesMaster" Target="/ppt/notesMasters/notesMaster1.xml" Id="R5f2bd6aecc6047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9ea8cb2fd24a00" /><Relationship Type="http://schemas.openxmlformats.org/officeDocument/2006/relationships/notesMaster" Target="/ppt/notesMasters/notesMaster1.xml" Id="Re2ada24952064a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6537d7de07412b" /><Relationship Type="http://schemas.openxmlformats.org/officeDocument/2006/relationships/notesMaster" Target="/ppt/notesMasters/notesMaster1.xml" Id="R65698ca9de194b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e549fdb73d4094" /><Relationship Type="http://schemas.openxmlformats.org/officeDocument/2006/relationships/notesMaster" Target="/ppt/notesMasters/notesMaster1.xml" Id="R9cbb6273b32646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0943607b9b40cb" /><Relationship Type="http://schemas.openxmlformats.org/officeDocument/2006/relationships/notesMaster" Target="/ppt/notesMasters/notesMaster1.xml" Id="Reb00f1cd59f14d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qué no puede saberse hoy.</a:t>
            </a:r>
          </a:p>
          <a:p xmlns:a="http://schemas.openxmlformats.org/drawingml/2006/main">
            <a:r>
              <a:t>Señal para avanzar: Surgen preguntas operativas.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 observabilidad que conecte experiencia, servicio, técnica, negocio, decisión e incidente.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pregunta debe responder la señal?</a:t>
            </a:r>
          </a:p>
          <a:p xmlns:a="http://schemas.openxmlformats.org/drawingml/2006/main">
            <a:r>
              <a:t>• ¿Qué población representa el SLI?</a:t>
            </a:r>
          </a:p>
          <a:p xmlns:a="http://schemas.openxmlformats.org/drawingml/2006/main">
            <a:r>
              <a:t>• ¿Qué cambia al violar el SLO?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HH-30 de observabilidad, objetivos de servicio, respuesta y aprendizaje conectado con DevOps y 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Tablero verde, promesa roja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Incidente sin tablero útil · 10 minutos</a:t>
            </a:r>
          </a:p>
          <a:p xmlns:a="http://schemas.openxmlformats.org/drawingml/2006/main">
            <a:r>
              <a:t>Una llegada falla mientras todos los componentes informan disponibilidad. Los equipos formulan preguntas antes de pedir métricas.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componente de outcome.</a:t>
            </a:r>
          </a:p>
          <a:p xmlns:a="http://schemas.openxmlformats.org/drawingml/2006/main">
            <a:r>
              <a:t>Señal para avanzar: Aparece experiencia de servicio.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 observabilidad que conecte experiencia, servicio, técnica, negocio, decisión e incidente.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población representa el SLI?</a:t>
            </a:r>
          </a:p>
          <a:p xmlns:a="http://schemas.openxmlformats.org/drawingml/2006/main">
            <a:r>
              <a:t>• ¿Qué cambia al violar el SLO?</a:t>
            </a:r>
          </a:p>
          <a:p xmlns:a="http://schemas.openxmlformats.org/drawingml/2006/main">
            <a:r>
              <a:t>• ¿Qué daño no puede absorber el presupuesto?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HH-30 de observabilidad, objetivos de servicio, respuesta y aprendizaje conectado con DevOps y 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Cadena de señales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Laboratorio de señales · 15 minutos</a:t>
            </a:r>
          </a:p>
          <a:p xmlns:a="http://schemas.openxmlformats.org/drawingml/2006/main">
            <a:r>
              <a:t>Se conectan experiencia, outcome, servicio, componente y negocio. Cada señal debe tener población y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Conectar técnica y negocio.</a:t>
            </a:r>
          </a:p>
          <a:p xmlns:a="http://schemas.openxmlformats.org/drawingml/2006/main">
            <a:r>
              <a:t>Señal para avanzar: Cada señal tiene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 observabilidad que conecte experiencia, servicio, técnica, negocio, decisión e incidente.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cambia al violar el SLO?</a:t>
            </a:r>
          </a:p>
          <a:p xmlns:a="http://schemas.openxmlformats.org/drawingml/2006/main">
            <a:r>
              <a:t>• ¿Qué daño no puede absorber el presupuesto?</a:t>
            </a:r>
          </a:p>
          <a:p xmlns:a="http://schemas.openxmlformats.org/drawingml/2006/main">
            <a:r>
              <a:t>• ¿Qué hipótesis causal sigue abierta?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HH-30 de observabilidad, objetivos de servicio, respuesta y aprendizaje conectado con DevOps y 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Anatomía de un SLI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Taller de SLI y SLO · 18 minutos</a:t>
            </a:r>
          </a:p>
          <a:p xmlns:a="http://schemas.openxmlformats.org/drawingml/2006/main">
            <a:r>
              <a:t>Los equipos definen indicador, método, ventana, objetivo y consecuencia. Se prueban casos extremos.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población y método.</a:t>
            </a:r>
          </a:p>
          <a:p xmlns:a="http://schemas.openxmlformats.org/drawingml/2006/main">
            <a:r>
              <a:t>Señal para avanzar: El indicador representa capacidad.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 observabilidad que conecte experiencia, servicio, técnica, negocio, decisión e incidente.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daño no puede absorber el presupuesto?</a:t>
            </a:r>
          </a:p>
          <a:p xmlns:a="http://schemas.openxmlformats.org/drawingml/2006/main">
            <a:r>
              <a:t>• ¿Qué hipótesis causal sigue abierta?</a:t>
            </a:r>
          </a:p>
          <a:p xmlns:a="http://schemas.openxmlformats.org/drawingml/2006/main">
            <a:r>
              <a:t>• ¿Cómo se verifica una acción posterior?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HH-30 de observabilidad, objetivos de servicio, respuesta y aprendizaje conectado con DevOps y 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SLO con consecuencia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Juego del presupuesto de error · 16 minutos</a:t>
            </a:r>
          </a:p>
          <a:p xmlns:a="http://schemas.openxmlformats.org/drawingml/2006/main">
            <a:r>
              <a:t>Nueva funcionalidad compite con confiabilidad. Se decide qué cambiar, proteger o detener sin usar el presupuesto para tolerar daño.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cambia al incumplir.</a:t>
            </a:r>
          </a:p>
          <a:p xmlns:a="http://schemas.openxmlformats.org/drawingml/2006/main">
            <a:r>
              <a:t>Señal para avanzar: El objetivo gobierna trabajo.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 observabilidad que conecte experiencia, servicio, técnica, negocio, decisión e incidente.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hipótesis causal sigue abierta?</a:t>
            </a:r>
          </a:p>
          <a:p xmlns:a="http://schemas.openxmlformats.org/drawingml/2006/main">
            <a:r>
              <a:t>• ¿Cómo se verifica una acción posterior?</a:t>
            </a:r>
          </a:p>
          <a:p xmlns:a="http://schemas.openxmlformats.org/drawingml/2006/main">
            <a:r>
              <a:t>• ¿Qué pregunta debe responder la señal?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HH-30 de observabilidad, objetivos de servicio, respuesta y aprendizaje conectado con DevOps y 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Presupuesto de error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Sala de incidentes HH-30 · 20 minutos</a:t>
            </a:r>
          </a:p>
          <a:p xmlns:a="http://schemas.openxmlformats.org/drawingml/2006/main">
            <a:r>
              <a:t>Se distribuyen roles, línea temporal, comunicación, mitigación y escalamiento. La hipótesis causal se mantiene revisable.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Evitar tolerancia automática al daño.</a:t>
            </a:r>
          </a:p>
          <a:p xmlns:a="http://schemas.openxmlformats.org/drawingml/2006/main">
            <a:r>
              <a:t>Señal para avanzar: Se decide con obligación y riesgo.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 observabilidad que conecte experiencia, servicio, técnica, negocio, decisión e incidente.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¿Cómo se verifica una acción posterior?</a:t>
            </a:r>
          </a:p>
          <a:p xmlns:a="http://schemas.openxmlformats.org/drawingml/2006/main">
            <a:r>
              <a:t>• ¿Qué pregunta debe responder la señal?</a:t>
            </a:r>
          </a:p>
          <a:p xmlns:a="http://schemas.openxmlformats.org/drawingml/2006/main">
            <a:r>
              <a:t>• ¿Qué población representa el SLI?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HH-30 de observabilidad, objetivos de servicio, respuesta y aprendizaje conectado con DevOps y 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Sala HH-30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Lectura crítica de DORA · 16 minutos</a:t>
            </a:r>
          </a:p>
          <a:p xmlns:a="http://schemas.openxmlformats.org/drawingml/2006/main">
            <a:r>
              <a:t>Las cinco métricas se usan como sistema de preguntas sobre flujo, estabilidad, recuperación y retrabajo, no como ranking aislado.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Mantener línea temporal común.</a:t>
            </a:r>
          </a:p>
          <a:p xmlns:a="http://schemas.openxmlformats.org/drawingml/2006/main">
            <a:r>
              <a:t>Señal para avanzar: Mitigación y comunicación se coordinan.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 observabilidad que conecte experiencia, servicio, técnica, negocio, decisión e incidente.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pregunta debe responder la señal?</a:t>
            </a:r>
          </a:p>
          <a:p xmlns:a="http://schemas.openxmlformats.org/drawingml/2006/main">
            <a:r>
              <a:t>• ¿Qué población representa el SLI?</a:t>
            </a:r>
          </a:p>
          <a:p xmlns:a="http://schemas.openxmlformats.org/drawingml/2006/main">
            <a:r>
              <a:t>• ¿Qué cambia al violar el SLO?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HH-30 de observabilidad, objetivos de servicio, respuesta y aprendizaje conectado con DevOps y 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Cinco métricas DORA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Revisión posterior sin culpables · 17 minutos</a:t>
            </a:r>
          </a:p>
          <a:p xmlns:a="http://schemas.openxmlformats.org/drawingml/2006/main">
            <a:r>
              <a:t>Se reconstruyen condiciones, decisiones y barreras. Las acciones reciben dueño, evidencia de cierre y plazo de verificación.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Usarlas como preguntas relacionadas.</a:t>
            </a:r>
          </a:p>
          <a:p xmlns:a="http://schemas.openxmlformats.org/drawingml/2006/main">
            <a:r>
              <a:t>Señal para avanzar: Se evita ranking descontextualizado.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 observabilidad que conecte experiencia, servicio, técnica, negocio, decisión e incidente.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población representa el SLI?</a:t>
            </a:r>
          </a:p>
          <a:p xmlns:a="http://schemas.openxmlformats.org/drawingml/2006/main">
            <a:r>
              <a:t>• ¿Qué cambia al violar el SLO?</a:t>
            </a:r>
          </a:p>
          <a:p xmlns:a="http://schemas.openxmlformats.org/drawingml/2006/main">
            <a:r>
              <a:t>• ¿Qué daño no puede absorber el presupuesto?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HH-30 de observabilidad, objetivos de servicio, respuesta y aprendizaje conectado con DevOps y 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Revisión posterior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Se elige una tarea candidata a IA y se explicita qué autonomía todavía no puede delegarse en N31.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Buscar condiciones y barreras.</a:t>
            </a:r>
          </a:p>
          <a:p xmlns:a="http://schemas.openxmlformats.org/drawingml/2006/main">
            <a:r>
              <a:t>Señal para avanzar: Las acciones son verificables.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 observabilidad que conecte experiencia, servicio, técnica, negocio, decisión e incidente.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cambia al violar el SLO?</a:t>
            </a:r>
          </a:p>
          <a:p xmlns:a="http://schemas.openxmlformats.org/drawingml/2006/main">
            <a:r>
              <a:t>• ¿Qué daño no puede absorber el presupuesto?</a:t>
            </a:r>
          </a:p>
          <a:p xmlns:a="http://schemas.openxmlformats.org/drawingml/2006/main">
            <a:r>
              <a:t>• ¿Qué hipótesis causal sigue abierta?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HH-30 de observabilidad, objetivos de servicio, respuesta y aprendizaje conectado con DevOps y 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Elegir tarea y autonomía.</a:t>
            </a:r>
          </a:p>
          <a:p xmlns:a="http://schemas.openxmlformats.org/drawingml/2006/main">
            <a:r>
              <a:t>Señal para avanzar: Se distingue asistir de delegar.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 observabilidad que conecte experiencia, servicio, técnica, negocio, decisión e incidente.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daño no puede absorber el presupuesto?</a:t>
            </a:r>
          </a:p>
          <a:p xmlns:a="http://schemas.openxmlformats.org/drawingml/2006/main">
            <a:r>
              <a:t>• ¿Qué hipótesis causal sigue abierta?</a:t>
            </a:r>
          </a:p>
          <a:p xmlns:a="http://schemas.openxmlformats.org/drawingml/2006/main">
            <a:r>
              <a:t>• ¿Cómo se verifica una acción posterior?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HH-30 de observabilidad, objetivos de servicio, respuesta y aprendizaje conectado con DevOps y 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667edd23742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58e07fdb8d46c5" /><Relationship Type="http://schemas.openxmlformats.org/officeDocument/2006/relationships/slideLayout" Target="/ppt/slideLayouts/slideLayout1.xml" Id="Re59cce78ab4140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9cce78ab4140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866a0bb8b45cd" /><Relationship Type="http://schemas.openxmlformats.org/officeDocument/2006/relationships/notesSlide" Target="/ppt/notesSlides/notesSlide1.xml" Id="Rdc1733183dcf44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9d76f8be14552" /><Relationship Type="http://schemas.openxmlformats.org/officeDocument/2006/relationships/notesSlide" Target="/ppt/notesSlides/notesSlide2.xml" Id="R7f8ce405525841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fb36d4dae462b" /><Relationship Type="http://schemas.openxmlformats.org/officeDocument/2006/relationships/notesSlide" Target="/ppt/notesSlides/notesSlide3.xml" Id="Raadf927af2c240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af1ca02ec4021" /><Relationship Type="http://schemas.openxmlformats.org/officeDocument/2006/relationships/notesSlide" Target="/ppt/notesSlides/notesSlide4.xml" Id="R9cf50dd8f25b43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4922e82ff4fab" /><Relationship Type="http://schemas.openxmlformats.org/officeDocument/2006/relationships/notesSlide" Target="/ppt/notesSlides/notesSlide5.xml" Id="Rdda387470f4147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32b70e47e454e" /><Relationship Type="http://schemas.openxmlformats.org/officeDocument/2006/relationships/notesSlide" Target="/ppt/notesSlides/notesSlide6.xml" Id="Ra8f1469e1ca847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8d2a1b0fd456f" /><Relationship Type="http://schemas.openxmlformats.org/officeDocument/2006/relationships/notesSlide" Target="/ppt/notesSlides/notesSlide7.xml" Id="Rad4358972f3744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3d47691d74e92" /><Relationship Type="http://schemas.openxmlformats.org/officeDocument/2006/relationships/notesSlide" Target="/ppt/notesSlides/notesSlide8.xml" Id="R1b1be43ef7464d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0f7d04ba148d8" /><Relationship Type="http://schemas.openxmlformats.org/officeDocument/2006/relationships/notesSlide" Target="/ppt/notesSlides/notesSlide9.xml" Id="R0c25db8fcee749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e6e93413344ff" /><Relationship Type="http://schemas.openxmlformats.org/officeDocument/2006/relationships/notesSlide" Target="/ppt/notesSlides/notesSlide10.xml" Id="Re5c1aa3c6e7740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B963F-4AF6-44EC-A334-D9BAA213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087F4-B4BC-4EC3-A4E0-6A9D424F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05D2E-650C-4C73-91C6-4D0B6F87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973CF-D7CB-454E-BCF6-FD087B75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4FAD8-8D38-40AC-9FA6-12BCC1F2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80CD3-ADC6-4370-BB7A-8E7E4453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5248B-8E68-4BF5-9776-9BE87EEC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CBA5B-3A85-491B-AFBD-6A5F5DD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B4C4C-31ED-4AEC-B250-38B931A8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Observabilidad técnica, señales de negocio, SLI, SLO, incidentes y aprendizaje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55998-64C2-4A91-8854-93D312CF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saber si una promesa sigue en pie, detectar un deterioro antes de acostumbrarnos y convertir los incidentes en aprendizaje colectivo?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89C07-E51F-4AC6-B518-659C050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DCB85-CD7B-478D-8733-317EE375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8713540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240ABF-901B-4EAE-BF46-C44DD3A6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5754B-9630-4201-84A1-49836F7C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3560A-D429-4797-BFE2-373C733D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8616D-4419-4D47-AAE9-44588F50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624CA-A85A-4724-A2DB-B9A4BA58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D9D38-3668-4A08-8B7F-9D202827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9C315-72A0-486D-AA8D-67E8E11F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7AF17-E3A5-40D6-BDA7-1EDDD3B5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Incidente sin tablero útil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4BF4A-D28A-45F5-9549-272BD81A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7C200-3B07-4EED-BB8C-F5C9715E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8991F-B653-458D-945B-7A23DB33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Una llegada falla mientras todos los componentes informan disponibilidad. Los equipos formulan preguntas antes de pedir métricas.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1F38B-D3D0-4767-B88C-09650D96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6F7C4-1B44-48B9-89BF-6C5618BA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FC279-13E1-4DD3-94AC-CDC18CFE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CFD42-3882-4981-B453-BA758D55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F1B68-8FD2-4E79-B5D0-84069678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F9DE4-A83D-4ED3-9D2B-A4F46F24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1FF17B-635C-41AD-BDF5-6F785008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2C8FD6-A163-43B3-AB1C-86872820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08B911-0321-44BB-8598-990C479D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7A1735-950B-4F9F-B685-5B6B2B85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2701491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5E6437-520B-436A-ADEC-95C2CC78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3E452-42E3-4D6B-BB08-BF4A5B43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56E7B-FA5A-4F37-9A39-64708C7B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BD1D6-777D-4235-8D77-BCBFAE7A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4F000-8F52-49B3-823C-9C9FE31A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4FAB3-63FA-47F2-B5F9-3B7E767B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336EE-7783-4D3B-BFDE-4C9FB3ED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B2DB1-7186-45D8-A8D0-7964805B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Laboratorio de señales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72165-5B5F-4DC4-B2EF-AF4FAEC0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AC442-2E17-4BCF-A115-C6528118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8A1C1-AAB3-49BA-96E0-B494D8E8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conectan experiencia, outcome, servicio, componente y negocio. Cada señal debe tener población y decisión.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A92E33-8A12-443F-8F1C-C1115560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8764C-4EAB-416C-AB5A-3DED9A87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CC26C-AC5A-43CA-989E-C9684F63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17AA4F-B33B-4E8D-A754-C15EB314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07B14-7F46-41E6-863B-F04C4E5E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B2EC2C-EBEC-4CB5-B2AF-4831466D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B60A47-AE9B-49F1-B2DA-23CB57C3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0C7E3B-EA7D-4079-84DB-8C61F758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C2B05E-9F98-43E0-890D-1B18C53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96561C-240D-4CB3-9CDF-E639021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7B5CAF-09C6-455A-9B8A-72252DAB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031FF6-CE5F-4414-9C72-5B9E4CEF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54520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67EEB0-7BB8-444B-B231-06028207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8C3BA-6E18-4DD8-9449-80C537E8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18ECD-207E-4DCC-AFAE-38BE9053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BCA1D-1CE2-4146-8820-BDA327B0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464EA-308D-4395-A54B-E2ADA8EE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B2E51-1F80-44EC-AF9F-4C6BF0E2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D87B9-36ED-4A7A-93A9-2AD69506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6590F-3C13-47B6-8995-070632A0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Taller de SLI y SLO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575E6-25CB-4E63-82BC-6721B5E2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96BFB-EEB8-479C-9A25-999B12D5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2736E0-DA6A-436F-A452-2F15CA36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definen indicador, método, ventana, objetivo y consecuencia. Se prueban casos extremos.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6250B-BE21-4263-A1F1-DB3F7FF2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F04E2-0A70-4C9A-8D9D-6F28C379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22BBF-4AF3-469F-B510-0AFB16B1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929475-F178-414B-9269-5E87F44D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3903BE-93D8-4820-B70A-35A873F0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5201D-CD28-44E5-9C8F-4D1E7F7D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376073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B80710-7EFE-42BA-AF9A-277F17A1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9457B-51AE-42E7-99F2-76E383DA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30460-E73C-43E8-8813-9AAAEC0F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5575B-427B-4753-94E8-8491F68A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ED4F8-BE71-49AE-B1CD-C913CA0A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F5CCB-3720-469A-9C43-057BA9AB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C4CA5-1A04-4A45-B42C-66A6AFC5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BB24C-3068-470E-9973-4E4D377A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Juego del presupuesto de 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D46B7-92F4-493D-94D7-829C21B8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E6C02-74E3-4288-94D2-3243FBB9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8AABF-150A-441A-AEFF-A1F47D6F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Nueva funcionalidad compite con confiabilidad. Se decide qué cambiar, proteger o detener sin usar el presupuesto para tolerar daño.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822C4-AFE6-479A-8677-460C9DC5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3A476C-F07E-4F07-A29C-6D9E9670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A98BF-E7A5-4F83-885B-3FD1EE78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32E9D9-FDF3-46A2-8BBC-FCC95CB3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8FC84-0C6B-40BC-A642-41F4F5F8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B77B4-739A-4A0A-A97B-3BB33D45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43F6EB-D408-4546-AC55-4B452B87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C7078-3BBD-407C-BB05-F5EC58DE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707F2E-E1BB-4118-8A47-4CFB1C3B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69013F-0EBA-46E0-B438-DD4C56E0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C49DF3-B053-423D-9CD4-485A7D2D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37599F-E6C0-4B21-8602-A2636478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24784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FB4829-5B07-45EA-A9D6-2256B00A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AD689-17AF-4A26-AC12-894735B7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80390-A302-4FB7-854B-0496F94A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6D96C-FCC1-4628-8428-B8310699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27F64-5042-47D8-A50C-1A1BA91B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ED39C-AC5D-4DE4-9C07-FC6CB149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00F97-BEAA-47B3-9F8F-E9A8FCDA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8CB6C-EF98-4A5C-B4CA-5246E3C5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Sala de incidentes HH-30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B864C-A293-4A68-85B8-F05DA123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A90CD-9F8A-4275-81D0-29BD04D5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738C3-3605-4784-B5F6-AED7B3DD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23DF4-8B5D-4AF7-AB66-8E96731E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86201-65D5-4275-81B4-656C73B4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Presupuesto de 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299F4-81D7-4863-B995-24F73C02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distribuyen roles, línea temporal, comunicación, mitigación y escalamiento. La hipótesis causal se mantiene revisable.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B9DA6-F749-4E12-ABA5-1065513E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D50E2-0193-4BDF-992E-6414A727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20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0506520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B6812-D97D-48C4-8561-7EDE96AE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2DDDF-B8BE-4FF8-8D00-D0194461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818F4-099E-4D53-BD11-F87047AB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03AD4-3FC5-413C-89A4-46F2D4F5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A3A8F-09A6-4A5D-956C-94C47BB8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CA9C9-08E5-4E54-BDCE-B90AD250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9E67C-4831-46C1-BC8E-47423C37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EEC65-1CEA-4E09-ACFE-FE3E53C1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Lectura crítica de DORA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04E9B-0CA2-4ABE-A23F-135D6FBB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689ED-8F9B-40FE-B2EA-437FCE86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81A9A-862F-4720-9847-9E225ECA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756A3-552E-433B-9FE1-3DFB599D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B3FAD-4851-4980-BDF4-993F8483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Las cinco métricas se usan como sistema de preguntas sobre flujo, estabilidad, recuperación y retrabajo, no como ranking aislado.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401EF-762E-4508-8975-A83DDA67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9942872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147454-667C-4E01-90AD-7F945EF8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7E3F3-9DFF-4850-B0FD-CE40FB7F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0BA6E-21DC-4039-A0A8-FBE0BC3B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68793-BF6E-4EA5-AA83-20E7A70C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BD870-9A64-4096-8AB1-35B6818D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E41AB-A357-49F5-A08F-C7EF3C03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13A44-59A1-408E-A2D5-05FF43B1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258B0-D5CE-4719-90BA-798F76C1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Revisión posterior sin culpables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7516F-242F-4A00-B08D-DF8A04E6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55F56-36E4-46A0-B51C-B0DE7575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4C9E6-A7E2-4EEE-A1E1-4E9CCBBA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reconstruyen condiciones, decisiones y barreras. Las acciones reciben dueño, evidencia de cierre y plazo de verificación.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203A2-1C43-406A-971F-CBF5D6D1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405987-12D3-4AB4-9067-3FCEEAC0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7E249-54C0-494A-9A09-A3A10F23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CC58EF-7FFA-48DC-BFB9-B30CD230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4512D-AA5A-4585-98ED-4426F55E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2FA52-38CD-4409-8DD1-9203834F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F3696-6C6B-4C9F-99F0-E1923DA3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D12FD1-7694-4656-B256-6003C961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A8C860-65AA-4940-88A1-AE7FCD0B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2B3A9D-A42B-428B-9C93-FB244CF4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1C6562-76FD-4239-B850-3DE0F3D6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309238-337D-4FF6-BDB3-E48EC8D4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79723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58F2C-5265-40B6-8DA2-EBA5512B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CB95D-0A2A-48AD-AA47-03DC2EA2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36432-9C7A-458E-B610-4828F30C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D3171-990F-4B5D-82D8-E969B6B5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014B0-6E98-4DA2-8A6F-7D65D747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1E44E-60CF-4FAD-ABD2-E0F65AB4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038C2-081A-4973-B2CF-AF7C6BF5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F10A2-99C6-43DD-BDBB-E61C7807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6F37B-C7AD-471E-8F43-2E203456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47ABC-A6D8-40DC-8EF0-5FA617BB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219A2-6895-4BA1-BC52-710F94B5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elige una tarea candidata a IA y se explicita qué autonomía todavía no puede delegarse en N31.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962E5-896B-48D5-8495-DADBC3D1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991C2-E662-463A-96E9-178EE42C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844BA-0EBC-4479-9572-24722C14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D2580-A169-4E4A-B8A5-E619F20B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0A319-2443-4C7D-9741-AE024D9A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532611-7351-44A6-AC27-A95A6361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3C0736-F2E6-4643-8F41-4F52A50F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D2F09E-FA61-448C-A4A5-EE736D10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73359E-433D-41DF-B212-E740928E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BA237C-72F8-4742-B4E5-F72B037A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A1D77C-24A5-436C-8717-A1B40D05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05F8D5-911F-41AC-B789-3F58AE0C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751985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5067A1-8542-4E2B-A1BD-AF4AD96F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9374F-070B-439B-AC5F-F2743DF0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13B09-DFAE-47FD-B950-EF1FCF0D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A89AA-9959-4AE2-955A-F5E79D40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F65BE-6BA7-451E-AA1F-612E2F0C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7B318-0449-46AF-BD30-AEA59323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D1441-40CD-4BE2-8A8A-977D8E25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DB815-6F8C-4604-906E-8FBF00EE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61151-ECC4-46ED-8150-F688460D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D8A0B-5F3C-4F50-B9E6-CAF27810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7129E-37D7-4EE8-B487-2676E352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FC38A-D6FE-418D-8BF0-6E4A7901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C09CE7-A51B-4323-A086-31699F58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D36AD-6993-43E5-BA14-4CC5A513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77E5B-0D5A-439F-A1B5-CE82D25B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sistema HH-30 de observabilidad, objetivos de servicio, respuesta y aprendizaje conectado con DevOps y DORA.</a:t>
            </a:r>
          </a:p>
        </p:txBody>
      </p:sp>
    </p:spTree>
    <p:extLst>
      <p:ext uri="{BB962C8B-B14F-4D97-AF65-F5344CB8AC3E}">
        <p14:creationId xmlns:p14="http://schemas.microsoft.com/office/powerpoint/2010/main" val="118122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2026-09-14T03:54:51.7060000Z</dcterms:created>
  <dcterms:modified xsi:type="dcterms:W3CDTF">2026-09-14T03:54:51.7060000Z</dcterms:modified>
</coreProperties>
</file>