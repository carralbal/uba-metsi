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0dd68399ac4c26" /><Relationship Type="http://schemas.openxmlformats.org/officeDocument/2006/relationships/extended-properties" Target="/docProps/app.xml" Id="R2f8388213b58451b" /><Relationship Type="http://schemas.openxmlformats.org/officeDocument/2006/relationships/officeDocument" Target="/ppt/presentation.xml" Id="R6561f834e8144c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ea46b26b1a4430"/>
  </p:sldMasterIdLst>
  <p:notesMasterIdLst>
    <p:notesMasterId xmlns:r="http://schemas.openxmlformats.org/officeDocument/2006/relationships" r:id="Rcc3968de0c9f4b58"/>
  </p:notesMasterIdLst>
  <p:sldIdLst>
    <p:sldId xmlns:r="http://schemas.openxmlformats.org/officeDocument/2006/relationships" id="256" r:id="Rfcaaffa639fd47f0"/>
    <p:sldId xmlns:r="http://schemas.openxmlformats.org/officeDocument/2006/relationships" id="257" r:id="R96529e37b7c54531"/>
    <p:sldId xmlns:r="http://schemas.openxmlformats.org/officeDocument/2006/relationships" id="258" r:id="Rc717b2645d5b45c1"/>
    <p:sldId xmlns:r="http://schemas.openxmlformats.org/officeDocument/2006/relationships" id="259" r:id="Rea2d53e7918d443a"/>
    <p:sldId xmlns:r="http://schemas.openxmlformats.org/officeDocument/2006/relationships" id="260" r:id="Ra4ffe103e0fb4981"/>
    <p:sldId xmlns:r="http://schemas.openxmlformats.org/officeDocument/2006/relationships" id="261" r:id="R09f75d35b0cd4d09"/>
    <p:sldId xmlns:r="http://schemas.openxmlformats.org/officeDocument/2006/relationships" id="262" r:id="R9f538ac416ef43db"/>
    <p:sldId xmlns:r="http://schemas.openxmlformats.org/officeDocument/2006/relationships" id="263" r:id="R0b8b2884ffa141d5"/>
    <p:sldId xmlns:r="http://schemas.openxmlformats.org/officeDocument/2006/relationships" id="264" r:id="R646877b6ff904637"/>
    <p:sldId xmlns:r="http://schemas.openxmlformats.org/officeDocument/2006/relationships" id="265" r:id="R28d6661bb43b4e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97d5d630f14d59" /><Relationship Type="http://schemas.openxmlformats.org/officeDocument/2006/relationships/slideMaster" Target="/ppt/slideMasters/slideMaster1.xml" Id="Rdfea46b26b1a4430" /><Relationship Type="http://schemas.openxmlformats.org/officeDocument/2006/relationships/notesMaster" Target="/ppt/notesMasters/notesMaster1.xml" Id="Rcc3968de0c9f4b58" /><Relationship Type="http://schemas.openxmlformats.org/officeDocument/2006/relationships/presProps" Target="/ppt/presProps.xml" Id="R9616419f85114edc" /><Relationship Type="http://schemas.openxmlformats.org/officeDocument/2006/relationships/tableStyles" Target="/ppt/tableStyles.xml" Id="Rf4ee7c94724f4e4d" /><Relationship Type="http://schemas.openxmlformats.org/officeDocument/2006/relationships/slide" Target="/ppt/slides/slide1.xml" Id="Rfcaaffa639fd47f0" /><Relationship Type="http://schemas.openxmlformats.org/officeDocument/2006/relationships/slide" Target="/ppt/slides/slide2.xml" Id="R96529e37b7c54531" /><Relationship Type="http://schemas.openxmlformats.org/officeDocument/2006/relationships/slide" Target="/ppt/slides/slide3.xml" Id="Rc717b2645d5b45c1" /><Relationship Type="http://schemas.openxmlformats.org/officeDocument/2006/relationships/slide" Target="/ppt/slides/slide4.xml" Id="Rea2d53e7918d443a" /><Relationship Type="http://schemas.openxmlformats.org/officeDocument/2006/relationships/slide" Target="/ppt/slides/slide5.xml" Id="Ra4ffe103e0fb4981" /><Relationship Type="http://schemas.openxmlformats.org/officeDocument/2006/relationships/slide" Target="/ppt/slides/slide6.xml" Id="R09f75d35b0cd4d09" /><Relationship Type="http://schemas.openxmlformats.org/officeDocument/2006/relationships/slide" Target="/ppt/slides/slide7.xml" Id="R9f538ac416ef43db" /><Relationship Type="http://schemas.openxmlformats.org/officeDocument/2006/relationships/slide" Target="/ppt/slides/slide8.xml" Id="R0b8b2884ffa141d5" /><Relationship Type="http://schemas.openxmlformats.org/officeDocument/2006/relationships/slide" Target="/ppt/slides/slide9.xml" Id="R646877b6ff904637" /><Relationship Type="http://schemas.openxmlformats.org/officeDocument/2006/relationships/slide" Target="/ppt/slides/slide10.xml" Id="R28d6661bb43b4e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b5ccb3c48443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c6b78e6a034a5e" /><Relationship Type="http://schemas.openxmlformats.org/officeDocument/2006/relationships/notesMaster" Target="/ppt/notesMasters/notesMaster1.xml" Id="R2d916c5dfc7d46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a8130dcecf4cda" /><Relationship Type="http://schemas.openxmlformats.org/officeDocument/2006/relationships/notesMaster" Target="/ppt/notesMasters/notesMaster1.xml" Id="Ra1a1ec64b20a48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9f4c726fdd485f" /><Relationship Type="http://schemas.openxmlformats.org/officeDocument/2006/relationships/notesMaster" Target="/ppt/notesMasters/notesMaster1.xml" Id="R7c71d60ba82b41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3dd7b5f9154637" /><Relationship Type="http://schemas.openxmlformats.org/officeDocument/2006/relationships/notesMaster" Target="/ppt/notesMasters/notesMaster1.xml" Id="R60d5af5baa514a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a433bd99fc42e9" /><Relationship Type="http://schemas.openxmlformats.org/officeDocument/2006/relationships/notesMaster" Target="/ppt/notesMasters/notesMaster1.xml" Id="Rf06ae7fe0c1547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b45d84364d40fc" /><Relationship Type="http://schemas.openxmlformats.org/officeDocument/2006/relationships/notesMaster" Target="/ppt/notesMasters/notesMaster1.xml" Id="Rc59da100658941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6830af87e146c7" /><Relationship Type="http://schemas.openxmlformats.org/officeDocument/2006/relationships/notesMaster" Target="/ppt/notesMasters/notesMaster1.xml" Id="R068ac801d18f46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b40e3e9db14357" /><Relationship Type="http://schemas.openxmlformats.org/officeDocument/2006/relationships/notesMaster" Target="/ppt/notesMasters/notesMaster1.xml" Id="R7d61cadbeb8743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331b5899254dd2" /><Relationship Type="http://schemas.openxmlformats.org/officeDocument/2006/relationships/notesMaster" Target="/ppt/notesMasters/notesMaster1.xml" Id="R131638ea534042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b7947e98864ba6" /><Relationship Type="http://schemas.openxmlformats.org/officeDocument/2006/relationships/notesMaster" Target="/ppt/notesMasters/notesMaster1.xml" Id="R134ab69f499b48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El sistema de información no cabe en una aplicación.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¿Qué queda invisible y qué decisiones se vuelven peligrosas cuando identificamos el sistema de información con el software que aparece en una pantalla?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resultado recibe una persona y quién lo produce conjuntamente? ¿Qué verbo falta en esta relación?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exponen los mapas sin explicación de sus autores. Cada persona marca: una relación que ayuda a comprender el resultado. Una exclusión que podría desplazar responsabilidad. Una flecha que todavía no explica un mecanismo.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12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verbo falta en esta relación? ¿Qué práctica informal sostiene hoy una capacidad?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recibe un presupuesto ficticio de doce puntos. Incluir un elemento cuesta un punto. Representar una relación con verbo, tiempo y autoridad cuesta dos. El equipo debe construir la frontera mínima capaz de decidir si conviene intervenir primero sobre propagación, significado o promesa comercial. El objetivo no es ahorrar puntos, sino justificar cada costo analítico.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15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práctica informal sostiene hoy una capacidad? ¿Qué costo desaparece del indicador y reaparece en otro actor o momento?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recuperan tres problemas observados en la galería: sistema confundido con software. Amplitud confundida con calidad. Flechas sin verbo, tiempo ni autoridad. Ahora voy a presentar las pruebas de resultado, rivalidad y frontera, sin volver a explicar la taxonomía completa de N02.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costo desaparece del indicador y reaparece en otro actor o momento? ¿Qué elemento puede tratarse como entorno con una restricción explícita?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reciben roles parciales: Comercial, OTA, PMS, Housekeeping, Recepción, huésped y reparación. Cada rol conoce una pieza diferente del episodio. Durante los primeros ocho minutos no puede mostrar su tarjeta, sólo describir qué afirmó, hizo, esperó o corrigió. Luego el equipo reconstruye una secuencia única y marca dónde aparecen contradicciones compatibles con: Primero, falla de propagación. Después, incompatibilidad semántica. Luego, promesa comercial desacoplada.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24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elemento puede tratarse como entorno con una restricción explícita? ¿Qué decisión sería imposible justificar con esta frontera?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introduce esta decisión: el hotel obliga a completar todo el check-in antes de llegar y celebra una reducción del tiempo medio de pantalla. Cada equipo debe mostrar en el mapa: dónde reaparece el trabajo. Quién asume nueva carga o riesgo. Qué indicador mejoraría. Qué outcome podría empeorar. Qué relación faltaba en la frontera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decisión sería imposible justificar con esta frontera? ¿Qué resultado recibe una persona y quién lo produce conjuntamente?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equipos intercambian mapas. El grupo revisor recibe una decisión distinta: corregir una consulta lenta, cambiar una regla comercial o reemplazar el PMS. Debe señalar qué elementos necesita agregar o puede retirar para esa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resultado recibe una persona y quién lo produce conjuntamente? ¿Qué verbo falta en esta relación?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presenta su frontera revisada mediante cuatro frases: la capacidad que el sistema debe producir. La explicación que hoy parece más fuerte. La evidencia que podría debilitarla. El límite de la intervención autorizada.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verbo falta en esta relación? ¿Qué práctica informal sostiene hoy una capacidad?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persona identifica una relación que incorporó por evidencia, una exclusión que ahora considera riesgosa y un efecto no intencional que N03 debería ayudar a explicar.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7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práctica informal sostiene hoy una capacidad? ¿Qué costo desaparece del indicador y reaparece en otro actor o momento?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mapa socio-técnico revisado de HH-02 que explica una capacidad completa, conserva explicaciones rivales y documenta por qué cada elemento queda dentro, fuera o en el entorno.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7edea661b340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943857dfee4301" /><Relationship Type="http://schemas.openxmlformats.org/officeDocument/2006/relationships/slideLayout" Target="/ppt/slideLayouts/slideLayout1.xml" Id="R4aaa750bee1742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aa750bee1742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09cdc6a8e4d2f" /><Relationship Type="http://schemas.openxmlformats.org/officeDocument/2006/relationships/notesSlide" Target="/ppt/notesSlides/notesSlide1.xml" Id="R481f264eefdf4e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b40b32d754918" /><Relationship Type="http://schemas.openxmlformats.org/officeDocument/2006/relationships/notesSlide" Target="/ppt/notesSlides/notesSlide2.xml" Id="R2a49b23a34fb49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941793c344e1f" /><Relationship Type="http://schemas.openxmlformats.org/officeDocument/2006/relationships/notesSlide" Target="/ppt/notesSlides/notesSlide3.xml" Id="R073ed770c9d24d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d4ef8534f4384" /><Relationship Type="http://schemas.openxmlformats.org/officeDocument/2006/relationships/notesSlide" Target="/ppt/notesSlides/notesSlide4.xml" Id="Rc0582fc8155440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97983dea24f38" /><Relationship Type="http://schemas.openxmlformats.org/officeDocument/2006/relationships/notesSlide" Target="/ppt/notesSlides/notesSlide5.xml" Id="R9a78bdc16add47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8591fa5424024" /><Relationship Type="http://schemas.openxmlformats.org/officeDocument/2006/relationships/notesSlide" Target="/ppt/notesSlides/notesSlide6.xml" Id="Rad441142058a4c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6e275bba947e9" /><Relationship Type="http://schemas.openxmlformats.org/officeDocument/2006/relationships/notesSlide" Target="/ppt/notesSlides/notesSlide7.xml" Id="Ra829765549344d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77a71a77d4f4e" /><Relationship Type="http://schemas.openxmlformats.org/officeDocument/2006/relationships/notesSlide" Target="/ppt/notesSlides/notesSlide8.xml" Id="Ra1aff3b1c1a04b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ef663490c4be4" /><Relationship Type="http://schemas.openxmlformats.org/officeDocument/2006/relationships/notesSlide" Target="/ppt/notesSlides/notesSlide9.xml" Id="Rf37c78256a6645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1ba01b3664400" /><Relationship Type="http://schemas.openxmlformats.org/officeDocument/2006/relationships/notesSlide" Target="/ppt/notesSlides/notesSlide10.xml" Id="Rebc22e5d653a40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492C4-3029-4281-A19E-CD0AD9C1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B9714-E362-41B3-8F3C-25A714AD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1AA9C-D74C-42BF-B200-9B653A74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10EBE-67E2-4A55-8A51-FC56C5E3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E6452-BD40-4C82-A7FF-5C905683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A28B9-24A4-4A0F-BC69-9E4D9120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744EA-B387-42B4-BBE4-9A44E9C4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13B60-3A01-4965-809F-78E0A9AF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825EA-A6D3-449E-9D9F-E06E68B8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743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sistema de información no cabe en una aplicación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092D3-5F04-4BFC-999C-926D452C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queda invisible y qué decisiones se vuelven peligrosas cuando identificamos el sistema de información con el software que aparece en una pantalla?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F4519-141D-4C89-8032-09F04DCD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A5A61-9D95-4A7E-B072-9DFFF18B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5837268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09D25-75BD-4D5E-BA49-E381281C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D91D0-9C2B-4524-AFBD-79191D98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E15AE-1DC7-4157-BA86-57C372E0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38D45-8893-4F39-B7CC-09477FE9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1C662-9EA1-420C-8B0C-661F4940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61FD3-C200-4441-8A96-90F7E810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D8ADA-5DEB-4013-8FC2-5FBCF45A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FF08E-28E3-41DF-95FF-2E1010DC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Galería silenciosa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E3050-5788-483E-B001-93A218DC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FCDD5-922F-42A3-B9BE-899C4F13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64F0C-07B4-413B-952C-5CF5DC15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exponen los mapas sin explicación de sus autores. Cada persona marca: una relación que ayuda a comprender el resultado; una exclusión que podría desplazar responsabilidad; una flecha que todavía no explica un mecanismo.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5D660-1A18-4745-9207-87990072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866F5-03FE-4C9E-A594-5E432121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C8350-89E5-4DAA-941F-F1BEB045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A0100-B87A-4BCD-98B4-D67C0F15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B9A95-CB64-4AB0-A066-7F812A54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B8170-4D13-4A31-BB85-78656A45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29C79-1C0E-4BF0-807B-D27E29F7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B9976-50BF-4114-8AD7-6BFE0DC3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F359C-90D7-4089-AFAC-952FD60D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4C7974-E8C0-47C2-AB45-B2F5C469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963947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F2BE59-A7D4-41DD-822A-28611912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50471-0171-45FD-B59E-5578DBE2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2D8A8-A631-4BC3-9B1D-42AD42BD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7BB70-7788-4CFD-B9AD-2CC788C4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5E655-A8D7-4BFB-BC4C-1F25703F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FE8E8-8E95-4325-B62A-FA2C443A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5F2C8-F95F-4BE4-BD5B-EC11C16D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1C03B-C490-4249-A83D-A45A26BE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Subasta de frontera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1057B-38F6-43F5-B3D4-A847F446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9D0C6-CB09-4326-B4CB-DAA78873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44B75-C6AE-4B95-8C19-CEC54CF7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recibe un presupuesto ficticio de doce puntos. Incluir un elemento cuesta un punto; representar una relación con verbo, tiempo y autoridad cuesta dos.…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1FDC9-FECD-4981-AE10-39083869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E5BFD-0B4A-41C2-BA9E-D5ADCDA9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D25E87-4BCF-486C-ADBC-EA5E9D1D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23EE5-E2B1-4FAF-B2A5-19495542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A999B-7A28-42E6-B9D7-A62D8B20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AF8BD-592D-4763-8ACD-D5ED8B94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8BF0B-AC8E-4D57-9E82-EAA0D3D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8234C-00EA-4CE4-AC63-2066B8C4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95B79D-F236-4228-ABB7-C955E131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9B5D3-938C-4C39-BD2C-78A1338B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B24520-6F9F-45BE-891B-2C382973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F0179A-9A52-4910-8FE0-D51BB226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4277389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FC3FE-BDA6-4922-8C4D-F3DFF31E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FDC3E-A8B1-4424-AC36-6001A4FB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3E5B4-9DD0-4022-BDFA-A8645E06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C8F88-BE57-48B6-866E-F4854EA4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321F0-3D11-4B95-978C-29AFD057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2A6EE-0421-4DC5-8E07-25F67EE8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D1ECC-E6D1-4B25-960A-21350E4B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E5AA9-0568-4011-B553-AE874F46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Intervención docente situada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278E0-0D00-446B-8581-80EC3935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2B2F91-1312-4CBF-AAE0-BA49AF42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661AA-D6A4-4033-BC34-2F106470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22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recuperan tres problemas observados en la galería: sistema confundido con software; amplitud confundida con calidad; flechas sin verbo, tiempo ni autoridad. El docente presenta las pruebas de resultado, rivalidad y frontera, sin volver a explicar la taxonomía completa de N02.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56418-0114-4190-B2F5-4478DC78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5967A-CDB7-4835-9473-E7EE221C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1D8DA-FEE9-4BA6-820C-1CA1C0EE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54027-55C5-438F-AE6F-952CD801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8E1AB-4D62-440F-9E0F-7692D84D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08EB8-C8CB-468D-8B0C-64D23364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691490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699FA0-1971-4E8C-BB8F-FF2EAE8D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AA2D2-5C6E-4637-AAFD-16A4C6E4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5BB1D-C06C-4727-91DC-B7CCDBA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C13BB-3E7C-4C52-A60B-B9FBC0F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881D7-6B0B-49C1-8989-E071D573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F3515-5B0A-442A-AC9A-CD1AE4CC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57F32-DBEC-455F-942F-93579292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C38EA-BF48-49AD-B16D-765F2E33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Autopsia distribuida de HH-02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F9212-5A38-46AE-A46D-4C2DEF49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B02E4-6EB3-4BFF-8CED-4ED57C56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5A6F0-CD55-4E12-A370-FC8DE7FB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22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reciben roles parciales: Comercial, OTA, PMS, Housekeeping, Recepción, huésped y reparación. Cada rol conoce una pieza diferente del episodio. Durante los primeros ocho minutos no puede mostrar su tarjeta, sólo describir qué afirmó, hizo, esperó o corrigió.…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C5AA2-79EE-43D7-863D-50261821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6D330-68FB-4649-8250-AB331791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EC250C-B11C-4D69-BF62-29DB33CB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C1D2B3-78DE-4795-B302-F9F66D22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129DA-1C5A-46BC-981B-EC8F3AFA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7923F5-F5F2-4748-9DF7-B51222CD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E0C1CD-62EA-4342-880A-B83D2B47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917205-B924-4CE6-9F58-120B09A7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686BCE-1F90-4B66-A62D-1D5A0628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AEE64-D310-496B-95B0-61C8B2A2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81046C-AC8F-435E-B74B-735C305A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A650BF-DC06-4544-BD12-81D405CE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08261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5B2BE-5BBC-4709-B02F-2ED90A14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A8C92-F0DA-4BF9-9E62-BF4A2C46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A1E4B4-CC43-4219-ADB7-9A48E4C8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F358E-1A56-4FBF-9922-509982B5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90B0A-F223-4DE1-BE2F-D62B7567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35E9A-520D-443E-8247-9DD9F2D9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EEB0B-C3FB-407C-B390-DDE7EDE3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16435-A62E-461B-A43D-97A1231E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Perturbación de optimización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40899-835C-45E3-9053-B3D58993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B8A8D-3E39-482D-A7F9-8882CD15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0243A-435D-4ADE-BF0A-EE2EC539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250DD-BBDB-4736-A8B7-6898F161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6F2D4-890D-467F-A67E-26342C06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Tres explicaciones rivales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A0756B-41B7-4693-AD5C-88C762F9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introduce esta decisión: el hotel obliga a completar todo el check-in antes de llegar y celebra una reducción del tiempo medio de pantalla. Cada equipo debe mostrar en el mapa: dónde reaparece el trabajo; quién asume nueva carga o riesgo; qué indicador mejoraría; qué outcome podría…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5FEC6-DC6D-437D-85A5-D8890E11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EFAAD-3C40-4D8C-9EBF-868C356C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240032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FD228-06D9-4B17-8945-BF99BC4F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89012-F370-44BB-9B0C-A580FF46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8FC18-03DF-472B-B55E-1CC57312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24A8A-8DCF-4B17-AD64-0A5D56F2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7D0F0-66FC-4F11-A570-871D92D7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EA6FA-EFC2-4797-891C-7BE58DBA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424F2-3C0F-46BD-ACCA-D68DEC38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5D3CB-303A-4835-B155-D05464DA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Revisión por decisión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054B4-E8E7-400C-8D57-777D5ABB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75738-B4A7-4CD2-90CC-67FD266B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93B55-497E-4E76-957C-DC0C7D23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11D5B-172C-4DCF-8AC1-407A710B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C43F1-A1D4-44EA-89AF-29760D4E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5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Los equipos intercambian mapas. El grupo revisor recibe una decisión distinta: corregir una consulta lenta, cambiar una regla comercial o reemplazar el PMS. Debe señalar qué elementos necesita agregar o puede retirar para esa decisión.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42341-FB74-42EB-BCE6-5BAE131E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5967575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14AE43-3AE8-4194-938D-3F6C771C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02087-F48F-43AF-AEC1-C6C0BD59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F1A48-58C1-4651-93ED-8A8BC0BF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8A179-0E21-4ED4-981B-C679D869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709B4-6C9B-44E9-B1F1-837542F9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EAD45-05DC-449B-9AC0-9ADCE6A9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702BC-0769-4266-8F9F-8B0D3259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54941-9840-452E-B879-D2629D26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Defensa breve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FD457-44BD-4ED2-B16E-CEE7AB28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7EF52-F385-4EA3-AC33-787F2DD2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ABDE0-039D-48B0-ACE9-B04741A5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presenta su frontera revisada mediante cuatro frases: la capacidad que el sistema debe producir; la explicación que hoy parece más fuerte; la evidencia que podría debilitarla; el límite de la intervención autorizada.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B16C2-F1C1-4DBA-A772-E241F068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F9264-5CD2-445B-B394-EE800D64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AC62D-E4E4-4E84-9C19-E7AC8812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33F9B-39DD-4E57-BE5A-6E1B0DB0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304EA-247D-4359-8E30-C94FB45B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8A9B7-FE47-495F-910A-6506F9EB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E654CF-A24C-4EB7-8BE3-3B83EF19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74832-205B-4FF8-ABD5-14548921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63B24-9541-4799-A529-B6FC19F6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F1BF1-86DE-4B8B-A041-C6C67944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D157C-7866-493A-BA9A-964DFDB9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20EF7F-BD05-4A02-A525-D169769C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951056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155230-0CA6-4F62-922E-30E53645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920EE-9871-4215-8217-169F7EFF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DFCEC-A887-477D-A410-E251C82D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DE9E9-9061-4893-A933-F9DDDFA6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71A8F-F658-4497-B444-91C1B6E9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66C9B-EABE-469B-AC74-50DFB81E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C675F-70C1-4706-A134-577AB10A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F83D6-857C-4CF7-9E05-F74B608E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Registro individual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62E1B-76B1-4537-A1FA-1BCE2831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DE69C-2AF5-4D1D-884B-F9C63550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8E394-F06B-4906-B8A5-8D373896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identifica una relación que incorporó por evidencia, una exclusión que ahora considera riesgosa y un efecto no intencional que N03 debería ayudar a explicar.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00985-E043-4223-A5E2-88C34635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51341-9076-439B-8962-FFB2D87E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FE45C-C635-4D94-80EA-ADF32C52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7E065-23C7-4B95-93FD-FC0F2FD9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EBCC9-52C3-4FA8-96E4-E5BC5BD9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4B5FF-DDB0-4E34-ACAC-E588EFFB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D14B0-1E07-4E3B-BD53-40299367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A09030-6C3D-423A-9297-AA05F404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CCF77-1D21-4A40-8494-EC1558DA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BEAFAD-7FF0-4747-A236-2ABB7F76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31736C-E300-478F-B04D-0F2A7F66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7D4F86-2245-498B-95EB-0A2B21C3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651994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CE4FD-8414-4733-93D5-20C540BF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2691E-7A7C-446A-9C65-6D721D30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N02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28F3D-A7BB-4F0D-BDF6-3A8351F7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0FBCD-C09D-4677-8871-CF044338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A · ENCUADRE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DCFFB-A48F-427B-8ADE-8764CDEC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5699C-8CFD-4F1E-A690-0E3C69C4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F1325-1896-42B3-8739-444A21D6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AF2F3-87D0-4005-B7E6-A85B6E77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79D75-4378-411A-ADFE-D0DA8738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BF7A6-4BA1-4361-8996-73C80323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0AF2E-1C40-404D-8E58-8BF13AE5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58CDF-A6F1-43C5-9D10-2FBE9ADC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6B1BC-6228-4403-9A86-20F77553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CE593-C0F0-4D17-AF97-62141B03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FFE62-0D9A-404A-B581-6371B457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mapa socio-técnico revisado de HH-02 que explica una capacidad completa, conserva explicaciones rivales y documenta por qué cada elemento queda dentro, fuera o en el entorno.</a:t>
            </a:r>
          </a:p>
        </p:txBody>
      </p:sp>
    </p:spTree>
    <p:extLst>
      <p:ext uri="{BB962C8B-B14F-4D97-AF65-F5344CB8AC3E}">
        <p14:creationId xmlns:p14="http://schemas.microsoft.com/office/powerpoint/2010/main" val="9806119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2026-09-15T15:46:41.8460000Z</dcterms:created>
  <dcterms:modified xsi:type="dcterms:W3CDTF">2026-09-15T15:46:41.8460000Z</dcterms:modified>
</coreProperties>
</file>