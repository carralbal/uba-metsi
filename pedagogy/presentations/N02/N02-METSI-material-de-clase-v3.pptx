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4d4a898584c3c" /><Relationship Type="http://schemas.openxmlformats.org/officeDocument/2006/relationships/extended-properties" Target="/docProps/app.xml" Id="R0fdba5c7cde54dff" /><Relationship Type="http://schemas.openxmlformats.org/officeDocument/2006/relationships/officeDocument" Target="/ppt/presentation.xml" Id="Rf6a5b9be85f1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fe3cba3ebe4316"/>
  </p:sldMasterIdLst>
  <p:notesMasterIdLst>
    <p:notesMasterId xmlns:r="http://schemas.openxmlformats.org/officeDocument/2006/relationships" r:id="Rb2284d61b32a4370"/>
  </p:notesMasterIdLst>
  <p:sldIdLst>
    <p:sldId xmlns:r="http://schemas.openxmlformats.org/officeDocument/2006/relationships" id="256" r:id="R7ac49d9a88464e66"/>
    <p:sldId xmlns:r="http://schemas.openxmlformats.org/officeDocument/2006/relationships" id="257" r:id="R30fe3739f3534761"/>
    <p:sldId xmlns:r="http://schemas.openxmlformats.org/officeDocument/2006/relationships" id="258" r:id="Rd37c88feef9d46d0"/>
    <p:sldId xmlns:r="http://schemas.openxmlformats.org/officeDocument/2006/relationships" id="259" r:id="R96e1fdd089fa4419"/>
    <p:sldId xmlns:r="http://schemas.openxmlformats.org/officeDocument/2006/relationships" id="260" r:id="Rc246c80390774645"/>
    <p:sldId xmlns:r="http://schemas.openxmlformats.org/officeDocument/2006/relationships" id="261" r:id="Re9e550c3d23a4815"/>
    <p:sldId xmlns:r="http://schemas.openxmlformats.org/officeDocument/2006/relationships" id="262" r:id="R5cb2ce3b47a64457"/>
    <p:sldId xmlns:r="http://schemas.openxmlformats.org/officeDocument/2006/relationships" id="263" r:id="R851557ffdcdc4aa5"/>
    <p:sldId xmlns:r="http://schemas.openxmlformats.org/officeDocument/2006/relationships" id="264" r:id="R8968b9026ba44000"/>
    <p:sldId xmlns:r="http://schemas.openxmlformats.org/officeDocument/2006/relationships" id="265" r:id="Ra1ee5eb2d0974b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1b135aa94a4c95" /><Relationship Type="http://schemas.openxmlformats.org/officeDocument/2006/relationships/slideMaster" Target="/ppt/slideMasters/slideMaster1.xml" Id="Rd4fe3cba3ebe4316" /><Relationship Type="http://schemas.openxmlformats.org/officeDocument/2006/relationships/notesMaster" Target="/ppt/notesMasters/notesMaster1.xml" Id="Rb2284d61b32a4370" /><Relationship Type="http://schemas.openxmlformats.org/officeDocument/2006/relationships/presProps" Target="/ppt/presProps.xml" Id="Rab6d0dbf6f0247e7" /><Relationship Type="http://schemas.openxmlformats.org/officeDocument/2006/relationships/tableStyles" Target="/ppt/tableStyles.xml" Id="R1f299620cf1244f1" /><Relationship Type="http://schemas.openxmlformats.org/officeDocument/2006/relationships/slide" Target="/ppt/slides/slide1.xml" Id="R7ac49d9a88464e66" /><Relationship Type="http://schemas.openxmlformats.org/officeDocument/2006/relationships/slide" Target="/ppt/slides/slide2.xml" Id="R30fe3739f3534761" /><Relationship Type="http://schemas.openxmlformats.org/officeDocument/2006/relationships/slide" Target="/ppt/slides/slide3.xml" Id="Rd37c88feef9d46d0" /><Relationship Type="http://schemas.openxmlformats.org/officeDocument/2006/relationships/slide" Target="/ppt/slides/slide4.xml" Id="R96e1fdd089fa4419" /><Relationship Type="http://schemas.openxmlformats.org/officeDocument/2006/relationships/slide" Target="/ppt/slides/slide5.xml" Id="Rc246c80390774645" /><Relationship Type="http://schemas.openxmlformats.org/officeDocument/2006/relationships/slide" Target="/ppt/slides/slide6.xml" Id="Re9e550c3d23a4815" /><Relationship Type="http://schemas.openxmlformats.org/officeDocument/2006/relationships/slide" Target="/ppt/slides/slide7.xml" Id="R5cb2ce3b47a64457" /><Relationship Type="http://schemas.openxmlformats.org/officeDocument/2006/relationships/slide" Target="/ppt/slides/slide8.xml" Id="R851557ffdcdc4aa5" /><Relationship Type="http://schemas.openxmlformats.org/officeDocument/2006/relationships/slide" Target="/ppt/slides/slide9.xml" Id="R8968b9026ba44000" /><Relationship Type="http://schemas.openxmlformats.org/officeDocument/2006/relationships/slide" Target="/ppt/slides/slide10.xml" Id="Ra1ee5eb2d0974b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ea40292a2d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67df0e94e84f9e" /><Relationship Type="http://schemas.openxmlformats.org/officeDocument/2006/relationships/notesMaster" Target="/ppt/notesMasters/notesMaster1.xml" Id="R423aa75694814f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c165dd9534fb9" /><Relationship Type="http://schemas.openxmlformats.org/officeDocument/2006/relationships/notesMaster" Target="/ppt/notesMasters/notesMaster1.xml" Id="Re982a1a19d9b46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4966b5ed52462a" /><Relationship Type="http://schemas.openxmlformats.org/officeDocument/2006/relationships/notesMaster" Target="/ppt/notesMasters/notesMaster1.xml" Id="Rc79d80c1f1eb4f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eb9dbf26145b4" /><Relationship Type="http://schemas.openxmlformats.org/officeDocument/2006/relationships/notesMaster" Target="/ppt/notesMasters/notesMaster1.xml" Id="R18e2deee882e4a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7635d76cb74c40" /><Relationship Type="http://schemas.openxmlformats.org/officeDocument/2006/relationships/notesMaster" Target="/ppt/notesMasters/notesMaster1.xml" Id="Reb8cf5d9fafc46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2582aa35940ac" /><Relationship Type="http://schemas.openxmlformats.org/officeDocument/2006/relationships/notesMaster" Target="/ppt/notesMasters/notesMaster1.xml" Id="R91cb8cb15282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210c26747a4dc4" /><Relationship Type="http://schemas.openxmlformats.org/officeDocument/2006/relationships/notesMaster" Target="/ppt/notesMasters/notesMaster1.xml" Id="Rbcbe74e4a1db45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74328cf044d19" /><Relationship Type="http://schemas.openxmlformats.org/officeDocument/2006/relationships/notesMaster" Target="/ppt/notesMasters/notesMaster1.xml" Id="R989fbf59f1234b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005c5cf454952" /><Relationship Type="http://schemas.openxmlformats.org/officeDocument/2006/relationships/notesMaster" Target="/ppt/notesMasters/notesMaster1.xml" Id="R7f2837bc277042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b5721cbf7e448d" /><Relationship Type="http://schemas.openxmlformats.org/officeDocument/2006/relationships/notesMaster" Target="/ppt/notesMasters/notesMaster1.xml" Id="R681133eca0804f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que cada persona nombre qué objeto llamaría sistema en HH-02.</a:t>
            </a:r>
          </a:p>
          <a:p xmlns:a="http://schemas.openxmlformats.org/drawingml/2006/main">
            <a:r>
              <a:t>Señal para avanzar: Aparecen objetos de distinta naturaleza.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Instrucciones de galería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Galería silenciosa · 12 minutos</a:t>
            </a:r>
          </a:p>
          <a:p xmlns:a="http://schemas.openxmlformats.org/drawingml/2006/main">
            <a:r>
              <a:t>Se exponen los mapas sin explicación de sus autores. Cada persona marca: una relación que ayuda a comprender el resultado; una exclusión que podría desplazar responsabilidad; una flecha que todavía no explica un mecanismo.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Solicitar observaciones sobre relaciones, exclusiones y flechas.</a:t>
            </a:r>
          </a:p>
          <a:p xmlns:a="http://schemas.openxmlformats.org/drawingml/2006/main">
            <a:r>
              <a:t>Señal para avanzar: Cada mapa recibió tres marcas útiles.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Presupuesto de la subasta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Subasta de frontera · 15 minutos</a:t>
            </a:r>
          </a:p>
          <a:p xmlns:a="http://schemas.openxmlformats.org/drawingml/2006/main">
            <a:r>
              <a:t>Cada equipo recibe un presupuesto ficticio de doce puntos. Incluir un elemento cuesta un punto; representar una relación con verbo, tiempo y autoridad cuesta dos. El equipo debe construir la frontera mínima capaz de decidir si conviene intervenir primero sobre propagación, significado o promesa comercial. El objetivo no es ahorrar puntos, sino justificar cada costo analítico.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que el límite representa costo de análisis, no importancia ontológica.</a:t>
            </a:r>
          </a:p>
          <a:p xmlns:a="http://schemas.openxmlformats.org/drawingml/2006/main">
            <a:r>
              <a:t>Señal para avanzar: Los equipos justifican inclusiones y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errores observados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Intervención docente situada · 10 minutos</a:t>
            </a:r>
          </a:p>
          <a:p xmlns:a="http://schemas.openxmlformats.org/drawingml/2006/main">
            <a:r>
              <a:t>Se recuperan tres problemas observados en la galería: sistema confundido con software; amplitud confundida con calidad; flechas sin verbo, tiempo ni autoridad. El docente presenta las pruebas de resultado, rivalidad y frontera, sin volver a explicar la taxonomía completa de N02.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Elegir ejemplos reales de la producción estudiantil.</a:t>
            </a:r>
          </a:p>
          <a:p xmlns:a="http://schemas.openxmlformats.org/drawingml/2006/main">
            <a:r>
              <a:t>Señal para avanzar: El grupo puede reformular al menos una flecha.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Roles de la autopsia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Autopsia distribuida de HH-02 · 24 minutos</a:t>
            </a:r>
          </a:p>
          <a:p xmlns:a="http://schemas.openxmlformats.org/drawingml/2006/main">
            <a:r>
              <a:t>Los equipos reciben roles parciales: Comercial, OTA, PMS, Housekeeping, Recepción, huésped y reparación. Cada rol conoce una pieza diferente del episodio. Durante los primeros ocho minutos no puede mostrar su tarjeta, sólo describir qué afirmó, hizo, esperó o corrigió. Luego el equipo reconstruye una secuencia única y marca dónde aparecen contradicciones compatibles con: 1. falla de propagación; 2. incompatibilidad semántica; 3. promesa comercial desacoplada.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permitir que un rol narre todo el caso. La parcialidad es parte de la experiencia.</a:t>
            </a:r>
          </a:p>
          <a:p xmlns:a="http://schemas.openxmlformats.org/drawingml/2006/main">
            <a:r>
              <a:t>Señal para avanzar: La secuencia incluye esperas, contradicciones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explicaciones rivales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de optimización local · 18 minutos</a:t>
            </a:r>
          </a:p>
          <a:p xmlns:a="http://schemas.openxmlformats.org/drawingml/2006/main">
            <a:r>
              <a:t>Se introduce esta decisión: el hotel obliga a completar todo el check-in antes de llegar y celebra una reducción del tiempo medio de pantalla. Cada equipo debe mostrar en el mapa: dónde reaparece el trabajo; quién asume nueva carga o riesgo; qué indicador mejoraría; qué outcome podría empeorar; qué relación faltaba en la frontera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evidencia discrimina, no cuál suena más convincente.</a:t>
            </a:r>
          </a:p>
          <a:p xmlns:a="http://schemas.openxmlformats.org/drawingml/2006/main">
            <a:r>
              <a:t>Señal para avanzar: Cada explicación tiene una señal fortalecedora y otra debilitadora.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Optimización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Revisión por decisión · 18 minutos</a:t>
            </a:r>
          </a:p>
          <a:p xmlns:a="http://schemas.openxmlformats.org/drawingml/2006/main">
            <a:r>
              <a:t>Los equipos intercambian mapas. El grupo revisor recibe una decisión distinta: corregir una consulta lenta, cambiar una regla comercial o reemplazar el PMS. Debe señalar qué elementos necesita agregar o puede retirar para esa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sólo la decisión sobre check-in anticipado. Entregar los datos de resultado después.</a:t>
            </a:r>
          </a:p>
          <a:p xmlns:a="http://schemas.openxmlformats.org/drawingml/2006/main">
            <a:r>
              <a:t>Señal para avanzar: El mapa revela desplazamiento de trabajo o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recibe una persona y quién lo produce conjuntamente?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decisiones, tres fronteras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Defensa breve · 16 minutos</a:t>
            </a:r>
          </a:p>
          <a:p xmlns:a="http://schemas.openxmlformats.org/drawingml/2006/main">
            <a:r>
              <a:t>Cada equipo presenta su frontera revisada mediante cuatro frases: la capacidad que el sistema debe producir; la explicación que hoy parece más fuerte; la evidencia que podría debilitarla; el límite de la intervención autorizada.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Asignar una decisión diferente al equipo revisor.</a:t>
            </a:r>
          </a:p>
          <a:p xmlns:a="http://schemas.openxmlformats.org/drawingml/2006/main">
            <a:r>
              <a:t>Señal para avanzar: La frontera cambia de manera argumentada.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verbo falta en esta relación?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Defensa en cuatro frases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Registro individual y puente · 7 minutos</a:t>
            </a:r>
          </a:p>
          <a:p xmlns:a="http://schemas.openxmlformats.org/drawingml/2006/main">
            <a:r>
              <a:t>Cada persona identifica una relación que incorporó por evidencia, una exclusión que ahora considera riesgosa y un efecto no intencional que N03 debería ayudar a explicar.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Interrumpir inventarios. Pedir capacidad, explicación, evidencia y límite.</a:t>
            </a:r>
          </a:p>
          <a:p xmlns:a="http://schemas.openxmlformats.org/drawingml/2006/main">
            <a:r>
              <a:t>Señal para avanzar: La representación permite una decisión proporcional.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práctica informal sostiene hoy una capacidad?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efecto aparece después de intervenir.</a:t>
            </a:r>
          </a:p>
          <a:p xmlns:a="http://schemas.openxmlformats.org/drawingml/2006/main">
            <a:r>
              <a:t>Señal para avanzar: Se identifica al menos un mecanismo de retroalimentación.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dos fronteras rivales para el mismo episodio HH-02. La comparación debe mostrar que una frontera no se elige por tamaño ni por organigrama, sino por la explicación y la decisión que permite sostener.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desaparece del indicador y reaparece en otro actor o momento?</a:t>
            </a:r>
          </a:p>
          <a:p xmlns:a="http://schemas.openxmlformats.org/drawingml/2006/main">
            <a:r>
              <a:t>• ¿Qué elemento puede tratarse como entorno con una restricción explícita?</a:t>
            </a:r>
          </a:p>
          <a:p xmlns:a="http://schemas.openxmlformats.org/drawingml/2006/main">
            <a:r>
              <a:t>• ¿Qué decisión sería imposible justificar con esta frontera?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ca63bd72b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b5548766a4051" /><Relationship Type="http://schemas.openxmlformats.org/officeDocument/2006/relationships/slideLayout" Target="/ppt/slideLayouts/slideLayout1.xml" Id="Re50bc4a00213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bc4a00213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23aab1104bc1" /><Relationship Type="http://schemas.openxmlformats.org/officeDocument/2006/relationships/notesSlide" Target="/ppt/notesSlides/notesSlide1.xml" Id="R5b248c8ce121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fa03c667a4afd" /><Relationship Type="http://schemas.openxmlformats.org/officeDocument/2006/relationships/notesSlide" Target="/ppt/notesSlides/notesSlide2.xml" Id="Rd507506d642a49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285e025344efd" /><Relationship Type="http://schemas.openxmlformats.org/officeDocument/2006/relationships/notesSlide" Target="/ppt/notesSlides/notesSlide3.xml" Id="Rd8c85521086244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12ba5c7ac4479" /><Relationship Type="http://schemas.openxmlformats.org/officeDocument/2006/relationships/notesSlide" Target="/ppt/notesSlides/notesSlide4.xml" Id="R35c6b3b6ba60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88f52b01144a6" /><Relationship Type="http://schemas.openxmlformats.org/officeDocument/2006/relationships/notesSlide" Target="/ppt/notesSlides/notesSlide5.xml" Id="R8fef8b899a674d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88d74a734c23" /><Relationship Type="http://schemas.openxmlformats.org/officeDocument/2006/relationships/notesSlide" Target="/ppt/notesSlides/notesSlide6.xml" Id="R76a219ba4c4a46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3ed10c0a54584" /><Relationship Type="http://schemas.openxmlformats.org/officeDocument/2006/relationships/notesSlide" Target="/ppt/notesSlides/notesSlide7.xml" Id="R3764448b3d6447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b5a1503344833" /><Relationship Type="http://schemas.openxmlformats.org/officeDocument/2006/relationships/notesSlide" Target="/ppt/notesSlides/notesSlide8.xml" Id="R2739d014a585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b9796b09e4a18" /><Relationship Type="http://schemas.openxmlformats.org/officeDocument/2006/relationships/notesSlide" Target="/ppt/notesSlides/notesSlide9.xml" Id="R7cd38f030b5e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b12cdfad54e7b" /><Relationship Type="http://schemas.openxmlformats.org/officeDocument/2006/relationships/notesSlide" Target="/ppt/notesSlides/notesSlide10.xml" Id="R878526357986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5993E-C27D-4418-B9EB-CC498B37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FCA0C-F29B-43F5-A76A-BE5AEF2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CA699-1227-416F-82E7-762ED819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87760-DD03-4B0A-9C8B-32E108A7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D3900-69D9-4AB0-91F9-2D0E366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F6158-AEFF-40E9-A549-4EEC1EFF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93016-FDDD-482F-915B-BC7CFE8D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D8219-FC35-4759-8D3F-08ED9AC8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746E1-7556-42F3-8A67-DE338600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74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sistema de información no cabe en una 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3ED68-AD0E-406E-AFD2-35F737E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queda invisible y qué decisiones se vuelven peligrosas cuando identificamos el sistema de información con el software que aparece en una pantalla?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6CF26-1B13-4CBC-99AF-700B175D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FB78F-D3B0-4BB1-AD76-D67C612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402072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41E6B-4D91-4ECF-8EE0-F77BE43C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E39A0-6460-481F-BAFB-57F934B5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3BEAC-C5F8-430D-89B0-F6BDAEC0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184E9-6314-416E-9D67-47D9E91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6E653-3883-446E-8C97-B2E75880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0049D-82F0-407A-8119-2AC2111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0F174-2635-429B-9CC4-DAA364E1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BFD03-5DF1-47E3-82F9-3E68062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Galería silenciosa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8E8FE-D33B-4823-91A3-3208B7D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E3119-E440-4162-BE87-43BFD302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39653-3AE5-4AE7-BA59-7FC72B2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exponen los mapas sin explicación de sus autores. Cada persona marca: una relación que ayuda a comprender el resultado; una exclusión que podría desplazar responsabilidad; una flecha que todavía no explica un mecanismo.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D2B54-F78D-45BE-BAF3-7E4A18C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B0ECE-C7E9-4AA9-A465-B7713AC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11682-0688-4300-B220-E0722768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B2739-2D1E-4DB5-ABDF-DC24E7D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0380B-1BF3-4F9D-8636-D0BCE1B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B391B-D8FB-4052-957D-D4FF3AE3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66D99-2E02-4CCE-9E11-C220F51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4988D-649F-4B4C-8869-FD85F850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3D20A-F9E9-458C-BEB1-BA76565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D5A15-8A16-4A8D-B16E-A31F1495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99672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5183C-9D74-4822-B54B-0BB0FD74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D311E-B7DF-4B43-A9D7-58110C14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F0517-FDA5-4261-BA03-77E6923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10B1B-5AE7-4AF3-9181-3EF150F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64AD6-053D-4954-B7E4-732CC37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2A622-5B35-4CEA-B0F6-FB27CF4F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532AE-C107-401D-B755-2A15F176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BAB94-68E4-44BA-9FC9-6FC9C1E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frontera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B879-220A-473B-80E6-8A4E12E4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044F0-9A51-4B3D-B52A-8FEC08E2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0445B-D99A-45DC-9F8C-7FC661C1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un presupuesto ficticio de doce puntos. Incluir un elemento cuesta un punto; representar una relación con verbo, tiempo y autoridad cuesta dos.…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BC14D-28F0-4702-AAD1-5806A39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5423D-0432-4B63-BAC5-4170B6B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CCBF5-5C72-4FA1-BD25-7588BB50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E72A1-1065-4FD0-A95C-1E7A2B46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73A0D-D30C-4445-B22F-2E76269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C94BC-C739-4819-9540-4F8E4C2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F3FDA-F8A4-4AA7-9686-6CF52DF5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816CA-F808-4A43-853F-C62DF116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70BA8-8CE1-4C7D-A1D8-EA7580F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42E5-1844-42B9-8737-2E66EBC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23DB1-23E3-4F6D-A1AD-E8FC794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64682-878B-4E9D-AB32-4C74F8D9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51335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27794-92ED-425E-B322-057F55B1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9C441-23D6-4728-9F59-253D81E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315B8-6CBF-4F8E-B146-3473B0C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DF1E1-403E-41A8-8197-2005FB20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7B6EB-D8D5-4A69-81F1-59D3AECE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3E078-7C10-4673-B58A-2BD2F79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27C63-5F0B-4B2F-8A14-99863F3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BEF59-8CF8-43BB-B837-E5159532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Intervención docente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90B66-6180-43A0-BA86-B1A21F1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03607-D6DD-4A1E-A61F-4D77EC13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7A96B-0009-4E11-A706-E8E0E8F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recuperan tres problemas observados en la galería: sistema confundido con software; amplitud confundida con calidad; flechas sin verbo, tiempo ni autoridad. El docente presenta las pruebas de resultado, rivalidad y frontera, sin volver a explicar la taxonomía completa de N02.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272FA-D233-4FCB-9E41-CAA45146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45BC2-A738-4E3F-AA1F-0BDB9F8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BBD24-7516-4F0D-AF89-BB829FA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CAE36-F67F-416F-BFF7-69A3F43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4B613-7E9A-401C-8CB0-4E72B1E2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4349B-0767-4953-A084-E8DC11C3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358888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A8B4C-24E0-4F1F-A435-09DE9CFF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ABD64-5DC3-4604-A744-B4FA6B1E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C348B-9D33-40FF-92D7-52966565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D0458-850C-41BC-94F8-0BF52EE1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59F3A-52B7-4CBC-AABA-50403F9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975A1-6F85-4C99-B211-335BE31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6CAE4-C9AF-462F-BF15-11B47533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4E592-DD3B-40D1-BFEA-FFFE15D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Autopsia distribuida de HH-02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7EDBE-598F-436A-96BE-0D6A34E4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448AF-1F8B-4A1C-83E8-2430977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E598C-EF75-482B-ACE2-0162308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2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roles parciales: Comercial, OTA, PMS, Housekeeping, Recepción, huésped y reparación. Cada rol conoce una pieza diferente del episodio. Durante los primeros ocho minutos no puede mostrar su tarjeta, sólo describir qué afirmó, hizo, esperó o corrigió.…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5CF76-97E4-465F-9055-4F44B5B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79EA1-CA64-49A9-BD3B-C1B2714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8A4AB-4024-4BE2-BEF9-132D33F5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FF662-AA01-4A50-A68A-493729D9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76914-0785-4C66-B848-0493295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BB79E-16EF-46F3-9C4F-2F8225AF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8F439-F88B-4853-9771-E7980519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9B47D-0016-4696-AC9D-F4CF88B2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45BF6-8C81-4F53-BA22-6C543A5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E9C80-FC19-4F8E-BA80-EF3B5267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A8577-27FD-4A54-BB8E-D24B97D0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366D7-5AC6-4750-A9EF-0B313AE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5070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557ED-4422-4809-A35E-B402910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AFD19-3EF1-4B13-85F4-2367F55B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13F8D-C4C6-40B6-A49C-899189BE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61635-C711-4042-A2CF-DC683595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09B-59F9-4555-8244-971D084B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63577-1D9A-49F9-B9F2-E5451DD5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529D4-E5AE-4E93-9424-21CCDD7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705-DB75-4B61-812A-A3FC22E4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optimización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E3C59-E69E-4CDC-98BD-C07DF4B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B5154-E310-4F8C-9852-EB3DDBA8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B4FD5-C3A2-46BB-A367-984CFB6B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48A53-6A0E-4CE5-B498-15D1FED2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E570C-CC88-4E3D-9962-F77124A1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explicaciones rivales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54E32-1B8C-4C9A-B516-09183D15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introduce esta decisión: el hotel obliga a completar todo el check-in antes de llegar y celebra una reducción del tiempo medio de pantalla. Cada equipo debe mostrar en el mapa: dónde reaparece el trabajo; quién asume nueva carga o riesgo; qué indicador mejoraría; qué outcome podría…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35EDE-C117-4B05-BC0A-728C35C8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F9B59-38AB-4784-B820-B503329E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63835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379E1-E290-4AFC-8F1C-63FF445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CE660-6AAF-49E5-A777-827E52E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CCC6B-E7E2-40E3-AD55-C57044E7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AFD53-127D-43A5-90D2-3B70B448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45229-ACBF-4658-963A-85B02723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6A65D-5E25-4672-9549-E87E4916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8E31C-2E43-4203-A34A-E931CD7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C78DD-3F88-4785-9226-D778603B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por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C8805-09B8-4D66-94F4-B7816DC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A1FF9-F02A-409D-ADEE-75A84A2B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306F1-6BB7-481D-AD5C-3A8A9551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2D5C8-52A6-4967-9A95-6FE92A9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B45B5-F054-4459-8A12-9F122637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intercambian mapas. El grupo revisor recibe una decisión distinta: corregir una consulta lenta, cambiar una regla comercial o reemplazar el PMS. Debe señalar qué elementos necesita agregar o puede retirar para esa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31B68-87EF-46EC-8578-B07E9CB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526447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70820-B340-4A71-B2D1-2E37905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17624-27C3-4D2C-800D-EAB8E239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E943B-095D-4541-BB69-92DCA8DE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A0737-D2E7-415C-B03C-776CCFD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EDF0-40AE-447F-BC1E-D465234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1F7C4-0CEF-48BF-9B60-87190238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5B1E9-EF74-4F2D-AB4D-425E22E7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C1586-289A-4CFE-8870-A0862437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breve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0045C-1C29-4137-AA6A-212C7197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8DC38-F471-45D8-BD4B-5458F581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EC862-8F3D-455D-98D6-FC10AF7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presenta su frontera revisada mediante cuatro frases: la capacidad que el sistema debe producir; la explicación que hoy parece más fuerte; la evidencia que podría debilitarla; el límite de la intervención autorizada.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9EF06-1951-4544-A14A-8BB073A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7B20F-DF93-4781-9F1D-10495BB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592B3-B337-4CB5-AD6D-03243D2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C3A9F-BAC7-41E8-8143-A32C54CD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F39E-3F50-4884-82EA-8A7569A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884C9-6721-4DE1-92D8-37B9FF5A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126AF-C541-4936-96E1-39085D9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D9DB1-D002-4CAC-AA84-1D76AF3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3ADA4-96CA-49EB-88E8-EB8FFF6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7B5C9-ED47-4753-AF05-09E800B1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49402-3F69-4E0A-97F2-D6B4E58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8E53D-90A7-44E9-8062-927A26E7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4670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C9D8B-73E1-440E-A07C-A822FE6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4C3FC-D14B-4F64-8F84-9B2D623B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01E97-DAA2-427E-9AC2-E4E14C18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0B256-9F79-463A-A31A-B4EB7393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9B7A4-CE11-4708-AB87-0CE135CC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68818-555A-40E4-A786-C5FEF95C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AEFF6-97F6-43F8-83B2-C116BB0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F1E0D-4860-4190-B246-D0C2E85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individual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E5F9B-66E3-4AA1-9AE1-AC41B35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6BB1E-B3AD-499D-9F95-8F687EB1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DA27B-917E-4D9D-9A1C-4241FFE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una relación que incorporó por evidencia, una exclusión que ahora considera riesgosa y un efecto no intencional que N03 debería ayudar a explicar.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0947D-152B-4BF6-A2BC-1BC14446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2D96F-3077-4C18-9738-1C8F59A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9FE09-9DCE-42E4-913C-1B6A79A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8990B-56BC-405D-B7C5-694AE3C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946FD-2B2B-4C01-94BC-4E464CF3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AEB5D-A629-472B-9BBE-E48C036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8D375-A457-440E-8468-A1C187E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DB09D-816C-464C-B31B-B21D7904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483E8-C708-460D-A972-1633AF16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9970B-065E-4442-A7B6-3896923F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221E7-43CF-4796-A33B-1141BA9E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51D36-A75B-4D7C-A12F-72E5FE6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9993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7D1F6-C0D1-43D4-B0B8-7FFB8453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51B2D-B94D-4448-B211-6C5C5541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291FF-4FCF-4E61-81E8-A90AFBD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73F9B-DF4A-47D2-BDF8-775BAE2A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E4EEA-F86A-4B98-A690-CDD730DF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3954F-9D3C-464D-9D46-22D7F7E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92AC2-1C05-4BC2-B0F4-D05489B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0BBE7-BB56-42EF-B9CA-94A43510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DDE92-68F5-4713-BA00-A489234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43695-7086-4865-8BEE-0A28AFF7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82F50-BC50-4008-91DD-ABBF827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518E9-B077-49EF-9679-23D02E1F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63971-2E1C-405E-A8C1-B8613E3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55F90-ADCB-47BB-83AA-4911A4B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E715B-A14D-4E4F-BE15-F567BB59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</p:spTree>
    <p:extLst>
      <p:ext uri="{BB962C8B-B14F-4D97-AF65-F5344CB8AC3E}">
        <p14:creationId xmlns:p14="http://schemas.microsoft.com/office/powerpoint/2010/main" val="904474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2026-09-14T03:54:04.9190000Z</dcterms:created>
  <dcterms:modified xsi:type="dcterms:W3CDTF">2026-09-14T03:54:04.9190000Z</dcterms:modified>
</coreProperties>
</file>