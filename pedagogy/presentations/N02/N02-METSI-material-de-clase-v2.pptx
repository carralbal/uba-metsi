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d83e4d785e4e39" /><Relationship Type="http://schemas.openxmlformats.org/officeDocument/2006/relationships/extended-properties" Target="/docProps/app.xml" Id="R54a71da875104efe" /><Relationship Type="http://schemas.openxmlformats.org/officeDocument/2006/relationships/officeDocument" Target="/ppt/presentation.xml" Id="R65aec66b735344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79e76f8473467f"/>
  </p:sldMasterIdLst>
  <p:notesMasterIdLst>
    <p:notesMasterId xmlns:r="http://schemas.openxmlformats.org/officeDocument/2006/relationships" r:id="R7f56761b8dd8438e"/>
  </p:notesMasterIdLst>
  <p:sldIdLst>
    <p:sldId xmlns:r="http://schemas.openxmlformats.org/officeDocument/2006/relationships" id="256" r:id="Re1eee685a6084b7e"/>
    <p:sldId xmlns:r="http://schemas.openxmlformats.org/officeDocument/2006/relationships" id="257" r:id="R3536bcdecc9e402d"/>
    <p:sldId xmlns:r="http://schemas.openxmlformats.org/officeDocument/2006/relationships" id="258" r:id="Ra05a371ab4544096"/>
    <p:sldId xmlns:r="http://schemas.openxmlformats.org/officeDocument/2006/relationships" id="259" r:id="R4c12c9a7e1cb47f2"/>
    <p:sldId xmlns:r="http://schemas.openxmlformats.org/officeDocument/2006/relationships" id="260" r:id="R878a869201f44af2"/>
    <p:sldId xmlns:r="http://schemas.openxmlformats.org/officeDocument/2006/relationships" id="261" r:id="R565f2ff92d574d5c"/>
    <p:sldId xmlns:r="http://schemas.openxmlformats.org/officeDocument/2006/relationships" id="262" r:id="Re270c284c5d14e3e"/>
    <p:sldId xmlns:r="http://schemas.openxmlformats.org/officeDocument/2006/relationships" id="263" r:id="R07e3fb6771e14610"/>
    <p:sldId xmlns:r="http://schemas.openxmlformats.org/officeDocument/2006/relationships" id="264" r:id="Ra84297bf66fe420f"/>
    <p:sldId xmlns:r="http://schemas.openxmlformats.org/officeDocument/2006/relationships" id="265" r:id="R5772d74678a940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037a5c7b594071" /><Relationship Type="http://schemas.openxmlformats.org/officeDocument/2006/relationships/slideMaster" Target="/ppt/slideMasters/slideMaster1.xml" Id="R3979e76f8473467f" /><Relationship Type="http://schemas.openxmlformats.org/officeDocument/2006/relationships/notesMaster" Target="/ppt/notesMasters/notesMaster1.xml" Id="R7f56761b8dd8438e" /><Relationship Type="http://schemas.openxmlformats.org/officeDocument/2006/relationships/presProps" Target="/ppt/presProps.xml" Id="R7ba06d73432140cb" /><Relationship Type="http://schemas.openxmlformats.org/officeDocument/2006/relationships/tableStyles" Target="/ppt/tableStyles.xml" Id="Rcb8feb53e3654f74" /><Relationship Type="http://schemas.openxmlformats.org/officeDocument/2006/relationships/slide" Target="/ppt/slides/slide1.xml" Id="Re1eee685a6084b7e" /><Relationship Type="http://schemas.openxmlformats.org/officeDocument/2006/relationships/slide" Target="/ppt/slides/slide2.xml" Id="R3536bcdecc9e402d" /><Relationship Type="http://schemas.openxmlformats.org/officeDocument/2006/relationships/slide" Target="/ppt/slides/slide3.xml" Id="Ra05a371ab4544096" /><Relationship Type="http://schemas.openxmlformats.org/officeDocument/2006/relationships/slide" Target="/ppt/slides/slide4.xml" Id="R4c12c9a7e1cb47f2" /><Relationship Type="http://schemas.openxmlformats.org/officeDocument/2006/relationships/slide" Target="/ppt/slides/slide5.xml" Id="R878a869201f44af2" /><Relationship Type="http://schemas.openxmlformats.org/officeDocument/2006/relationships/slide" Target="/ppt/slides/slide6.xml" Id="R565f2ff92d574d5c" /><Relationship Type="http://schemas.openxmlformats.org/officeDocument/2006/relationships/slide" Target="/ppt/slides/slide7.xml" Id="Re270c284c5d14e3e" /><Relationship Type="http://schemas.openxmlformats.org/officeDocument/2006/relationships/slide" Target="/ppt/slides/slide8.xml" Id="R07e3fb6771e14610" /><Relationship Type="http://schemas.openxmlformats.org/officeDocument/2006/relationships/slide" Target="/ppt/slides/slide9.xml" Id="Ra84297bf66fe420f" /><Relationship Type="http://schemas.openxmlformats.org/officeDocument/2006/relationships/slide" Target="/ppt/slides/slide10.xml" Id="R5772d74678a940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e9fcd6cc404d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18ba79fbf942cc" /><Relationship Type="http://schemas.openxmlformats.org/officeDocument/2006/relationships/notesMaster" Target="/ppt/notesMasters/notesMaster1.xml" Id="Rbe2fbe073a6b40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f40aff54e74905" /><Relationship Type="http://schemas.openxmlformats.org/officeDocument/2006/relationships/notesMaster" Target="/ppt/notesMasters/notesMaster1.xml" Id="Ra37da98c97034e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a33ec530de4307" /><Relationship Type="http://schemas.openxmlformats.org/officeDocument/2006/relationships/notesMaster" Target="/ppt/notesMasters/notesMaster1.xml" Id="Raa5d3a9211bd4b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84c09e52364900" /><Relationship Type="http://schemas.openxmlformats.org/officeDocument/2006/relationships/notesMaster" Target="/ppt/notesMasters/notesMaster1.xml" Id="R6b1ed55699ac4a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408bc2092f42b5" /><Relationship Type="http://schemas.openxmlformats.org/officeDocument/2006/relationships/notesMaster" Target="/ppt/notesMasters/notesMaster1.xml" Id="R5693cc7b224044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ed44fa51e044a9" /><Relationship Type="http://schemas.openxmlformats.org/officeDocument/2006/relationships/notesMaster" Target="/ppt/notesMasters/notesMaster1.xml" Id="R8d12a5d7b53e48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eddccfa15c413e" /><Relationship Type="http://schemas.openxmlformats.org/officeDocument/2006/relationships/notesMaster" Target="/ppt/notesMasters/notesMaster1.xml" Id="R7c9fcde2da964b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80818f612448c5" /><Relationship Type="http://schemas.openxmlformats.org/officeDocument/2006/relationships/notesMaster" Target="/ppt/notesMasters/notesMaster1.xml" Id="R9eb2d6109a5c47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28ecbd6d9445bb" /><Relationship Type="http://schemas.openxmlformats.org/officeDocument/2006/relationships/notesMaster" Target="/ppt/notesMasters/notesMaster1.xml" Id="Rb2bd0c86dd3d43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c489b90fce47ee" /><Relationship Type="http://schemas.openxmlformats.org/officeDocument/2006/relationships/notesMaster" Target="/ppt/notesMasters/notesMaster1.xml" Id="Rbc82c27f435340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que cada persona nombre qué objeto llamaría sistema en HH-02.</a:t>
            </a:r>
          </a:p>
          <a:p xmlns:a="http://schemas.openxmlformats.org/drawingml/2006/main">
            <a:r>
              <a:t>Señal para avanzar: Aparecen objetos de distinta naturaleza.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resultado recibe una persona y quién lo produce conjuntamente?</a:t>
            </a:r>
          </a:p>
          <a:p xmlns:a="http://schemas.openxmlformats.org/drawingml/2006/main">
            <a:r>
              <a:t>• ¿Qué verbo falta en esta relación?</a:t>
            </a:r>
          </a:p>
          <a:p xmlns:a="http://schemas.openxmlformats.org/drawingml/2006/main">
            <a:r>
              <a:t>• ¿Qué práctica informal sostiene hoy una capacidad?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Instrucciones de galería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Solicitar observaciones sobre relaciones, exclusiones y flechas.</a:t>
            </a:r>
          </a:p>
          <a:p xmlns:a="http://schemas.openxmlformats.org/drawingml/2006/main">
            <a:r>
              <a:t>Señal para avanzar: Cada mapa recibió tres marcas útiles.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verbo falta en esta relación?</a:t>
            </a:r>
          </a:p>
          <a:p xmlns:a="http://schemas.openxmlformats.org/drawingml/2006/main">
            <a:r>
              <a:t>• ¿Qué práctica informal sostiene hoy una capacidad?</a:t>
            </a:r>
          </a:p>
          <a:p xmlns:a="http://schemas.openxmlformats.org/drawingml/2006/main">
            <a:r>
              <a:t>• ¿Qué costo desaparece del indicador y reaparece en otro actor o momento?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Presupuesto de la subasta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Explicar que el límite representa costo de análisis, no importancia ontológica.</a:t>
            </a:r>
          </a:p>
          <a:p xmlns:a="http://schemas.openxmlformats.org/drawingml/2006/main">
            <a:r>
              <a:t>Señal para avanzar: Los equipos justifican inclusiones y relaciones.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práctica informal sostiene hoy una capacidad?</a:t>
            </a:r>
          </a:p>
          <a:p xmlns:a="http://schemas.openxmlformats.org/drawingml/2006/main">
            <a:r>
              <a:t>• ¿Qué costo desaparece del indicador y reaparece en otro actor o momento?</a:t>
            </a:r>
          </a:p>
          <a:p xmlns:a="http://schemas.openxmlformats.org/drawingml/2006/main">
            <a:r>
              <a:t>• ¿Qué elemento puede tratarse como entorno con una restricción explícita?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errores observados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Elegir ejemplos reales de la producción estudiantil.</a:t>
            </a:r>
          </a:p>
          <a:p xmlns:a="http://schemas.openxmlformats.org/drawingml/2006/main">
            <a:r>
              <a:t>Señal para avanzar: El grupo puede reformular al menos una flecha.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costo desaparece del indicador y reaparece en otro actor o momento?</a:t>
            </a:r>
          </a:p>
          <a:p xmlns:a="http://schemas.openxmlformats.org/drawingml/2006/main">
            <a:r>
              <a:t>• ¿Qué elemento puede tratarse como entorno con una restricción explícita?</a:t>
            </a:r>
          </a:p>
          <a:p xmlns:a="http://schemas.openxmlformats.org/drawingml/2006/main">
            <a:r>
              <a:t>• ¿Qué decisión sería imposible justificar con esta frontera?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Roles de la autopsia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 permitir que un rol narre todo el caso. La parcialidad es parte de la experiencia.</a:t>
            </a:r>
          </a:p>
          <a:p xmlns:a="http://schemas.openxmlformats.org/drawingml/2006/main">
            <a:r>
              <a:t>Señal para avanzar: La secuencia incluye esperas, contradicciones y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elemento puede tratarse como entorno con una restricción explícita?</a:t>
            </a:r>
          </a:p>
          <a:p xmlns:a="http://schemas.openxmlformats.org/drawingml/2006/main">
            <a:r>
              <a:t>• ¿Qué decisión sería imposible justificar con esta frontera?</a:t>
            </a:r>
          </a:p>
          <a:p xmlns:a="http://schemas.openxmlformats.org/drawingml/2006/main">
            <a:r>
              <a:t>• ¿Qué resultado recibe una persona y quién lo produce conjuntamente?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explicaciones rivales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evidencia discrimina, no cuál suena más convincente.</a:t>
            </a:r>
          </a:p>
          <a:p xmlns:a="http://schemas.openxmlformats.org/drawingml/2006/main">
            <a:r>
              <a:t>Señal para avanzar: Cada explicación tiene una señal fortalecedora y otra debilitadora.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sería imposible justificar con esta frontera?</a:t>
            </a:r>
          </a:p>
          <a:p xmlns:a="http://schemas.openxmlformats.org/drawingml/2006/main">
            <a:r>
              <a:t>• ¿Qué resultado recibe una persona y quién lo produce conjuntamente?</a:t>
            </a:r>
          </a:p>
          <a:p xmlns:a="http://schemas.openxmlformats.org/drawingml/2006/main">
            <a:r>
              <a:t>• ¿Qué verbo falta en esta relación?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Optimización local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sólo la decisión sobre check-in anticipado. Entregar los datos de resultado después.</a:t>
            </a:r>
          </a:p>
          <a:p xmlns:a="http://schemas.openxmlformats.org/drawingml/2006/main">
            <a:r>
              <a:t>Señal para avanzar: El mapa revela desplazamiento de trabajo o riesgo.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resultado recibe una persona y quién lo produce conjuntamente?</a:t>
            </a:r>
          </a:p>
          <a:p xmlns:a="http://schemas.openxmlformats.org/drawingml/2006/main">
            <a:r>
              <a:t>• ¿Qué verbo falta en esta relación?</a:t>
            </a:r>
          </a:p>
          <a:p xmlns:a="http://schemas.openxmlformats.org/drawingml/2006/main">
            <a:r>
              <a:t>• ¿Qué práctica informal sostiene hoy una capacidad?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decisiones, tres fronteras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Asignar una decisión diferente al equipo revisor.</a:t>
            </a:r>
          </a:p>
          <a:p xmlns:a="http://schemas.openxmlformats.org/drawingml/2006/main">
            <a:r>
              <a:t>Señal para avanzar: La frontera cambia de manera argumentada.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verbo falta en esta relación?</a:t>
            </a:r>
          </a:p>
          <a:p xmlns:a="http://schemas.openxmlformats.org/drawingml/2006/main">
            <a:r>
              <a:t>• ¿Qué práctica informal sostiene hoy una capacidad?</a:t>
            </a:r>
          </a:p>
          <a:p xmlns:a="http://schemas.openxmlformats.org/drawingml/2006/main">
            <a:r>
              <a:t>• ¿Qué costo desaparece del indicador y reaparece en otro actor o momento?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Defensa en cuatro frases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Interrumpir inventarios. Pedir capacidad, explicación, evidencia y límite.</a:t>
            </a:r>
          </a:p>
          <a:p xmlns:a="http://schemas.openxmlformats.org/drawingml/2006/main">
            <a:r>
              <a:t>Señal para avanzar: La representación permite una decisión proporcional.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práctica informal sostiene hoy una capacidad?</a:t>
            </a:r>
          </a:p>
          <a:p xmlns:a="http://schemas.openxmlformats.org/drawingml/2006/main">
            <a:r>
              <a:t>• ¿Qué costo desaparece del indicador y reaparece en otro actor o momento?</a:t>
            </a:r>
          </a:p>
          <a:p xmlns:a="http://schemas.openxmlformats.org/drawingml/2006/main">
            <a:r>
              <a:t>• ¿Qué elemento puede tratarse como entorno con una restricción explícita?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efecto aparece después de intervenir.</a:t>
            </a:r>
          </a:p>
          <a:p xmlns:a="http://schemas.openxmlformats.org/drawingml/2006/main">
            <a:r>
              <a:t>Señal para avanzar: Se identifica al menos un mecanismo de retroalimentación.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costo desaparece del indicador y reaparece en otro actor o momento?</a:t>
            </a:r>
          </a:p>
          <a:p xmlns:a="http://schemas.openxmlformats.org/drawingml/2006/main">
            <a:r>
              <a:t>• ¿Qué elemento puede tratarse como entorno con una restricción explícita?</a:t>
            </a:r>
          </a:p>
          <a:p xmlns:a="http://schemas.openxmlformats.org/drawingml/2006/main">
            <a:r>
              <a:t>• ¿Qué decisión sería imposible justificar con esta frontera?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3c4fd82d4649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2223b2ca024769" /><Relationship Type="http://schemas.openxmlformats.org/officeDocument/2006/relationships/slideLayout" Target="/ppt/slideLayouts/slideLayout1.xml" Id="Rb466f0ac2e904f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66f0ac2e904f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31611a9e94a0b" /><Relationship Type="http://schemas.openxmlformats.org/officeDocument/2006/relationships/notesSlide" Target="/ppt/notesSlides/notesSlide1.xml" Id="R7a8138301f1f4f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d59ef84ff4df0" /><Relationship Type="http://schemas.openxmlformats.org/officeDocument/2006/relationships/notesSlide" Target="/ppt/notesSlides/notesSlide2.xml" Id="Re5c785580afd46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927f7589648f8" /><Relationship Type="http://schemas.openxmlformats.org/officeDocument/2006/relationships/notesSlide" Target="/ppt/notesSlides/notesSlide3.xml" Id="Rb408b3f1d50c44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3a74c2e8e4607" /><Relationship Type="http://schemas.openxmlformats.org/officeDocument/2006/relationships/notesSlide" Target="/ppt/notesSlides/notesSlide4.xml" Id="Ra85eae03266349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b896824574f1a" /><Relationship Type="http://schemas.openxmlformats.org/officeDocument/2006/relationships/notesSlide" Target="/ppt/notesSlides/notesSlide5.xml" Id="R745bbc262fa24b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f79b9f5b7493f" /><Relationship Type="http://schemas.openxmlformats.org/officeDocument/2006/relationships/notesSlide" Target="/ppt/notesSlides/notesSlide6.xml" Id="R4206e941f43444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44a6195f64b0b" /><Relationship Type="http://schemas.openxmlformats.org/officeDocument/2006/relationships/notesSlide" Target="/ppt/notesSlides/notesSlide7.xml" Id="R9d0aa693551e49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e321f52574581" /><Relationship Type="http://schemas.openxmlformats.org/officeDocument/2006/relationships/notesSlide" Target="/ppt/notesSlides/notesSlide8.xml" Id="R0937b7660c6742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b92e8349340e6" /><Relationship Type="http://schemas.openxmlformats.org/officeDocument/2006/relationships/notesSlide" Target="/ppt/notesSlides/notesSlide9.xml" Id="Reb13b4622f984e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20a96550f4f76" /><Relationship Type="http://schemas.openxmlformats.org/officeDocument/2006/relationships/notesSlide" Target="/ppt/notesSlides/notesSlide10.xml" Id="Rf5b2de7f9db34b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9C484-6BF2-4976-B4A5-EE4C03AB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8FBAA-F1D4-4DF1-8522-F106A375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5AC0C-8F62-41C8-AAE4-20755417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D6764-4B3A-40E2-B183-00100C45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BFFD2-3D74-4738-A3D6-4ED21336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DAE22-B885-4912-AA7D-BB91E177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C1FC7-2E74-43CD-8951-3E8CD380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815E1-F557-4ACC-94D1-BF8328E9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C5616-2206-4DC5-A722-EADEC9D3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queda invisible y qué decisiones se vuelven peligrosas cuando identificamos el sistema de información con el software que aparece en una pantalla?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0D066-6E07-4C5D-B3FC-BB038467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C95F93-BD50-476D-B883-224C22D4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512067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5544B8-2271-4CA3-8CA6-BFF6220F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26E0B-793B-45E0-A8A6-64F53ED9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8E010-8C82-4B02-84CE-73B30264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F2ED3-915B-4C54-A6A5-291A7A6B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B8947-D406-43F9-A8B8-F8F3C1EA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B588B-B7C4-4E34-AA47-CD12BA5E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24D3D-D92B-455E-A03D-BE79F570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4760E-478A-4CF9-BFC4-43C7552A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Instrucciones de galería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F0BA8-5BC4-4BAC-BA34-4EBF9AB4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29186-4132-4852-B7AD-B9180CAF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3A21D-E11F-4892-B7F1-FF004EAB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94718-70F6-4A9A-BA8A-5D82BA5D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8CDA6-4134-494A-B397-8F6FA45B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F2B25-1C3D-4ECC-A724-65C08083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42606-5EA0-48BD-9154-8FF8B0EF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FE1A5-C195-4EF5-8E7B-1FADA234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9262E-E5AF-4FCD-87D8-84A41900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7CDDA-560E-47D7-A731-DC292C7E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1168266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05919F-F62D-4A32-B9F5-2B1A6780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67D55-8295-4883-91D0-1C7DD17E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87FC1-7456-484A-A161-CB19F476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BFE74-0FA7-42D1-B1F8-00AD9FDE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E0AEB-C704-45D7-B60A-1A58659E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3E8EE-982E-469F-BF06-3AC6EE57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C3CF7-A7BD-48F4-9284-1FAA95D6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48837-65DB-458B-A080-20A6689E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Presupuesto de la subasta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29F6E-53AD-40E9-9ADE-83131DEF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6D5B5-EC78-4FD2-BE5E-7C325893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D22BC-118E-4B4B-A482-8163CDF8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38A78-2DA1-4F6F-A94C-AE47D3A8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9F7B2-95C2-4A4E-973C-772957BD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4309B-71BB-4B40-9C18-38DF9B0B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C7F1F-72F0-4CEB-9C0D-82DE2A1F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071AB-D0C3-48FE-949C-0FE7D624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7C9CC7-6164-4C82-84E8-B9AC6AF9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04C9E1-FE66-4EB6-BB24-F93E104E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37BBA-F35A-401A-8267-87C55F67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9D67A-0BD0-481E-B0F5-7733CCF4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16785024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1B99C-B1F9-487F-A5FC-04940F77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D7BFA-A75E-40BD-920D-D05AFBE1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8D108-453B-4BF4-9AD3-4211E1F4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854D8-221A-4C74-BAEA-29B94307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E4F53-5C24-4CCA-980B-57A9BA92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BCFEE-1984-4AB1-9C36-DC3152FE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D5BE0-37AD-4982-AA46-41529EA1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67DDA-EEB7-4CA0-9A75-E48E8C1B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Tres errores observados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119BF-3428-4D19-9C07-AEC174D9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849CF-F231-4AE2-8F81-05903DF2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D0DAD-451F-4A1B-9EB7-A16C7BC0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CD267-9753-4355-9631-F40AF2C8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23143-AD39-461C-84C5-093531F1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99953-9587-48FA-8179-CFF3303E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18358388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3A86E-B947-4668-94C9-391AF20F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F04DB-5EA3-4D9F-95D7-C7C5F1FF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3DC92-8BAD-41FF-87D4-6DBC8D65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DAF16-CC0B-40FD-9AE3-1EBD4A9E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8C71E-C7B0-4E69-8C9A-150A16AC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BD762-800E-45E9-B139-0B12AA7C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EE1E9-B8B2-46F9-ABF9-81991359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CB002-DC4D-473E-8578-445ACD54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Roles de la autopsia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70444-E656-4F4A-824E-205A5146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4B215-ADA5-46B6-9C26-C8FAA13B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325C0-E5F1-46F1-8198-3C7C4B17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F6B29-D1C5-4D54-A4AA-8BB6A5F4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71F47-5CE8-4305-AA86-C97F7391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E39A9-D24E-4FD2-A16E-C708489B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12CA4-76E1-4B9C-BF3A-6476A418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97020-7452-4DBB-9840-1DD5EDF1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0302F-DCBD-4901-87D0-9DA18023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E37CF-EBFD-4A72-90BF-315BBE6C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E275A8-91BA-47B1-885F-A263677D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A06B27-2D28-4F38-9968-BFD679AA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248288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30295-A665-4595-BE32-344652F7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63BA9-D480-4F01-BBC7-B8DF322C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63A74-3E87-49D0-A79D-A42A6326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A6B10-E9D1-49E6-AF1B-52AB333B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C1088-0194-4FB4-A882-A2A66B3F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31435-2610-445C-96BC-925D6F34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4205E-56C7-44A4-9CB1-DDBC5A03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BD508-1A5F-4AF9-B021-9265B55E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Tres explicaciones rivales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66889-43DD-40FB-8E1F-AE123171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73BBC-6D06-40AB-B468-DDF22AC5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083FE-87B2-4701-BC0A-D486952B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02AF6-7EC0-4081-9A75-B4E515E2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BC531-1272-4AA2-B89C-B0935E9E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3927F-6DAF-4220-9405-479604EB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9566495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380C0-AE3F-4DF2-B1D0-724738FB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0C0AF-CD57-40C9-9EBD-0FF9BC6B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1B28A-5D27-4822-A187-565B0E8D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8D8B3-1563-4083-9118-720205A6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83189-37D6-4F56-BF4D-CD9DCE6B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A8CD3-1955-4A0E-B22D-0F05D642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8567C-161E-40E6-A300-8C32090C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2CC8C-2492-4F42-AC48-BAA33943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Optimización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22113-4A40-4E65-8B3D-A3C06DEC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F51D3-E5DC-4F9D-90CC-0566E115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2721B-00DA-434D-AF2E-EC8223CA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2035288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1630BD-55F6-409A-92DE-D0B57BAC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EB775-419A-45A3-9511-B3ED01BF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0EB65-ACE5-456E-9C95-122AF9D4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0E938-329A-4901-A8E0-ADD736FD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2E5F5-A812-48C7-BD6E-D18E1B00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CF9A6-5613-4DE0-83B4-4B73F998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6063D-93C3-4E66-8FB5-FEDC11DE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9CA7A-C0FB-4295-88FB-6D81EECD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Tres decisiones, tres fronteras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AFCF0-8DAD-4B36-B317-CA0D6154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F6724-B00F-4257-A4D7-99A4B9CB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D9547-6DC9-4632-AAEF-BBEC9136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60856-089E-41A4-A496-6056981E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44920-6B02-4F89-A1B4-C5FCA89E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DC7AC-619D-4F7F-A3A7-80C24D00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2AD78-23A5-4761-87A4-AC147749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76B503-CB62-4B7F-999E-2F97D9DD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44107-A964-41BD-82B0-A4296DCD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33B38B-7AA4-4C26-A313-7EE1488A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2A0C45-DA11-4828-875D-B1F6C52B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E70F0E-87EB-4506-BB8F-F05EBA69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773314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E91B73-8D94-4D93-B58E-86A96BE3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25694-7C3A-40CD-80B8-21E25A97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F8380-8087-4E22-AF1A-C37A29AD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7E3F3-D7F3-4B9D-B2B5-587E3A74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A2E68-D18E-4149-9FA4-5EF41FE1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5EE09-79ED-4038-92D3-DDAC9459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4060E-3691-4A00-B2C1-6995D418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3099E-F66F-4F56-9ACA-4975754B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Defensa en cuatro frases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FBCF4-DEE5-40A9-8AC6-D9A2B317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6ABA8-31DE-4957-8B08-0D16B7F0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F6920-A53A-49E7-9313-292AC109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B2CC7-AD3E-4BC1-BE3D-9A0AD762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DE9C6-9220-4B06-81E3-84DF39D5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725DF-1CE5-4053-8928-5416F718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7D04D4-07D6-4717-8A84-B8E0A6CD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F7456-05DF-4957-95BB-943ABF68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DDA2A-FF39-4C37-A1F6-109F0395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94C92-9D41-4745-B39C-4E1C3840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412F2E-5A0F-40CD-A3E9-E3D40A6B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81C5F-685E-49CC-AF91-A4C880B8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423199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F1BD8-AFA9-4801-822C-DD054601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532F9-DF4A-4D4D-85DA-8AC0711F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847D5-D495-4968-AAC9-888EE7D7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E4C7E-8922-4510-BB1F-8CB88F61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0A0A5-8931-47E6-B9BF-AFA6AAB1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D9A3C-81E4-460D-AD2E-0C7DEFFC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9A8A0-B64F-47B7-B5F3-CAE4448B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51D95-E36B-4450-8C67-4D8BF278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68B88-A234-4560-9709-501075EC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1D3BD-34B4-41CC-B242-C72BDF84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9499E-5FE4-4E94-AEE0-6A4DFC2D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8421D-7C82-4276-96E6-90A99BFD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B5ED7-FC1B-4E05-BDA6-DCB68D36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97B36-786D-4173-A52F-09072412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92B17-C1E5-42E2-B92E-47A34186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</p:spTree>
    <p:extLst>
      <p:ext uri="{BB962C8B-B14F-4D97-AF65-F5344CB8AC3E}">
        <p14:creationId xmlns:p14="http://schemas.microsoft.com/office/powerpoint/2010/main" val="1443720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2026-09-12T16:22:13.2150000Z</dcterms:created>
  <dcterms:modified xsi:type="dcterms:W3CDTF">2026-09-12T16:22:13.2150000Z</dcterms:modified>
</coreProperties>
</file>