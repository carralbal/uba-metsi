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11946442a24021" /><Relationship Type="http://schemas.openxmlformats.org/officeDocument/2006/relationships/extended-properties" Target="/docProps/app.xml" Id="R00dff527b9cc4583" /><Relationship Type="http://schemas.openxmlformats.org/officeDocument/2006/relationships/officeDocument" Target="/ppt/presentation.xml" Id="Ra9621fa952fc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a245a5dc0459a"/>
  </p:sldMasterIdLst>
  <p:notesMasterIdLst>
    <p:notesMasterId xmlns:r="http://schemas.openxmlformats.org/officeDocument/2006/relationships" r:id="R82191f4e593f40c9"/>
  </p:notesMasterIdLst>
  <p:sldIdLst>
    <p:sldId xmlns:r="http://schemas.openxmlformats.org/officeDocument/2006/relationships" id="256" r:id="R34cf18f4029e4caa"/>
    <p:sldId xmlns:r="http://schemas.openxmlformats.org/officeDocument/2006/relationships" id="257" r:id="R81d03df198e14a38"/>
    <p:sldId xmlns:r="http://schemas.openxmlformats.org/officeDocument/2006/relationships" id="258" r:id="R6b94d0972f694a7d"/>
    <p:sldId xmlns:r="http://schemas.openxmlformats.org/officeDocument/2006/relationships" id="259" r:id="Rb455ea4c02264b58"/>
    <p:sldId xmlns:r="http://schemas.openxmlformats.org/officeDocument/2006/relationships" id="260" r:id="R4d20356f78bb4380"/>
    <p:sldId xmlns:r="http://schemas.openxmlformats.org/officeDocument/2006/relationships" id="261" r:id="Rb115c6755b97488d"/>
    <p:sldId xmlns:r="http://schemas.openxmlformats.org/officeDocument/2006/relationships" id="262" r:id="Rba3d39f221a64c59"/>
    <p:sldId xmlns:r="http://schemas.openxmlformats.org/officeDocument/2006/relationships" id="263" r:id="R204a671004394c6c"/>
    <p:sldId xmlns:r="http://schemas.openxmlformats.org/officeDocument/2006/relationships" id="264" r:id="Raee414e2201e4deb"/>
    <p:sldId xmlns:r="http://schemas.openxmlformats.org/officeDocument/2006/relationships" id="265" r:id="R25cce1b1574b4d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04b2f216534e51" /><Relationship Type="http://schemas.openxmlformats.org/officeDocument/2006/relationships/slideMaster" Target="/ppt/slideMasters/slideMaster1.xml" Id="R1e0a245a5dc0459a" /><Relationship Type="http://schemas.openxmlformats.org/officeDocument/2006/relationships/notesMaster" Target="/ppt/notesMasters/notesMaster1.xml" Id="R82191f4e593f40c9" /><Relationship Type="http://schemas.openxmlformats.org/officeDocument/2006/relationships/presProps" Target="/ppt/presProps.xml" Id="Red1dc7c81604441d" /><Relationship Type="http://schemas.openxmlformats.org/officeDocument/2006/relationships/tableStyles" Target="/ppt/tableStyles.xml" Id="R6e143e54d86049a9" /><Relationship Type="http://schemas.openxmlformats.org/officeDocument/2006/relationships/slide" Target="/ppt/slides/slide1.xml" Id="R34cf18f4029e4caa" /><Relationship Type="http://schemas.openxmlformats.org/officeDocument/2006/relationships/slide" Target="/ppt/slides/slide2.xml" Id="R81d03df198e14a38" /><Relationship Type="http://schemas.openxmlformats.org/officeDocument/2006/relationships/slide" Target="/ppt/slides/slide3.xml" Id="R6b94d0972f694a7d" /><Relationship Type="http://schemas.openxmlformats.org/officeDocument/2006/relationships/slide" Target="/ppt/slides/slide4.xml" Id="Rb455ea4c02264b58" /><Relationship Type="http://schemas.openxmlformats.org/officeDocument/2006/relationships/slide" Target="/ppt/slides/slide5.xml" Id="R4d20356f78bb4380" /><Relationship Type="http://schemas.openxmlformats.org/officeDocument/2006/relationships/slide" Target="/ppt/slides/slide6.xml" Id="Rb115c6755b97488d" /><Relationship Type="http://schemas.openxmlformats.org/officeDocument/2006/relationships/slide" Target="/ppt/slides/slide7.xml" Id="Rba3d39f221a64c59" /><Relationship Type="http://schemas.openxmlformats.org/officeDocument/2006/relationships/slide" Target="/ppt/slides/slide8.xml" Id="R204a671004394c6c" /><Relationship Type="http://schemas.openxmlformats.org/officeDocument/2006/relationships/slide" Target="/ppt/slides/slide9.xml" Id="Raee414e2201e4deb" /><Relationship Type="http://schemas.openxmlformats.org/officeDocument/2006/relationships/slide" Target="/ppt/slides/slide10.xml" Id="R25cce1b1574b4d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59b6e2d095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0145ab839749b1" /><Relationship Type="http://schemas.openxmlformats.org/officeDocument/2006/relationships/notesMaster" Target="/ppt/notesMasters/notesMaster1.xml" Id="Rbc8fcfb481d442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629798f354134" /><Relationship Type="http://schemas.openxmlformats.org/officeDocument/2006/relationships/notesMaster" Target="/ppt/notesMasters/notesMaster1.xml" Id="R1852981416a54e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ce2b59f9b4b30" /><Relationship Type="http://schemas.openxmlformats.org/officeDocument/2006/relationships/notesMaster" Target="/ppt/notesMasters/notesMaster1.xml" Id="Rdbddf4c76bb544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4770257b804787" /><Relationship Type="http://schemas.openxmlformats.org/officeDocument/2006/relationships/notesMaster" Target="/ppt/notesMasters/notesMaster1.xml" Id="Ra9ea3bf467724b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de0a93373344aa" /><Relationship Type="http://schemas.openxmlformats.org/officeDocument/2006/relationships/notesMaster" Target="/ppt/notesMasters/notesMaster1.xml" Id="Rdfec5ef1a3114e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42f8aa02ab4f7b" /><Relationship Type="http://schemas.openxmlformats.org/officeDocument/2006/relationships/notesMaster" Target="/ppt/notesMasters/notesMaster1.xml" Id="Rfcdc91e3f7fa46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077479c04d4c7b" /><Relationship Type="http://schemas.openxmlformats.org/officeDocument/2006/relationships/notesMaster" Target="/ppt/notesMasters/notesMaster1.xml" Id="Ra54d7813ea8346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0e1bf7b6074f0b" /><Relationship Type="http://schemas.openxmlformats.org/officeDocument/2006/relationships/notesMaster" Target="/ppt/notesMasters/notesMaster1.xml" Id="Rb3472756eae444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334a7791e6451b" /><Relationship Type="http://schemas.openxmlformats.org/officeDocument/2006/relationships/notesMaster" Target="/ppt/notesMasters/notesMaster1.xml" Id="Rac8d7869df3240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8651daf3ba4513" /><Relationship Type="http://schemas.openxmlformats.org/officeDocument/2006/relationships/notesMaster" Target="/ppt/notesMasters/notesMaster1.xml" Id="R65377738b3c849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Fronteras, retroalimentación y efectos no intencionales.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¿Dónde termina el sistema relevante y quién responde por las consecuencias que quedan fuera de la frontera elegida?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acumulación explica que el resultado cambie tarde? ¿Qué mecanismo conecta estas dos variables?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ubica su decisión inicial en una matriz de dos ejes: resultado inmediato y riesgo diferido. Agrega la demora que considera más importante. No se debate todavía.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mecanismo conecta estas dos variables? ¿Quién recibe el beneficio inmediato y quién absorbe el costo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administran llegadas, excepciones y capacidad de reparación durante tres períodos. En cada ronda deben decidir cuánto automatizar y cómo asignar personal. Sólo conocen el resultado inmediato antes de decidir la ronda siguiente. Al cierre de cada período se revela un sobre: Primero, el tiempo medio de pantalla baja y aumenta la presión para reducir dotación. Después, las excepciones se acumulan y requieren intervenciones más largas. Luego, crecen los reclamos y parte de la demanda regresa por otros canales. Cada equipo registra flujos, acumulaciones, decisiones y consecuencias. No puede corregir retroactivamente una ronda.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recibe el beneficio inmediato y quién absorbe el costo después? ¿El problema se resolvió o cambió de lugar, canal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recuperar ejemplos de la simulación para distinguir correlación, mecanismo, demora, ciclo reforzador y ciclo compensador. No presenta un diagrama terminado.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¿El problema se resolvió o cambió de lugar, canal o momento? ¿Qué frontera convirtió esta consecuencia en externa?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transforma su registro en un ciclo causal. Para cada flecha escribe: qué variable cambia. En qué dirección. Mediante qué mecanismo. Con qué demora. Qué evidencia del juego o del caso la sostiene.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frontera convirtió esta consecuencia en externa? ¿Qué señal aparecería antes del daño final?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intercambian modelos. El grupo revisor recibe el papel de un actor afectado: Recepción, Housekeeping, huésped, Comercial, proveedor o Dirección. Puede objetar una de las cuatro fronteras si muestra una consecuencia omitida o una responsabilidad sin control. El equipo autor debe sostener la frontera o redibujarla y registrar qué decisión cambia.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señal aparecería antes del daño final? ¿Qué control tiene el actor al que se asignó responsabilidad?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formula dos puntos de intervención posibles. Para cada uno anticipa: efecto buscado. Desplazamiento posible. Señal temprana. Condición de detención. Responsable de observar y reparar. Selecciona uno y justifica por qué es proporcional a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control tiene el actor al que se asignó responsabilidad? ¿Qué acumulación explica que el resultado cambie tarde?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defensa se limita a cinco afirmaciones: qué se aprendió, qué ciclo domina, qué permanece incierto, qué decisión se autoriza y qué señal obliga a revisarla.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11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acumulación explica que el resultado cambie tarde? ¿Qué mecanismo conecta estas dos variables?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compara su decisión final con la del muro inicial. Identifica una afirmación que trató como hecho, síntoma, hipótesis o decisión y que N04 deberá ayudar a justificar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mecanismo conecta estas dos variables? ¿Quién recibe el beneficio inmediato y quién absorbe el costo después?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una explicación temporal de HH-03 que distingue efectos inmediatos y diferidos, representa al menos un ciclo de retroalimentación y formula una decisión condicionada sobre la escala del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e3b6b5c7940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93ec6ba95a4ba6" /><Relationship Type="http://schemas.openxmlformats.org/officeDocument/2006/relationships/slideLayout" Target="/ppt/slideLayouts/slideLayout1.xml" Id="Rafd4e8cfbc8b4f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d4e8cfbc8b4f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dba478a494dda" /><Relationship Type="http://schemas.openxmlformats.org/officeDocument/2006/relationships/notesSlide" Target="/ppt/notesSlides/notesSlide1.xml" Id="R65e53690f3bc4b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391eee27245c8" /><Relationship Type="http://schemas.openxmlformats.org/officeDocument/2006/relationships/notesSlide" Target="/ppt/notesSlides/notesSlide2.xml" Id="R3d60a1534a87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c8b68418b4161" /><Relationship Type="http://schemas.openxmlformats.org/officeDocument/2006/relationships/notesSlide" Target="/ppt/notesSlides/notesSlide3.xml" Id="R1cfd965d613145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233ea03e24f4a" /><Relationship Type="http://schemas.openxmlformats.org/officeDocument/2006/relationships/notesSlide" Target="/ppt/notesSlides/notesSlide4.xml" Id="R1307a24cd2694e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35170ea554dbb" /><Relationship Type="http://schemas.openxmlformats.org/officeDocument/2006/relationships/notesSlide" Target="/ppt/notesSlides/notesSlide5.xml" Id="R0bfeb063ec7c4e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addf372cb427a" /><Relationship Type="http://schemas.openxmlformats.org/officeDocument/2006/relationships/notesSlide" Target="/ppt/notesSlides/notesSlide6.xml" Id="Rde9456b62b9b4b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16d55e92f42f3" /><Relationship Type="http://schemas.openxmlformats.org/officeDocument/2006/relationships/notesSlide" Target="/ppt/notesSlides/notesSlide7.xml" Id="Rcebc43d7b7cd48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2b73bebbc4e44" /><Relationship Type="http://schemas.openxmlformats.org/officeDocument/2006/relationships/notesSlide" Target="/ppt/notesSlides/notesSlide8.xml" Id="R72321609bd8443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5f044266e4bbe" /><Relationship Type="http://schemas.openxmlformats.org/officeDocument/2006/relationships/notesSlide" Target="/ppt/notesSlides/notesSlide9.xml" Id="R81859b42d3324f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bacb572ea4c0e" /><Relationship Type="http://schemas.openxmlformats.org/officeDocument/2006/relationships/notesSlide" Target="/ppt/notesSlides/notesSlide10.xml" Id="R089ccd56c22441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7D3A4-D78C-4A81-8F86-DF175C8A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9A0C9-2C0E-465F-AF11-E2D46E92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78477-AFC7-4F47-BA11-459F321C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8295D-114B-43A6-A703-D387C0CF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6E68F-18B1-49E2-9F1C-CF83710E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9032-393A-44CE-96A9-94A4CEF0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F1704-CAFC-41B3-B2EE-D926E902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CE455-1405-49F7-8676-76F8C213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97CD0-880E-4E99-8BA9-0B611AC4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77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Fronteras, retroalimentación y efectos no intencionales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DB6A0-81BD-4311-8535-A6B2D59B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¿Dónde termina el sistema relevante y quién responde por las consecuencias que quedan fuera de la frontera elegida?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DD77B-7A6C-499B-BCD0-891F58C7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1C9B4-3E52-4FBA-8887-5D7C021F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8575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72417-FC0B-47D1-995E-3D96DDE7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0FC34-7A1F-4050-A4B7-3D39F5F0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ED8B0-93A2-438D-B0B6-3F174C37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5ACA8-2DBD-4C2D-ADF0-B372EDD9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E8E35-D04C-4013-BEA7-3208A8F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B46F7-49D3-4D23-A660-A7B535A5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B8533-6F98-415A-B78F-8917D907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1AC46-253E-4A4D-9C4C-67888AE9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Muro de predicciones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EC4CA-A86F-4AF7-B5AA-A3612B3A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8235F-8478-4D47-AFF6-F76FECC6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CE52D-A88D-46D9-883C-37394E7A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ubica su decisión inicial en una matriz de dos ejes: resultado inmediato y riesgo diferido. Agrega la demora que considera más importante. No se debate todavía.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E276F-4922-4874-9D18-052CB620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59C96-123D-423D-8091-94048E66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B8E35-454B-430E-8407-4DBCBBA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E61CD-31B8-42C9-8EF5-A47F21B0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DA28C-EA94-4021-B9CD-72048C22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9DECC-FFD2-4DFC-8E6B-5488A465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CF16B-4344-4230-804D-174D9775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7BC10-5620-452A-B39F-6C56CCDA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FED5C-34AF-439F-8D5C-59C436B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AA639-89F7-43E6-A37E-4F21EC05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84092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54AEDD-74B4-4BBC-A7BA-D9DEC52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5C7B2-4A62-4A2C-B876-B502E3CB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C43BB-7D40-485B-B1F7-921EEE40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DAF9B-D16B-46A4-A455-F93235EB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26D3E-F839-4729-B3E6-11FC7BAB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0FEFA-2F93-4964-9D5E-710B3042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50CD0-77F9-4E7C-BB5C-75FAB074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FAFA4-993B-4D62-AF57-B9247C4B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Simulación HH-03 en tres rondas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6AB22-7ECC-4C60-B886-C0797ECE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D363E-23E1-4BB9-8D0E-9B70B046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DECAE-E188-423E-8B20-BF2F6136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administran llegadas, excepciones y capacidad de reparación durante tres períodos. En cada ronda deben decidir cuánto automatizar y cómo asignar personal. Sólo conocen el resultado inmediato antes de decidir la ronda siguiente. Al cierre de cada período se revela un sobre: 1.…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546DE-864E-4CDD-BE85-39E4A3C3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6F76F-8C20-4D9A-8831-B4D6394E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9581A-DEA0-4C54-B29E-C597DD8F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B1299-26E2-48AF-B4DE-F98D267F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EBA7E-6567-4C1F-A411-5FDC3392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F8048-07E2-4D46-92BE-7DA2FEC7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3DC67-1892-4CD8-9E54-4E481ED5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FDCCE-516C-4C80-8FB1-1BAB9C3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4BE14-A70F-4F3C-B4E0-7BD792D6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CD294-BCBC-4BE6-B6C2-F44F14FB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41E38-94A0-4AB9-9A81-B09B8908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A4708-FE46-47E9-B476-19050EFF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4919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CA32C-DD5C-4FBE-9240-5AD0FAE8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377F2-4756-4D32-986E-281B713D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80189-9963-41CF-A502-1EE78EE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67585-6736-414B-BC41-9A184C50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E1825-4688-4675-92FE-DB11D2D9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98930-444F-4EBE-970E-805556E6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651E6-2E30-4438-8A1F-F5229910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73F2B-6DE5-4974-839D-AB0AE161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C93EB-9303-4CB9-852B-7879F568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F5A39-3E76-4D2D-8ECF-F100195E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0FD6-B814-409D-9458-49CC9C9C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recupera ejemplos de la simulación para distinguir correlación, mecanismo, demora, ciclo reforzador y ciclo compensador. No presenta un diagrama terminado.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4EF42-DEE0-48F7-A7E5-2D946AC6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FB7BA-1CB6-4531-A053-0AFDFE0C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89891-2356-4DB4-AE01-52FAEACB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8EBA4-C43D-4143-A37D-C58E8322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FD926-EC7A-4E4F-A270-8CA2FC36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6313E-0C46-4BF2-BE03-37012B5B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863227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3FD6F-D1C4-4ADF-9513-3C591F5B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69915-7C49-4CF9-9A34-D7A0C956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95B3D-BE8F-4572-904E-52F90812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CE3DE-47FF-4D49-83E1-503A6E6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10B6B-E5B2-4732-A167-5CE206E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3EA94-F849-4D0D-BE99-B78D0BBD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32584-4614-4333-9AEE-D3A30097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696B6-F67A-4AF9-9F4E-F33E3C54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causal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028C3-71BF-4362-9EA1-428119DB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028AF-2115-47FF-B0FE-E4AC22B8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A8557-E78C-403B-B273-9B8E6D4A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transforma su registro en un ciclo causal. Para cada flecha escribe: qué variable cambia; en qué dirección; mediante qué mecanismo; con qué demora; qué evidencia del juego o del caso la sostiene.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45504-2EA7-4BBC-B364-FA3078ED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0175B-7BFC-4A1E-A4FA-85C5D38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601B6-F0A1-4E83-AF04-D6F031E2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05594-DB39-435A-AE8B-11E1C5D8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87C37-B3D3-4E2C-A8A2-F1AE9EC9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D0919-E93F-46AC-B3DB-885B434B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C7960-BEBE-42F2-AE0C-40C6215D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7DC02-72D4-43A4-BFBE-CDE471B7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635E0-172B-4575-9172-606B89C6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A5E33-2787-4084-A316-81453A63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E659C-2894-4E89-9DB5-1009875F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6E39E-7A88-49E3-8431-8FDED89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43117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0DFF1-7757-44A8-85FE-9F64CA93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4FA68-288B-44D1-A82B-172D701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938DA-81F6-4BF4-9916-745962F8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E7B9B-7E54-45CA-B004-D1AD5D82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3E30A-8D1E-4241-AF29-84DD67A6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A4637-7715-428B-9751-AD316E3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6ADA9-BEAE-459C-90F9-7B2770EF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1A301-1440-4E8C-9544-C3E30468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fronteras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0A22F-AAF9-4D4A-840A-1F2B8130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2D3AD-1B3A-4A19-B5DD-042F3CC0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CDAED-FB9A-4619-95AA-D09316DB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664BA-AA09-4C5F-9260-783B678C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C1DF2-D0B3-4A33-95CA-43239926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Ronda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61799-55B6-4537-B8B4-3A3AB2C4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Los equipos intercambian modelos. El grupo revisor recibe el papel de un actor afectado: Recepción, Housekeeping, huésped, Comercial, proveedor o Dirección. Puede objetar una de las cuatro fronteras si muestra una consecuencia omitida o una responsabilidad sin control.…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6EAB8-A7DC-4DBC-B007-05D480B4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42D70-BA64-4B48-99C6-04E3CA8B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20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115510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5D67F-0CA1-461F-8A95-A7FFCFF1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A7136-4452-44EA-BA1D-3CD7B5F1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1284C-C2AE-4BBB-A262-315821BD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E126A-519C-47B6-9876-F65F144B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A9D53-26B5-4F7C-8FAB-C38DA30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89C3D-BECF-4EBB-B922-7249CECD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0239C-3931-4B3B-8544-53097318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322C3-151D-425F-95D3-D006CE5F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Portafolio de intervención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BB2BA-03D2-43E3-9510-71C2BF93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FDEDE-CD4C-4946-9C90-5EE9E86E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EC4E5-53E7-43A0-BDCF-3444C3C3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672B4-256E-44FC-8EA1-5E5060A4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4F7A8-42C7-4415-B0B8-4A109DDA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Cada equipo formula dos puntos de intervención posibles. Para cada uno anticipa: efecto buscado; desplazamiento posible; señal temprana; condición de detención; responsable de observar y reparar. Selecciona uno y justifica por qué es proporcional a la evidencia.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5CA28-56C3-46E6-B8BF-E9E1ECD6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964457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1C99D-CBE0-4C43-B22F-6A960139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29072-D101-443E-8D7B-6A2E828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E1C33-1EF8-4F3C-8DB1-934520A3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631F9-F1D7-4A72-8E0F-3A9406B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7FC5D-BD85-4428-97E9-69F6A916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9F75E-AB7B-4B1C-825F-5016C3D0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78224-6E18-4B6B-B03D-753D947E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92EAF-BE11-4873-9C88-86A8BBD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condicionada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7BC05-45F7-4CEE-B6DE-57B0054F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5A314-4E7A-483E-A625-96BDE394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11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9CE38-B303-4DAD-ADFB-C1BBFE1A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defensa se limita a cinco afirmaciones: qué se aprendió, qué ciclo domina, qué permanece incierto, qué decisión se autoriza y qué señal obliga a revisarla.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A8C1A-0142-4209-B7BE-E4CA68B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2D034-25B1-45F5-A5D4-65F86FC8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FFD1E-5F3E-438D-AD7A-224B98DF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FBFFC-7C77-4938-B9F0-3111BCC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08109-FB52-4D75-A2CB-4364931C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FB186-DEF1-4BDE-A255-17775B24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BB81D-7FB6-4712-A0D0-BDED8D90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0432E-3865-4455-A6B1-634F8B16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E970C-81FF-4E1F-A05B-72A3AB2B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98294-B9E9-4335-9653-94A6C7CA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BBB9B-D659-46E9-8B60-ABEE6F76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4015B-3018-48EA-AE7E-4D03A31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58405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81CF9-DC12-4E4D-83CD-75D93765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48242-2E4B-420C-A85D-A6F14E4F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9AB6A-5166-4F74-9870-4B9910EC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710E0-6C48-4F53-ACCF-B8818CE3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1599A-EC19-4BB1-8BF7-7D3F3A6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43C06-0538-4468-ADD6-BF4C40E3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AA1BB-D8B9-42B9-ABA2-81266ADC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5A0EE-96EB-4F59-BF28-0D5D66DA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Registro individual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FCEB1-4B4B-4CAB-AF27-FDAD4A35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45550-7EDF-4C80-87BF-0B2B6228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57A33-A209-4F0B-8E6E-D8E085C6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compara su decisión final con la del muro inicial. Identifica una afirmación que trató como hecho, síntoma, hipótesis o decisión y que N04 deberá ayudar a justificar mejor.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78479-814C-41EA-A97A-97337A4F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5D8F1-BD36-404A-BAE0-61371A75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54ED3-90FC-4E7E-88F5-4631479E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D9948-CC30-47F1-91BB-DA70D5E3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D399D-4056-4B59-9EBA-CE5B7788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F22BA-98D9-42B3-B607-19353633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27C80-1414-4907-B201-C869DB1D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578B5-71F3-48A2-B603-D3029964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9CF2C-1168-4164-A3E9-C4CF2F0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D347F-781F-46BF-9C1F-E037DEDD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C6C63-ED7F-400E-BE81-45D0E46C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8BCF4-0C57-42CA-92B2-15CA46E8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893702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9A88C-CCC4-4CFC-B94C-152E97EE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53672-527D-4BC7-BC77-22CC4540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072FE-7F77-49F0-BA6E-CC4E0EF9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C492A-1E82-493E-B852-FD03BFE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0D76D-4952-4108-A2DF-70EB754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41F4C-CA27-4406-8A29-504C5711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05C9F-C45A-48BD-ABDF-9FF7EBE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367C1-AAD4-467B-AE9B-2ECB789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04427-1B37-49F8-BA0F-437A0C87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C157B-AB7B-45E6-B58E-4E0358BE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A44C1-2CE5-4869-9DD7-D010C2F0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CE70D-AAAB-488C-BA53-2DC8F4F2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8F658-317F-407C-B3E6-544F290A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47BB6-30E3-4A29-AA20-79B6B462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8D9E4-1A3D-4806-A439-FD07DF2A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explicación temporal de HH-03 que distingue efectos inmediatos y diferidos, representa al menos un ciclo de retroalimentación y formula una decisión condicionada sobre la escala del piloto.</a:t>
            </a:r>
          </a:p>
        </p:txBody>
      </p:sp>
    </p:spTree>
    <p:extLst>
      <p:ext uri="{BB962C8B-B14F-4D97-AF65-F5344CB8AC3E}">
        <p14:creationId xmlns:p14="http://schemas.microsoft.com/office/powerpoint/2010/main" val="2115202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2026-09-15T15:46:43.6510000Z</dcterms:created>
  <dcterms:modified xsi:type="dcterms:W3CDTF">2026-09-15T15:46:43.6510000Z</dcterms:modified>
</coreProperties>
</file>