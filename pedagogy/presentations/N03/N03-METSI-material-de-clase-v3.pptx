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f70de1c31e4205" /><Relationship Type="http://schemas.openxmlformats.org/officeDocument/2006/relationships/extended-properties" Target="/docProps/app.xml" Id="R94de9483e86a41f0" /><Relationship Type="http://schemas.openxmlformats.org/officeDocument/2006/relationships/officeDocument" Target="/ppt/presentation.xml" Id="R0d8e5c6fb7a142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e10b85b0604be3"/>
  </p:sldMasterIdLst>
  <p:notesMasterIdLst>
    <p:notesMasterId xmlns:r="http://schemas.openxmlformats.org/officeDocument/2006/relationships" r:id="Rfb4b18f332ce469c"/>
  </p:notesMasterIdLst>
  <p:sldIdLst>
    <p:sldId xmlns:r="http://schemas.openxmlformats.org/officeDocument/2006/relationships" id="256" r:id="R3760bc5e218e433a"/>
    <p:sldId xmlns:r="http://schemas.openxmlformats.org/officeDocument/2006/relationships" id="257" r:id="R00e1e76f0be049f7"/>
    <p:sldId xmlns:r="http://schemas.openxmlformats.org/officeDocument/2006/relationships" id="258" r:id="R2f171f1d76ef4025"/>
    <p:sldId xmlns:r="http://schemas.openxmlformats.org/officeDocument/2006/relationships" id="259" r:id="Rb6b63a66e92b4f78"/>
    <p:sldId xmlns:r="http://schemas.openxmlformats.org/officeDocument/2006/relationships" id="260" r:id="Rfcbbd409e2a34220"/>
    <p:sldId xmlns:r="http://schemas.openxmlformats.org/officeDocument/2006/relationships" id="261" r:id="R4c0ef15468e44b60"/>
    <p:sldId xmlns:r="http://schemas.openxmlformats.org/officeDocument/2006/relationships" id="262" r:id="R90e5addef79c4028"/>
    <p:sldId xmlns:r="http://schemas.openxmlformats.org/officeDocument/2006/relationships" id="263" r:id="R6575bd633af746b2"/>
    <p:sldId xmlns:r="http://schemas.openxmlformats.org/officeDocument/2006/relationships" id="264" r:id="R4afdf4091a5d42d9"/>
    <p:sldId xmlns:r="http://schemas.openxmlformats.org/officeDocument/2006/relationships" id="265" r:id="R792a55b12a6548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140f9d9e674294" /><Relationship Type="http://schemas.openxmlformats.org/officeDocument/2006/relationships/slideMaster" Target="/ppt/slideMasters/slideMaster1.xml" Id="R30e10b85b0604be3" /><Relationship Type="http://schemas.openxmlformats.org/officeDocument/2006/relationships/notesMaster" Target="/ppt/notesMasters/notesMaster1.xml" Id="Rfb4b18f332ce469c" /><Relationship Type="http://schemas.openxmlformats.org/officeDocument/2006/relationships/presProps" Target="/ppt/presProps.xml" Id="R90e08222a9444c02" /><Relationship Type="http://schemas.openxmlformats.org/officeDocument/2006/relationships/tableStyles" Target="/ppt/tableStyles.xml" Id="R0dafe3da5f74491e" /><Relationship Type="http://schemas.openxmlformats.org/officeDocument/2006/relationships/slide" Target="/ppt/slides/slide1.xml" Id="R3760bc5e218e433a" /><Relationship Type="http://schemas.openxmlformats.org/officeDocument/2006/relationships/slide" Target="/ppt/slides/slide2.xml" Id="R00e1e76f0be049f7" /><Relationship Type="http://schemas.openxmlformats.org/officeDocument/2006/relationships/slide" Target="/ppt/slides/slide3.xml" Id="R2f171f1d76ef4025" /><Relationship Type="http://schemas.openxmlformats.org/officeDocument/2006/relationships/slide" Target="/ppt/slides/slide4.xml" Id="Rb6b63a66e92b4f78" /><Relationship Type="http://schemas.openxmlformats.org/officeDocument/2006/relationships/slide" Target="/ppt/slides/slide5.xml" Id="Rfcbbd409e2a34220" /><Relationship Type="http://schemas.openxmlformats.org/officeDocument/2006/relationships/slide" Target="/ppt/slides/slide6.xml" Id="R4c0ef15468e44b60" /><Relationship Type="http://schemas.openxmlformats.org/officeDocument/2006/relationships/slide" Target="/ppt/slides/slide7.xml" Id="R90e5addef79c4028" /><Relationship Type="http://schemas.openxmlformats.org/officeDocument/2006/relationships/slide" Target="/ppt/slides/slide8.xml" Id="R6575bd633af746b2" /><Relationship Type="http://schemas.openxmlformats.org/officeDocument/2006/relationships/slide" Target="/ppt/slides/slide9.xml" Id="R4afdf4091a5d42d9" /><Relationship Type="http://schemas.openxmlformats.org/officeDocument/2006/relationships/slide" Target="/ppt/slides/slide10.xml" Id="R792a55b12a65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47f7373cb149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bea162819464e" /><Relationship Type="http://schemas.openxmlformats.org/officeDocument/2006/relationships/notesMaster" Target="/ppt/notesMasters/notesMaster1.xml" Id="R54fae5994cab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3557c4a5314615" /><Relationship Type="http://schemas.openxmlformats.org/officeDocument/2006/relationships/notesMaster" Target="/ppt/notesMasters/notesMaster1.xml" Id="R8fff0ade530c4e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dd2001f39f4636" /><Relationship Type="http://schemas.openxmlformats.org/officeDocument/2006/relationships/notesMaster" Target="/ppt/notesMasters/notesMaster1.xml" Id="Rdd1a0e8faa114d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6a8c19b28f42eb" /><Relationship Type="http://schemas.openxmlformats.org/officeDocument/2006/relationships/notesMaster" Target="/ppt/notesMasters/notesMaster1.xml" Id="R4956dff31aa8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7955d222944c20" /><Relationship Type="http://schemas.openxmlformats.org/officeDocument/2006/relationships/notesMaster" Target="/ppt/notesMasters/notesMaster1.xml" Id="Rd153872a6d1d4c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8c496fc9d24aae" /><Relationship Type="http://schemas.openxmlformats.org/officeDocument/2006/relationships/notesMaster" Target="/ppt/notesMasters/notesMaster1.xml" Id="Rda12c62bc5a44f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f1a89d8d964ad9" /><Relationship Type="http://schemas.openxmlformats.org/officeDocument/2006/relationships/notesMaster" Target="/ppt/notesMasters/notesMaster1.xml" Id="R331484f001234f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c65f5c84cd4d5f" /><Relationship Type="http://schemas.openxmlformats.org/officeDocument/2006/relationships/notesMaster" Target="/ppt/notesMasters/notesMaster1.xml" Id="Rf8904dbc203a43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120a01a4574548" /><Relationship Type="http://schemas.openxmlformats.org/officeDocument/2006/relationships/notesMaster" Target="/ppt/notesMasters/notesMaster1.xml" Id="R6d1c9ac94de340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14958203164634" /><Relationship Type="http://schemas.openxmlformats.org/officeDocument/2006/relationships/notesMaster" Target="/ppt/notesMasters/notesMaster1.xml" Id="R040be48efefc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decisión inicial sobre el piloto y una consecuencia diferida.</a:t>
            </a:r>
          </a:p>
          <a:p xmlns:a="http://schemas.openxmlformats.org/drawingml/2006/main">
            <a:r>
              <a:t>Señal para avanzar: Hay predicciones incompatibles que pueden contrastarse.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Matriz del muro de predicciones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Muro de predicciones · 10 minutos</a:t>
            </a:r>
          </a:p>
          <a:p xmlns:a="http://schemas.openxmlformats.org/drawingml/2006/main">
            <a:r>
              <a:t>Cada persona ubica su decisión inicial en una matriz de dos ejes: resultado inmediato y riesgo diferido. Agrega la demora que considera más importante. No se debate todavía.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corregir todavía. Hacer visibles los supuestos sobre tiempo y frontera.</a:t>
            </a:r>
          </a:p>
          <a:p xmlns:a="http://schemas.openxmlformats.org/drawingml/2006/main">
            <a:r>
              <a:t>Señal para avanzar: Todas las decisiones tienen una demora asociada.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Estado inicial de HH-03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Simulación HH-03 en tres rondas · 27 minutos</a:t>
            </a:r>
          </a:p>
          <a:p xmlns:a="http://schemas.openxmlformats.org/drawingml/2006/main">
            <a:r>
              <a:t>Los equipos administran llegadas, excepciones y capacidad de reparación durante tres períodos. En cada ronda deben decidir cuánto automatizar y cómo asignar personal. Sólo conocen el resultado inmediato antes de decidir la ronda siguiente. Al cierre de cada período se revela un sobre: 1. el tiempo medio de pantalla baja y aumenta la presión para reducir dotación; 2. las excepciones se acumulan y requieren intervenciones más largas; 3. crecen los reclamos y parte de la demanda regresa por otros canales. Cada equipo registra flujos, acumulaciones, decisiones y consecuencias. No puede corregir retroactivamente una ronda.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reglas, recursos y objetivo observable de la simulación.</a:t>
            </a:r>
          </a:p>
          <a:p xmlns:a="http://schemas.openxmlformats.org/drawingml/2006/main">
            <a:r>
              <a:t>Señal para avanzar: Los equipos pueden decidir sin información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Ronda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situada · 10 minutos</a:t>
            </a:r>
          </a:p>
          <a:p xmlns:a="http://schemas.openxmlformats.org/drawingml/2006/main">
            <a:r>
              <a:t>El docente recupera ejemplos de la simulación para distinguir correlación, mecanismo, demora, ciclo reforzador y ciclo compensador. No presenta un diagrama terminado.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sólo el resultado inmediato. Registrar el entusiasmo por escalar.</a:t>
            </a:r>
          </a:p>
          <a:p xmlns:a="http://schemas.openxmlformats.org/drawingml/2006/main">
            <a:r>
              <a:t>Señal para avanzar: Cada equipo toma una decisión irreversible para la ronda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>• ¿Qué señal aparecería antes del daño final?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Ronda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Reconstrucción causal · 20 minutos</a:t>
            </a:r>
          </a:p>
          <a:p xmlns:a="http://schemas.openxmlformats.org/drawingml/2006/main">
            <a:r>
              <a:t>Cada equipo transforma su registro en un ciclo causal. Para cada flecha escribe: qué variable cambia; en qué dirección; mediante qué mecanismo; con qué demora; qué evidencia del juego o del caso la sostiene.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acumulación de excepciones y menor capacidad de reparación.</a:t>
            </a:r>
          </a:p>
          <a:p xmlns:a="http://schemas.openxmlformats.org/drawingml/2006/main">
            <a:r>
              <a:t>Señal para avanzar: Aparecen explicaciones sobre el mecanismo, no sólo sobre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>• ¿Qué señal aparecería antes del daño final?</a:t>
            </a:r>
          </a:p>
          <a:p xmlns:a="http://schemas.openxmlformats.org/drawingml/2006/main">
            <a:r>
              <a:t>• ¿Qué control tiene el actor al que se asignó responsabilidad?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Ronda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Audiencia de fronteras · 20 minutos</a:t>
            </a:r>
          </a:p>
          <a:p xmlns:a="http://schemas.openxmlformats.org/drawingml/2006/main">
            <a:r>
              <a:t>Los equipos intercambian modelos. El grupo revisor recibe el papel de un actor afectado: Recepción, Housekeeping, huésped, Comercial, proveedor o Dirección. Puede objetar una de las cuatro fronteras si muestra una consecuencia omitida o una responsabilidad sin control. El equipo autor debe sostener la frontera o redibujarla y registrar qué decisión cambia.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reclamos, canales alternativos y retorno de demanda.</a:t>
            </a:r>
          </a:p>
          <a:p xmlns:a="http://schemas.openxmlformats.org/drawingml/2006/main">
            <a:r>
              <a:t>Señal para avanzar: El grupo distingue desplazamiento de eliminación del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señal aparecería antes del daño final?</a:t>
            </a:r>
          </a:p>
          <a:p xmlns:a="http://schemas.openxmlformats.org/drawingml/2006/main">
            <a:r>
              <a:t>• ¿Qué control tiene el actor al que se asignó responsabilidad?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Sintaxis mínima de ciclos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Portafolio de intervención · 15 minutos</a:t>
            </a:r>
          </a:p>
          <a:p xmlns:a="http://schemas.openxmlformats.org/drawingml/2006/main">
            <a:r>
              <a:t>Cada equipo formula dos puntos de intervención posibles. Para cada uno anticipa: efecto buscado; desplazamiento posible; señal temprana; condición de detención; responsable de observar y reparar. Selecciona uno y justifica por qué es proporcional a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 ejemplos producidos en el aula y marcar demoras.</a:t>
            </a:r>
          </a:p>
          <a:p xmlns:a="http://schemas.openxmlformats.org/drawingml/2006/main">
            <a:r>
              <a:t>Señal para avanzar: Cada flecha puede leerse como una proposición comprobable.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control tiene el actor al que se asignó responsabilidad?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Protocolo de audiencia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Decisión condicionada · 11 minutos</a:t>
            </a:r>
          </a:p>
          <a:p xmlns:a="http://schemas.openxmlformats.org/drawingml/2006/main">
            <a:r>
              <a:t>La defensa se limita a cinco afirmaciones: qué se aprendió, qué ciclo domina, qué permanece incierto, qué decisión se autoriza y qué señal obliga a revisarla.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una objeción debe mostrar consecuencia, actor y decisión afectada.</a:t>
            </a:r>
          </a:p>
          <a:p xmlns:a="http://schemas.openxmlformats.org/drawingml/2006/main">
            <a:r>
              <a:t>Señal para avanzar: Cada equipo sostiene o revisa una frontera.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intervención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Registro individual y puente · 7 minutos</a:t>
            </a:r>
          </a:p>
          <a:p xmlns:a="http://schemas.openxmlformats.org/drawingml/2006/main">
            <a:r>
              <a:t>Cada persona compara su decisión final con la del muro inicial. Identifica una afirmación que trató como hecho, síntoma, hipótesis o decisión y que N04 deberá ayudar a justificar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señal temprana, condición de detención y capacidad de reparar.</a:t>
            </a:r>
          </a:p>
          <a:p xmlns:a="http://schemas.openxmlformats.org/drawingml/2006/main">
            <a:r>
              <a:t>Señal para avanzar: La intervención elegida no depende sólo del indicador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registro, interpretación, hipótesis y decisión.</a:t>
            </a:r>
          </a:p>
          <a:p xmlns:a="http://schemas.openxmlformats.org/drawingml/2006/main">
            <a:r>
              <a:t>Señal para avanzar: Se identifica un salto inferencial que requiere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predicción revisable sobre los efectos de una mejora local. El trabajo recupera el mapa final de N02 y lo extiende en el tiempo: qué cambia ahora, qué puede regresar después y quién absorbe una consecuencia que el indicador inicial no muestra.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9e5eeb03c49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a82cbca114f53" /><Relationship Type="http://schemas.openxmlformats.org/officeDocument/2006/relationships/slideLayout" Target="/ppt/slideLayouts/slideLayout1.xml" Id="Rc350edd26a6f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0edd26a6f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bdc5ef2274c50" /><Relationship Type="http://schemas.openxmlformats.org/officeDocument/2006/relationships/notesSlide" Target="/ppt/notesSlides/notesSlide1.xml" Id="R6933b59ffc224d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db995137f4a93" /><Relationship Type="http://schemas.openxmlformats.org/officeDocument/2006/relationships/notesSlide" Target="/ppt/notesSlides/notesSlide2.xml" Id="Rcaba6fd72f88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a8ca88c824d36" /><Relationship Type="http://schemas.openxmlformats.org/officeDocument/2006/relationships/notesSlide" Target="/ppt/notesSlides/notesSlide3.xml" Id="Rd576bcd21199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2f656bcd14893" /><Relationship Type="http://schemas.openxmlformats.org/officeDocument/2006/relationships/notesSlide" Target="/ppt/notesSlides/notesSlide4.xml" Id="R0415600c09074a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be5ade67c4cc3" /><Relationship Type="http://schemas.openxmlformats.org/officeDocument/2006/relationships/notesSlide" Target="/ppt/notesSlides/notesSlide5.xml" Id="R8b7632be341a45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107340f3a44f4" /><Relationship Type="http://schemas.openxmlformats.org/officeDocument/2006/relationships/notesSlide" Target="/ppt/notesSlides/notesSlide6.xml" Id="R9eb7453e871040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fe18b8491498e" /><Relationship Type="http://schemas.openxmlformats.org/officeDocument/2006/relationships/notesSlide" Target="/ppt/notesSlides/notesSlide7.xml" Id="Rba21e0e7508b48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392bd11bb40d3" /><Relationship Type="http://schemas.openxmlformats.org/officeDocument/2006/relationships/notesSlide" Target="/ppt/notesSlides/notesSlide8.xml" Id="R5aabea13eceb4e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ad23435d34e1e" /><Relationship Type="http://schemas.openxmlformats.org/officeDocument/2006/relationships/notesSlide" Target="/ppt/notesSlides/notesSlide9.xml" Id="Rf895027f197e4f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1cd278ca34bc0" /><Relationship Type="http://schemas.openxmlformats.org/officeDocument/2006/relationships/notesSlide" Target="/ppt/notesSlides/notesSlide10.xml" Id="R4ccc36e7f98646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EA4EC-25ED-4737-BFBB-FFB21D75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F2E90-7D63-40B4-821B-10A59A83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4CC8F-EDF2-44C8-B3A3-88270DB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C20B7-C4E6-4AB7-9959-0FE2C96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CADBB-2A0C-4B6C-9F91-E2EBDAA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EC77E-6FA4-4C5F-8E68-C61DBFC4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54511-13E2-41DB-A15C-3FFE081B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D2A52-DECE-4DF6-B513-2A6D61E5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E7435-9428-46DC-825E-EF9A4F8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7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Fronteras, retroalimentación y efectos no intencionales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DF754-560F-4A5B-9F9B-14466BB7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¿Dónde termina el sistema relevante y quién responde por las consecuencias que quedan fuera de la frontera elegida?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F7748-BFC3-4AC5-AE0A-992BD89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E91FB-168D-4861-BB81-B1DE68F5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566100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FA0CC4-1E8D-4747-90E9-0AC5AE62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CD544-4BC7-4E64-A0BC-27D97FD5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715D0-DF2C-4E48-B251-8A019FB2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CDCD5-C4CF-4F77-8CB6-68F15E56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55574-42E0-43E7-BC24-8EB4CBB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CF31E-6753-4F93-90EB-AA6A1EA4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F4C4D-50F1-47E7-9372-E4E3E1DF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81F17-8843-4B60-8E45-635A5FB5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Muro de predicciones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75CAE-DD3A-4C49-AD07-18867801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582AB-9040-4EA0-8EA2-72A7A9A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BDE2D-5FE6-47DB-9550-447AEC7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ubica su decisión inicial en una matriz de dos ejes: resultado inmediato y riesgo diferido. Agrega la demora que considera más importante. No se debate todavía.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5B80F-0C45-4792-A11C-28EBE9E6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5A219-BFCF-418F-97EA-2C708355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EAA0C-B371-456E-8B72-B8C78529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E8489-58D9-4DEC-A544-41EEB3B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427FF-3010-4694-A3CC-77013C19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F611C-54EF-4D82-B38E-BAB2E0AE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206DE-8C7D-4604-BFCD-F03D61F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A3078-C6DB-4840-8150-2CEAC20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B2915-2809-4C77-9EC6-15471DFD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5981A-C395-4282-A1C0-F9B7B25E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647954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AB057-EEFA-4000-93B1-193E57A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90959-337F-4D8D-90C6-E1990ED7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63B0F-2888-41E0-B70B-0368229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46793-6C4E-4427-A381-06D778E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62EDA-2DA6-46A6-B18F-DC221146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A2074-FCA7-40F5-82D7-20D68BEE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47C78-88DE-477C-92E7-8C88C0B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89E10-02D2-4DF6-ACE8-D48C62DF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Simulación HH-03 en tres rondas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CB131-375F-4009-BD67-82C8E4BF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00CE8-4837-4283-A671-E43E8E8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B78AD-5632-4D3A-83F0-6331C21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administran llegadas, excepciones y capacidad de reparación durante tres períodos. En cada ronda deben decidir cuánto automatizar y cómo asignar personal. Sólo conocen el resultado inmediato antes de decidir la ronda siguiente. Al cierre de cada período se revela un sobre: 1.…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61EF3-6C52-48B8-9ACB-22FD6F89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1E63E-B446-4C54-9DA7-ADDD0F03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11B20-7EC9-4D29-991E-D7F5E01A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840A6-E276-4E81-A08A-52EE6256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9AAE9-11EC-4F61-9EDA-B1108CE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A6F0F-559C-4237-934F-5F725A5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81E65-7BFB-488B-BB67-59B79395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E4F68-0D4F-406E-B567-5F0F3C0F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60A1B-5313-4866-9EBE-0AD82EF1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07540-E919-4FE1-8802-4A4DAA83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E80CC-D0AA-4492-9E73-BEAAABC2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CB9A9-C4CD-4426-8E41-1A0628C5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471196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67AFB-9FB2-4D78-BC53-44EF451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5B78E-73E5-428C-8F70-3CE7F43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9E33-FE6A-4491-A53F-50A08D1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815C2-1013-4EB2-B881-7560B461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E6447-7D96-43DC-A4F4-DAB67997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26475-C40B-4687-9304-CB9E6417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A2071-178B-4185-AB63-AB8D603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B00FC-2AA4-4D61-81B1-94AF0C6D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69A70-9BE8-4468-BD40-E9D35586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0CC21-6841-4DED-9A2C-E529A89A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F8FF5-1774-4A3C-B783-638D2DBC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recupera ejemplos de la simulación para distinguir correlación, mecanismo, demora, ciclo reforzador y ciclo compensador. No presenta un diagrama terminado.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DB129-D30E-42D7-8CA0-2952A9AE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39EC5-C3AC-443A-83ED-D751D54C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B7433-9293-4DB7-BBF0-91ABFC71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BA829-3A79-4AA4-831E-086291E3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530FD-5841-4D3E-B8A9-DA485A85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B367E-B5EA-43E5-83B1-F30E557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898645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4E30C-9F04-4965-9ED5-418959D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14EC-7CEA-4853-964C-E766BFA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6F08D-8CE6-41B0-8BA3-63AAE2B6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6B5F5-2571-4F44-B8F1-AA73FA6D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88174-2DA6-407F-842E-AF29A3C0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11657-5B7A-405D-81CC-B524F599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B5E94-7234-43B8-AFED-E0E89E49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DDA05-9F4A-4514-93D5-EB62BE3F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causal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400F5-FA72-460A-BF2A-93795EF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F842C-4C3F-4F57-BACD-A2F43B6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B357C-8B45-4461-BDEB-8180D204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transforma su registro en un ciclo causal. Para cada flecha escribe: qué variable cambia; en qué dirección; mediante qué mecanismo; con qué demora; qué evidencia del juego o del caso la sostiene.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A11E4-B8FD-44A4-830C-577497B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8B8B6-6667-49B4-B30C-70661576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4BA68-3D8A-4AB2-8F58-5040FFF7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5B802-9E74-4CE5-9FB3-A02345E4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BA99E-30F1-4BBF-AFF1-74EF29D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5E1E9-3A03-403E-8EF6-00D46F8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FDA0B-E33A-4727-AF1B-C8BBFB0D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2B3FB-4819-448E-BA70-B87BD8C5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FD37F-EDAB-47E3-9E1B-12803B9F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29116-1308-4F16-B6FE-51329D0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C9CF5-CF60-42FE-A5AF-CF148404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5968B-F26D-4B39-8EC7-FE84B85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81089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51694-6750-4A87-B461-44BA2572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ED246-F198-4486-8216-9DC0F5CA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A2EA8-166A-4A67-8DD3-25BE97D3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0035D-1858-46B3-A4EF-EB4D1C0F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ABD91-FC77-47A1-A362-272520D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03AE4-2CF7-4964-970B-B0693EA9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AB92A-7E0C-491C-A846-9B28FA03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76997-DB01-4ABC-806D-3B13A6A0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fronteras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29459-099B-4961-BEFA-18C11609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EF169-1FF6-4CCC-8A69-0A1AF05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39C5C-367A-4935-95A3-F8CD8FEB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784CF-E93D-48C0-A3FA-BB74880B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9C135-1F8F-470D-9222-F98AC6CC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Ronda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380CD-971D-4AB6-84B1-AEFD9801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intercambian modelos. El grupo revisor recibe el papel de un actor afectado: Recepción, Housekeeping, huésped, Comercial, proveedor o Dirección. Puede objetar una de las cuatro fronteras si muestra una consecuencia omitida o una responsabilidad sin control.…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14CBB-3B90-4A2D-A401-705C621F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AB9E8-9A8B-49DC-B522-3F9D6EA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562629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658E7-A6DE-4F21-8184-383AFCA3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89189-A421-4B64-8A93-20AA662D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D8DAD-A3AE-41A8-862D-B655C2D4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FEB03-AB67-4985-A94D-272BC76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DF22F-DEDB-43B4-89A8-0E490681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0B56B-296D-4BF6-BFFE-C9A63D1C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FEF07-F755-48FE-A67F-234EDEE6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172BB-FBE7-41DA-99B1-279CA7D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Portafolio de intervención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7668D-6710-478A-8688-374C1CC8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19594-BE0A-49DD-AFF9-40FCAF2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61E45-F223-4BE8-9158-EFCB0FDE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78771-F37B-40DC-862C-7A63628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BAB58-7BDA-4CD6-97DC-4AE7710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Cada equipo formula dos puntos de intervención posibles. Para cada uno anticipa: efecto buscado; desplazamiento posible; señal temprana; condición de detención; responsable de observar y reparar. Selecciona uno y justifica por qué es proporcional a la evidencia.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8B37E-3259-4DDB-886F-33A92F9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028180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472FF-3EEE-41D3-85F6-46F25150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C0136-CD90-47F2-AC49-E538A370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005EB-E145-4261-B09B-794AFA30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120BD-8398-45C9-A244-6998D9FD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C21BE-17EC-45B6-B45A-5EC1F85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FBCA1-D56B-4D36-8F67-A36D62E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EE531-4FAE-4A3D-BC34-6EA77A6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ED8AE-559A-4500-8DD2-18CA8A2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condicionada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56308-C93C-4905-8660-54652470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D8E49-ADAE-4E90-A9B2-650C74B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113D9-A759-42D8-AD33-C40987A7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defensa se limita a cinco afirmaciones: qué se aprendió, qué ciclo domina, qué permanece incierto, qué decisión se autoriza y qué señal obliga a revisarla.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0BA09-E368-4718-9B84-8597DD53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343B7-56F2-4AE1-86C0-AC0DF926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E48FC-924D-49F7-AF4F-EE4DCCD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CE659-D8E2-463B-9371-A017438E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1B55E-81FB-4A5E-9072-AD6C104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D1B8F-93BC-4262-9AAE-810B7E0A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556BA-5273-4087-8C8E-4D77B8DE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B48B6-72B9-4B84-BDDF-ECA9752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2E757-0BA4-47AD-923C-113668B9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FF73C-CBB5-4CE7-BAD9-A0004E70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82669-CDAB-4D34-AC0C-BC02EC39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ECD86-7BF0-4378-BD75-A02CD6EF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83581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25EAE-7961-4941-866E-6820E445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ED398-0748-41EE-A5F0-3D11FA0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F2F9C-524C-48DD-9C1B-8446E953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2038C-EC44-4759-8A8E-E6E0C87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C430A-91E1-474B-BAC1-B4FBA63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6A64C-99B0-4D7B-A830-71F5DF6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1AEBE-7A40-4780-AD12-5C4AE6F8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52437-837F-4C6C-AEC4-7ACA02E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individual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562C2-8B0B-4B4A-BBAA-05875D0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C1B73-60E7-4A74-ABF3-B32084B3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E0477-9F69-4721-B55F-20DB64C7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compara su decisión final con la del muro inicial. Identifica una afirmación que trató como hecho, síntoma, hipótesis o decisión y que N04 deberá ayudar a justificar mejor.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DE11F-B26F-4738-93A7-4EF246D6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FFF97-BC1E-4B38-A2DC-ABDBCF71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1B2B8-9AB5-42D7-9BDC-2405D97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736A0-0183-40CA-B603-EE5731D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05EC0-78B4-4D32-AE7E-E1FFF782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5B7FA-B37F-4581-85A6-25CBCA56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2D00D-1E23-4CFB-A066-85EC5B6A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B1F36-0ED0-4569-9089-D8E6531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DF76E-7461-4B9C-8D15-D7BAB80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A318E-20EA-404E-9189-A9AB106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BDB8F-2C67-4A24-B3BF-2525BF99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01114-6A9A-4412-861B-26E9BBFC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782266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04AF4-A244-488A-8F78-03A283C6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943DD-7373-457E-A0D9-01E1CBC9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549DA-DC5D-4260-9EF9-303A1F58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D7D6-C66B-4E2A-AA54-FBC9100E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31630-6179-4FE1-A970-2BFE186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D755E-6625-4D89-BD13-653D7CE0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AFAD1-546A-4304-A70F-E31B0E1F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67C44-C8BC-4573-B5E4-6EE5CE93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2027A-5411-4F47-A71A-EFED7352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932B9-1225-4EF7-A8D6-F801DF6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9290C-B766-4802-ABE9-51F4A71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6127B-0251-4D1E-B443-BB65136E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9DA4A-CB6A-4AE8-8FF6-B4365378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9E1D7-4A66-4BC4-B9AB-F9C9ED66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E3597-E177-4AAC-B524-E318CB7F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</p:spTree>
    <p:extLst>
      <p:ext uri="{BB962C8B-B14F-4D97-AF65-F5344CB8AC3E}">
        <p14:creationId xmlns:p14="http://schemas.microsoft.com/office/powerpoint/2010/main" val="1559099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2026-09-14T03:54:06.8400000Z</dcterms:created>
  <dcterms:modified xsi:type="dcterms:W3CDTF">2026-09-14T03:54:06.8400000Z</dcterms:modified>
</coreProperties>
</file>