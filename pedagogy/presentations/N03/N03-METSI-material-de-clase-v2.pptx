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1a3408365d4a16" /><Relationship Type="http://schemas.openxmlformats.org/officeDocument/2006/relationships/extended-properties" Target="/docProps/app.xml" Id="R8176bf70621e4386" /><Relationship Type="http://schemas.openxmlformats.org/officeDocument/2006/relationships/officeDocument" Target="/ppt/presentation.xml" Id="R39afcac3e6404d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3aadeea2b24c92"/>
  </p:sldMasterIdLst>
  <p:notesMasterIdLst>
    <p:notesMasterId xmlns:r="http://schemas.openxmlformats.org/officeDocument/2006/relationships" r:id="Rfc9c78d6ff7c49cb"/>
  </p:notesMasterIdLst>
  <p:sldIdLst>
    <p:sldId xmlns:r="http://schemas.openxmlformats.org/officeDocument/2006/relationships" id="256" r:id="Rfb35c290b4dd4161"/>
    <p:sldId xmlns:r="http://schemas.openxmlformats.org/officeDocument/2006/relationships" id="257" r:id="Ra0229ee06197419c"/>
    <p:sldId xmlns:r="http://schemas.openxmlformats.org/officeDocument/2006/relationships" id="258" r:id="R2603e3fb26584318"/>
    <p:sldId xmlns:r="http://schemas.openxmlformats.org/officeDocument/2006/relationships" id="259" r:id="Rcd120c5855724f34"/>
    <p:sldId xmlns:r="http://schemas.openxmlformats.org/officeDocument/2006/relationships" id="260" r:id="R9c2e7ef0f0084302"/>
    <p:sldId xmlns:r="http://schemas.openxmlformats.org/officeDocument/2006/relationships" id="261" r:id="R147d553b896c4c3b"/>
    <p:sldId xmlns:r="http://schemas.openxmlformats.org/officeDocument/2006/relationships" id="262" r:id="Rc2583c6b979a4476"/>
    <p:sldId xmlns:r="http://schemas.openxmlformats.org/officeDocument/2006/relationships" id="263" r:id="Rb816b926bf7a40dc"/>
    <p:sldId xmlns:r="http://schemas.openxmlformats.org/officeDocument/2006/relationships" id="264" r:id="Rfa31fb4c6d284417"/>
    <p:sldId xmlns:r="http://schemas.openxmlformats.org/officeDocument/2006/relationships" id="265" r:id="R0894048edbf14a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c6cfab93ef41e0" /><Relationship Type="http://schemas.openxmlformats.org/officeDocument/2006/relationships/slideMaster" Target="/ppt/slideMasters/slideMaster1.xml" Id="R4e3aadeea2b24c92" /><Relationship Type="http://schemas.openxmlformats.org/officeDocument/2006/relationships/notesMaster" Target="/ppt/notesMasters/notesMaster1.xml" Id="Rfc9c78d6ff7c49cb" /><Relationship Type="http://schemas.openxmlformats.org/officeDocument/2006/relationships/presProps" Target="/ppt/presProps.xml" Id="Ra8d9082e326c4a29" /><Relationship Type="http://schemas.openxmlformats.org/officeDocument/2006/relationships/tableStyles" Target="/ppt/tableStyles.xml" Id="R43603c80ac6d4509" /><Relationship Type="http://schemas.openxmlformats.org/officeDocument/2006/relationships/slide" Target="/ppt/slides/slide1.xml" Id="Rfb35c290b4dd4161" /><Relationship Type="http://schemas.openxmlformats.org/officeDocument/2006/relationships/slide" Target="/ppt/slides/slide2.xml" Id="Ra0229ee06197419c" /><Relationship Type="http://schemas.openxmlformats.org/officeDocument/2006/relationships/slide" Target="/ppt/slides/slide3.xml" Id="R2603e3fb26584318" /><Relationship Type="http://schemas.openxmlformats.org/officeDocument/2006/relationships/slide" Target="/ppt/slides/slide4.xml" Id="Rcd120c5855724f34" /><Relationship Type="http://schemas.openxmlformats.org/officeDocument/2006/relationships/slide" Target="/ppt/slides/slide5.xml" Id="R9c2e7ef0f0084302" /><Relationship Type="http://schemas.openxmlformats.org/officeDocument/2006/relationships/slide" Target="/ppt/slides/slide6.xml" Id="R147d553b896c4c3b" /><Relationship Type="http://schemas.openxmlformats.org/officeDocument/2006/relationships/slide" Target="/ppt/slides/slide7.xml" Id="Rc2583c6b979a4476" /><Relationship Type="http://schemas.openxmlformats.org/officeDocument/2006/relationships/slide" Target="/ppt/slides/slide8.xml" Id="Rb816b926bf7a40dc" /><Relationship Type="http://schemas.openxmlformats.org/officeDocument/2006/relationships/slide" Target="/ppt/slides/slide9.xml" Id="Rfa31fb4c6d284417" /><Relationship Type="http://schemas.openxmlformats.org/officeDocument/2006/relationships/slide" Target="/ppt/slides/slide10.xml" Id="R0894048edbf14a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b184822ee944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1cb103a22c4145" /><Relationship Type="http://schemas.openxmlformats.org/officeDocument/2006/relationships/notesMaster" Target="/ppt/notesMasters/notesMaster1.xml" Id="R63f592a407cc45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374dc4720d4648" /><Relationship Type="http://schemas.openxmlformats.org/officeDocument/2006/relationships/notesMaster" Target="/ppt/notesMasters/notesMaster1.xml" Id="R66e19e1d12c247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352ecabca94d4e" /><Relationship Type="http://schemas.openxmlformats.org/officeDocument/2006/relationships/notesMaster" Target="/ppt/notesMasters/notesMaster1.xml" Id="R024ece6f8bed43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61719a001d411c" /><Relationship Type="http://schemas.openxmlformats.org/officeDocument/2006/relationships/notesMaster" Target="/ppt/notesMasters/notesMaster1.xml" Id="R4fad44a9613a44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c373b4647943d0" /><Relationship Type="http://schemas.openxmlformats.org/officeDocument/2006/relationships/notesMaster" Target="/ppt/notesMasters/notesMaster1.xml" Id="R145fd8510fa640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3cf677563f4ed0" /><Relationship Type="http://schemas.openxmlformats.org/officeDocument/2006/relationships/notesMaster" Target="/ppt/notesMasters/notesMaster1.xml" Id="Rfb6f92a6705349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3a17aca12c440f" /><Relationship Type="http://schemas.openxmlformats.org/officeDocument/2006/relationships/notesMaster" Target="/ppt/notesMasters/notesMaster1.xml" Id="R82a2b1508b0f49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892ced65a74dc6" /><Relationship Type="http://schemas.openxmlformats.org/officeDocument/2006/relationships/notesMaster" Target="/ppt/notesMasters/notesMaster1.xml" Id="R246e7571c9c440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1a1d1e73844591" /><Relationship Type="http://schemas.openxmlformats.org/officeDocument/2006/relationships/notesMaster" Target="/ppt/notesMasters/notesMaster1.xml" Id="Rccc1633ce8054f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16b51eed0c4fef" /><Relationship Type="http://schemas.openxmlformats.org/officeDocument/2006/relationships/notesMaster" Target="/ppt/notesMasters/notesMaster1.xml" Id="R1052911c5c6741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decisión inicial sobre el piloto y una consecuencia diferida.</a:t>
            </a:r>
          </a:p>
          <a:p xmlns:a="http://schemas.openxmlformats.org/drawingml/2006/main">
            <a:r>
              <a:t>Señal para avanzar: Hay predicciones incompatibles que pueden contrastarse.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acumulación explica que el resultado cambie tarde?</a:t>
            </a:r>
          </a:p>
          <a:p xmlns:a="http://schemas.openxmlformats.org/drawingml/2006/main">
            <a:r>
              <a:t>• ¿Qué mecanismo conecta estas dos variables?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Matriz del muro de predicciones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corregir todavía. Hacer visibles los supuestos sobre tiempo y frontera.</a:t>
            </a:r>
          </a:p>
          <a:p xmlns:a="http://schemas.openxmlformats.org/drawingml/2006/main">
            <a:r>
              <a:t>Señal para avanzar: Todas las decisiones tienen una demora asociada.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conecta estas dos variables?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>• ¿El problema se resolvió o cambió de lugar, canal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Estado inicial de HH-03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Explicar reglas, recursos y objetivo observable de la simulación.</a:t>
            </a:r>
          </a:p>
          <a:p xmlns:a="http://schemas.openxmlformats.org/drawingml/2006/main">
            <a:r>
              <a:t>Señal para avanzar: Los equipos pueden decidir sin información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>• ¿El problema se resolvió o cambió de lugar, canal o momento?</a:t>
            </a:r>
          </a:p>
          <a:p xmlns:a="http://schemas.openxmlformats.org/drawingml/2006/main">
            <a:r>
              <a:t>• ¿Qué frontera convirtió esta consecuencia en externa?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Ronda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sólo el resultado inmediato. Registrar el entusiasmo por escalar.</a:t>
            </a:r>
          </a:p>
          <a:p xmlns:a="http://schemas.openxmlformats.org/drawingml/2006/main">
            <a:r>
              <a:t>Señal para avanzar: Cada equipo toma una decisión irreversible para la ronda siguiente.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¿El problema se resolvió o cambió de lugar, canal o momento?</a:t>
            </a:r>
          </a:p>
          <a:p xmlns:a="http://schemas.openxmlformats.org/drawingml/2006/main">
            <a:r>
              <a:t>• ¿Qué frontera convirtió esta consecuencia en externa?</a:t>
            </a:r>
          </a:p>
          <a:p xmlns:a="http://schemas.openxmlformats.org/drawingml/2006/main">
            <a:r>
              <a:t>• ¿Qué señal aparecería antes del daño final?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Ronda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acumulación de excepciones y menor capacidad de reparación.</a:t>
            </a:r>
          </a:p>
          <a:p xmlns:a="http://schemas.openxmlformats.org/drawingml/2006/main">
            <a:r>
              <a:t>Señal para avanzar: Aparecen explicaciones sobre el mecanismo, no sólo sobre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frontera convirtió esta consecuencia en externa?</a:t>
            </a:r>
          </a:p>
          <a:p xmlns:a="http://schemas.openxmlformats.org/drawingml/2006/main">
            <a:r>
              <a:t>• ¿Qué señal aparecería antes del daño final?</a:t>
            </a:r>
          </a:p>
          <a:p xmlns:a="http://schemas.openxmlformats.org/drawingml/2006/main">
            <a:r>
              <a:t>• ¿Qué control tiene el actor al que se asignó responsabilidad?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Ronda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Revelar reclamos, canales alternativos y retorno de demanda.</a:t>
            </a:r>
          </a:p>
          <a:p xmlns:a="http://schemas.openxmlformats.org/drawingml/2006/main">
            <a:r>
              <a:t>Señal para avanzar: El grupo distingue desplazamiento de eliminación del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señal aparecería antes del daño final?</a:t>
            </a:r>
          </a:p>
          <a:p xmlns:a="http://schemas.openxmlformats.org/drawingml/2006/main">
            <a:r>
              <a:t>• ¿Qué control tiene el actor al que se asignó responsabilidad?</a:t>
            </a:r>
          </a:p>
          <a:p xmlns:a="http://schemas.openxmlformats.org/drawingml/2006/main">
            <a:r>
              <a:t>• ¿Qué acumulación explica que el resultado cambie tarde?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Sintaxis mínima de ciclos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Usar ejemplos producidos en el aula y marcar demoras.</a:t>
            </a:r>
          </a:p>
          <a:p xmlns:a="http://schemas.openxmlformats.org/drawingml/2006/main">
            <a:r>
              <a:t>Señal para avanzar: Cada flecha puede leerse como una proposición comprobable.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control tiene el actor al que se asignó responsabilidad?</a:t>
            </a:r>
          </a:p>
          <a:p xmlns:a="http://schemas.openxmlformats.org/drawingml/2006/main">
            <a:r>
              <a:t>• ¿Qué acumulación explica que el resultado cambie tarde?</a:t>
            </a:r>
          </a:p>
          <a:p xmlns:a="http://schemas.openxmlformats.org/drawingml/2006/main">
            <a:r>
              <a:t>• ¿Qué mecanismo conecta estas dos variables?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Protocolo de audiencia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que una objeción debe mostrar consecuencia, actor y decisión afectada.</a:t>
            </a:r>
          </a:p>
          <a:p xmlns:a="http://schemas.openxmlformats.org/drawingml/2006/main">
            <a:r>
              <a:t>Señal para avanzar: Cada equipo sostiene o revisa una frontera.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acumulación explica que el resultado cambie tarde?</a:t>
            </a:r>
          </a:p>
          <a:p xmlns:a="http://schemas.openxmlformats.org/drawingml/2006/main">
            <a:r>
              <a:t>• ¿Qué mecanismo conecta estas dos variables?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intervención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señal temprana, condición de detención y capacidad de reparar.</a:t>
            </a:r>
          </a:p>
          <a:p xmlns:a="http://schemas.openxmlformats.org/drawingml/2006/main">
            <a:r>
              <a:t>Señal para avanzar: La intervención elegida no depende sólo del indicador inicial.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conecta estas dos variables?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>• ¿El problema se resolvió o cambió de lugar, canal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registro, interpretación, hipótesis y decisión.</a:t>
            </a:r>
          </a:p>
          <a:p xmlns:a="http://schemas.openxmlformats.org/drawingml/2006/main">
            <a:r>
              <a:t>Señal para avanzar: Se identifica un salto inferencial que requiere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recibe el beneficio inmediato y quién absorbe el costo después?</a:t>
            </a:r>
          </a:p>
          <a:p xmlns:a="http://schemas.openxmlformats.org/drawingml/2006/main">
            <a:r>
              <a:t>• ¿El problema se resolvió o cambió de lugar, canal o momento?</a:t>
            </a:r>
          </a:p>
          <a:p xmlns:a="http://schemas.openxmlformats.org/drawingml/2006/main">
            <a:r>
              <a:t>• ¿Qué frontera convirtió esta consecuencia en externa?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97a0472e84d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e17c542a824261" /><Relationship Type="http://schemas.openxmlformats.org/officeDocument/2006/relationships/slideLayout" Target="/ppt/slideLayouts/slideLayout1.xml" Id="Rd0e3ff846c0d4b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e3ff846c0d4b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9c600fe6a42ee" /><Relationship Type="http://schemas.openxmlformats.org/officeDocument/2006/relationships/notesSlide" Target="/ppt/notesSlides/notesSlide1.xml" Id="R62dd67a60f2b44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b2b7147f24157" /><Relationship Type="http://schemas.openxmlformats.org/officeDocument/2006/relationships/notesSlide" Target="/ppt/notesSlides/notesSlide2.xml" Id="R56ce0ac4e77044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019ba326141ef" /><Relationship Type="http://schemas.openxmlformats.org/officeDocument/2006/relationships/notesSlide" Target="/ppt/notesSlides/notesSlide3.xml" Id="R6d476e5e190344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6dc8b49a64956" /><Relationship Type="http://schemas.openxmlformats.org/officeDocument/2006/relationships/notesSlide" Target="/ppt/notesSlides/notesSlide4.xml" Id="Rd6511bc354f24c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24a378f4a42f3" /><Relationship Type="http://schemas.openxmlformats.org/officeDocument/2006/relationships/notesSlide" Target="/ppt/notesSlides/notesSlide5.xml" Id="R362df674cb8846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1be084e4c4777" /><Relationship Type="http://schemas.openxmlformats.org/officeDocument/2006/relationships/notesSlide" Target="/ppt/notesSlides/notesSlide6.xml" Id="R2f84699730c641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44659fcb54045" /><Relationship Type="http://schemas.openxmlformats.org/officeDocument/2006/relationships/notesSlide" Target="/ppt/notesSlides/notesSlide7.xml" Id="R1643a946bf9d4f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76251e8fb4726" /><Relationship Type="http://schemas.openxmlformats.org/officeDocument/2006/relationships/notesSlide" Target="/ppt/notesSlides/notesSlide8.xml" Id="R2732762b291c4d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b9b5c8e5549e1" /><Relationship Type="http://schemas.openxmlformats.org/officeDocument/2006/relationships/notesSlide" Target="/ppt/notesSlides/notesSlide9.xml" Id="R8ca253c75d564d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2558a22504050" /><Relationship Type="http://schemas.openxmlformats.org/officeDocument/2006/relationships/notesSlide" Target="/ppt/notesSlides/notesSlide10.xml" Id="Rffb55eeb13a54d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57F51-9C41-4B4C-8855-C833AF1A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BF15E-E1F1-4724-97C8-DB7623E5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1FB69-6697-4CDD-8A1C-87BC028A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C3D88-A28F-4FB9-A7BA-9582D9F7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88243-56EF-4AC0-9C1A-3F24ED40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F83E2-F72D-4852-94F2-5459AE94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B5A6A-549B-4627-B789-F50060A2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6B5FE-3262-4F16-BA12-414F6951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C6650-7B72-46BA-8CBD-43500444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¿Dónde termina el sistema relevante y quién responde por las consecuencias que quedan fuera de la frontera elegida?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7E69C-1CB8-41AF-982A-6199C671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35773-1519-4514-84B3-A8281213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784273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A0449-2D44-4C20-9556-6F80A05D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378B4-DF62-417C-A133-E3E6CC5D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BF13D-381D-4EFF-BF47-2C651CA0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1B01F-B336-4973-91B8-1593FF82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45E93-EB0A-485E-9CAA-2D6A1B18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30DF7-0D72-4F92-8FA6-E8434252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C4895-3DE5-41C7-AF8A-9017C36F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B0178-2B35-48EC-91DA-5829DF04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Matriz del muro de predicciones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69E5F-7718-45B5-A02B-6B5E9F0C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106C1-AAFD-460E-A30B-CF15492B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1CE44-B210-4C6F-91DB-FB6E16D1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BA432-9F8F-4D67-959F-6185C0B7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234DE-6A40-4FFD-A6D3-6C7D5CD1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7AD1F-F770-43C4-9A4C-6314707D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BD1C5-9621-4610-9FC7-48D5E712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69365-61C8-4F5A-A86D-85086F20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293C6-6A76-4F32-8325-AC697CA1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1A22F-19A4-457D-A7B7-FA6F5259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991146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46B37-1E51-4533-A66B-E7CB12AE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2D31E-FEA7-44C4-BE7A-A09D0E39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B256B-8085-46D9-A00E-F8720856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01CA8-F8A3-4FB0-8C5D-037357F4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81B6-78E0-4A2E-A93F-FA203C58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01442-5E30-4FBB-A46B-B582E770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25540-9945-4ECA-A398-C71FCC5A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28EA2-9F75-465E-AFB3-CF8C4DC2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Estado inicial de HH-03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56282-E725-443B-BF0A-67A015E9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F1F14-D311-4348-BE67-E0420977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204E2-8297-4889-B071-FE87CE31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58920-C035-4B7E-990D-19E45978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62F29-0C5A-46D3-9B76-09035427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3FE03-B569-45BA-A588-0C90A607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9AE09-48AF-4426-9D14-F20B7C6F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69859-A1A6-4A21-B9C1-34F3ACE6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45667-7230-4994-986F-2058BC75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EC6BD-8D3F-43BF-8259-91184C1B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62EC6-15F6-48FD-8851-711080AE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C31DC-1F95-427F-895F-CB35D2D9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745763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45D8A-C45E-426F-BA00-EAF361ED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D0D04-4535-4D31-96F5-D1C69BF8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F2F37-9CEF-4377-B4A8-56175E94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C85B1-3DB4-4642-B962-1DD0BC6D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34181-88C7-490B-86DD-4A5A2C6D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16939-1823-4669-AF8E-263BC53D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4DE88-8FE8-49C2-95DE-60A025CD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B0160-0EB3-4C4D-A83F-90CE3A68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Ronda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3B5C2-1FFE-45CC-B79D-B0C5CB5A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0F805-52DA-4476-9E6A-9C9466D5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404EB-BF1A-4745-A0CC-93293FB6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71D6B-DE46-43F9-9B1C-7624F65B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9C406-A97B-4343-A8EC-A14402D5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48607-EC39-44B5-B412-AC03E5B0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522726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FC1DE-9F43-44D8-A0CF-D109A20D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5505D-7903-4B1A-BB8C-B6FB9D7D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90558-4F2E-485E-BF8C-912FADE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D6604-2B9B-42F8-8179-60EB1442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81E7C-CB58-4B66-82F6-50CDFC9F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75152-1425-43E5-942B-A31F874D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B5FAE-3035-4FAC-A904-089CF27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C9447-9518-41E2-BCE8-4672A8D7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Ronda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37F8D-FB39-4278-8DB8-67B53B6C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9394A-8056-45DE-8EA3-D14329B3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099D2-2B74-49D5-A8F2-6D65DA86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08512-C06D-457E-9E02-60798A66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0E4BC-96A0-4A63-B3F0-F59F7550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65B5D-8C2E-4175-BEA5-305DCEC2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593B9-AB6B-4119-BDA3-1E2C2079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55F55-7861-461E-9BE7-F8D4FE60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B3F4C-CC15-4543-BCF0-22CBDDB5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EE3AB-B050-491D-ABE4-98B05451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CF075-363B-4149-9E7B-0DF79C4C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B6296-F294-4D8E-AFD9-819D93E7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44967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3307C-0744-40CA-AAFE-D87290E9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05595-7042-4BDC-B0DE-00594DAD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36834-F266-42D3-9B31-B22C02A8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827B8-53DF-48B3-8118-C80B1361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B1D81-AE4B-432C-8D73-7F020B5B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2B49C-3AA0-43AD-9C2F-A4DFD885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29216-509F-4362-89D3-FC18E642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AC6EF-7992-4C92-A058-37F961D1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Ronda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9ADDB-1345-460E-A300-5289605F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84802-EB65-4C54-9CA8-A5D6DA79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FD91C-087B-4C7F-B490-9E668C32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071CC-25A7-40E7-A3C8-048375BF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2875B-1DCF-42D3-8446-22DBEAF7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81B1C-4D34-47B4-BBE3-E1948911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132413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CC604-8A42-4E49-B034-3CAFB460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D1A17-9CC3-4ADF-81C1-9689E4B0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9BF4C-50C5-4298-B25E-548DB9A6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D8B2B-7398-4210-95DC-3C7332FF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6988C-1D19-41D7-9C97-D72BCF80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F3E53-5C01-4B67-A71B-317A01C0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4F035-C5C4-410B-B7F3-D729932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49FFC-44AD-45C5-A077-4A72BB1D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Sintaxis mínima de ciclos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271DD-1D3C-4AD2-8FA3-E486A748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A0C18-1ABB-4049-8AD5-02657CF3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03FF5-0B35-464D-99B8-6705EED3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20635624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EB1801-FB86-4D32-BD93-276F4DF8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DF170-A569-4838-A89D-13517EE5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97250-693C-42D5-AB27-85B14033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FB5D0-5EDB-4520-B937-8B3A1737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72C2D-0F6F-4F10-9EC3-D1E0EC78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A3D46-F3A9-4A05-8C2F-AC4E72F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73C91-6294-440C-A1FD-9CAE26C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79AC3-6678-4465-B094-710F33D5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Protocolo de audiencia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5BAEE-418E-4E22-BA3C-07B25CAB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C8F29-A8FD-4A06-B7AF-6FCC59AA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BBF3B-2836-4CF7-A879-CC34EE9C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A2DCD-42AD-4DC5-8178-5B721DA9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A093A-C885-49D7-A0C6-D77DDF6E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01145-E952-455F-ABF9-ED8969EC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9BB3A-1C9C-488A-9222-7AC7CCDC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C0BC2-FB4A-4E4A-97D6-C3764D57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CE2F4-11C3-4791-ADA0-40171004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2928E-6EC1-4FE9-8D5B-17FDD606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FF477-8A09-4601-AA1F-806D7741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10BC3-AEE8-4C83-B855-D5908D5A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88058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B7875-C306-446C-B9F6-8A3BECE3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F5B82-A3A1-42CB-8A30-78190FF1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89142-0286-4EB0-8BEC-B75E5358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C3709-C7A3-4E9B-89AE-1D563B6F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DFC9A-D276-4A7D-AB16-CC34C67A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94CE1-F4A1-4277-833C-305ACC4D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0E0C7-1D48-476C-AE25-711520D3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E1BA6-B57F-48C7-B72B-C67773F2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intervención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8A6EF-43E1-4426-9C8B-414D179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36E04-4859-419C-B9A5-F464B419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0DE92-4A22-4E5C-9459-2B605461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64700-9343-430F-93C6-4CBE6F17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1130C-16B0-4140-9D60-DEFECE8C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885F5-99FF-4A77-BE6C-1DD0C30D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0F7D4-991E-4362-8862-7DC0A722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C1DD8-CD55-4AA6-9C5B-8856B5DA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E24D9-C686-42ED-A069-FD8733E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8884B-3DB1-40AA-BD6B-B98C6CA9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22DD1-0EAF-4B74-9A56-ECCF0AA1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801CC-3896-41ED-9589-53B872E3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444677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B11FF-85DF-4DF7-91AC-1673DC3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AC0B0-E01E-417F-BF3E-518774E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1CA51-3098-41B3-B71B-0CB488B0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94F59-D87F-4682-8477-A142F827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1F2EE-3510-4A37-8B85-1DEDB52F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0C1D9-5C0E-4010-9A57-3627473D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3F6B0-A208-40F6-B249-9EA00AFD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F76F1-F961-42C5-9D00-4CCB6558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215A1-7C6A-4E7E-9A19-589E7BD5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D1B47-3A75-4EA6-BD3D-17107713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7818A-1F0C-49F0-842A-40118A98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E8A5B-77F8-4F0B-9F2C-9FF8C343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C4012-0CB8-42FA-94B7-E5FA83F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A6ADF-18D5-4F56-9355-147E67E1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735EA-9612-44A3-A37D-8E43B015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</p:spTree>
    <p:extLst>
      <p:ext uri="{BB962C8B-B14F-4D97-AF65-F5344CB8AC3E}">
        <p14:creationId xmlns:p14="http://schemas.microsoft.com/office/powerpoint/2010/main" val="269538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2026-09-12T16:22:43.9450000Z</dcterms:created>
  <dcterms:modified xsi:type="dcterms:W3CDTF">2026-09-12T16:22:43.9450000Z</dcterms:modified>
</coreProperties>
</file>