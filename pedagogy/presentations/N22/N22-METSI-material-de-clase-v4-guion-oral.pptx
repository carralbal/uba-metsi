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5de78dd15e64b0d" /><Relationship Type="http://schemas.openxmlformats.org/officeDocument/2006/relationships/extended-properties" Target="/docProps/app.xml" Id="Rd96135a12cac4e2f" /><Relationship Type="http://schemas.openxmlformats.org/officeDocument/2006/relationships/officeDocument" Target="/ppt/presentation.xml" Id="Ree067b0f5f5c415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693ef9b4186405c"/>
  </p:sldMasterIdLst>
  <p:notesMasterIdLst>
    <p:notesMasterId xmlns:r="http://schemas.openxmlformats.org/officeDocument/2006/relationships" r:id="R663b28f9578a4caf"/>
  </p:notesMasterIdLst>
  <p:sldIdLst>
    <p:sldId xmlns:r="http://schemas.openxmlformats.org/officeDocument/2006/relationships" id="256" r:id="R44466b77e4b0424f"/>
    <p:sldId xmlns:r="http://schemas.openxmlformats.org/officeDocument/2006/relationships" id="257" r:id="R2c0b766c6bf24c3f"/>
    <p:sldId xmlns:r="http://schemas.openxmlformats.org/officeDocument/2006/relationships" id="258" r:id="R9b6316fcfa6e4147"/>
    <p:sldId xmlns:r="http://schemas.openxmlformats.org/officeDocument/2006/relationships" id="259" r:id="R144b1cbd47b945d5"/>
    <p:sldId xmlns:r="http://schemas.openxmlformats.org/officeDocument/2006/relationships" id="260" r:id="Rfc596b79402a4268"/>
    <p:sldId xmlns:r="http://schemas.openxmlformats.org/officeDocument/2006/relationships" id="261" r:id="Rde0ba9b17ea64092"/>
    <p:sldId xmlns:r="http://schemas.openxmlformats.org/officeDocument/2006/relationships" id="262" r:id="Rdfe4b495017947f9"/>
    <p:sldId xmlns:r="http://schemas.openxmlformats.org/officeDocument/2006/relationships" id="263" r:id="R9cbc31776a114c6d"/>
    <p:sldId xmlns:r="http://schemas.openxmlformats.org/officeDocument/2006/relationships" id="264" r:id="Rcc24fb7ef92047e1"/>
    <p:sldId xmlns:r="http://schemas.openxmlformats.org/officeDocument/2006/relationships" id="265" r:id="R0c8bf8371f0f492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48114ab5447440a" /><Relationship Type="http://schemas.openxmlformats.org/officeDocument/2006/relationships/slideMaster" Target="/ppt/slideMasters/slideMaster1.xml" Id="R5693ef9b4186405c" /><Relationship Type="http://schemas.openxmlformats.org/officeDocument/2006/relationships/notesMaster" Target="/ppt/notesMasters/notesMaster1.xml" Id="R663b28f9578a4caf" /><Relationship Type="http://schemas.openxmlformats.org/officeDocument/2006/relationships/presProps" Target="/ppt/presProps.xml" Id="Rf38f2820bde34292" /><Relationship Type="http://schemas.openxmlformats.org/officeDocument/2006/relationships/tableStyles" Target="/ppt/tableStyles.xml" Id="R053e8efe9aaa40d4" /><Relationship Type="http://schemas.openxmlformats.org/officeDocument/2006/relationships/slide" Target="/ppt/slides/slide1.xml" Id="R44466b77e4b0424f" /><Relationship Type="http://schemas.openxmlformats.org/officeDocument/2006/relationships/slide" Target="/ppt/slides/slide2.xml" Id="R2c0b766c6bf24c3f" /><Relationship Type="http://schemas.openxmlformats.org/officeDocument/2006/relationships/slide" Target="/ppt/slides/slide3.xml" Id="R9b6316fcfa6e4147" /><Relationship Type="http://schemas.openxmlformats.org/officeDocument/2006/relationships/slide" Target="/ppt/slides/slide4.xml" Id="R144b1cbd47b945d5" /><Relationship Type="http://schemas.openxmlformats.org/officeDocument/2006/relationships/slide" Target="/ppt/slides/slide5.xml" Id="Rfc596b79402a4268" /><Relationship Type="http://schemas.openxmlformats.org/officeDocument/2006/relationships/slide" Target="/ppt/slides/slide6.xml" Id="Rde0ba9b17ea64092" /><Relationship Type="http://schemas.openxmlformats.org/officeDocument/2006/relationships/slide" Target="/ppt/slides/slide7.xml" Id="Rdfe4b495017947f9" /><Relationship Type="http://schemas.openxmlformats.org/officeDocument/2006/relationships/slide" Target="/ppt/slides/slide8.xml" Id="R9cbc31776a114c6d" /><Relationship Type="http://schemas.openxmlformats.org/officeDocument/2006/relationships/slide" Target="/ppt/slides/slide9.xml" Id="Rcc24fb7ef92047e1" /><Relationship Type="http://schemas.openxmlformats.org/officeDocument/2006/relationships/slide" Target="/ppt/slides/slide10.xml" Id="R0c8bf8371f0f492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ac03341a83d4e0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3a346663348473a" /><Relationship Type="http://schemas.openxmlformats.org/officeDocument/2006/relationships/notesMaster" Target="/ppt/notesMasters/notesMaster1.xml" Id="Rf64b17769f3f405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be92afaf64e4b66" /><Relationship Type="http://schemas.openxmlformats.org/officeDocument/2006/relationships/notesMaster" Target="/ppt/notesMasters/notesMaster1.xml" Id="R4124b3caa35842f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62592cf15084606" /><Relationship Type="http://schemas.openxmlformats.org/officeDocument/2006/relationships/notesMaster" Target="/ppt/notesMasters/notesMaster1.xml" Id="R583568e5264f4fd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680bf6e4b14493e" /><Relationship Type="http://schemas.openxmlformats.org/officeDocument/2006/relationships/notesMaster" Target="/ppt/notesMasters/notesMaster1.xml" Id="R50b3e54fad00489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f7fb59a96bd4742" /><Relationship Type="http://schemas.openxmlformats.org/officeDocument/2006/relationships/notesMaster" Target="/ppt/notesMasters/notesMaster1.xml" Id="Rd97217d3181e4ab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d6da3a3ed5d40cb" /><Relationship Type="http://schemas.openxmlformats.org/officeDocument/2006/relationships/notesMaster" Target="/ppt/notesMasters/notesMaster1.xml" Id="Rb6a4404587df471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1b2fafec79e43c5" /><Relationship Type="http://schemas.openxmlformats.org/officeDocument/2006/relationships/notesMaster" Target="/ppt/notesMasters/notesMaster1.xml" Id="R9f875a01c8074b7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78082ce72fd490a" /><Relationship Type="http://schemas.openxmlformats.org/officeDocument/2006/relationships/notesMaster" Target="/ppt/notesMasters/notesMaster1.xml" Id="R78cf291c4f2b46a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2312156f313485a" /><Relationship Type="http://schemas.openxmlformats.org/officeDocument/2006/relationships/notesMaster" Target="/ppt/notesMasters/notesMaster1.xml" Id="Re2cc8d40789c4f1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5a2c02241624fd7" /><Relationship Type="http://schemas.openxmlformats.org/officeDocument/2006/relationships/notesMaster" Target="/ppt/notesMasters/notesMaster1.xml" Id="R5bc2cc586658483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Hoy vamos a trabajar sobre Iniciativas como hipótesis que pueden refutarse.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Quiero empezar con una pregunta. ¿Cómo dejar de defender una iniciativa por lo que promete y empezar a exigirle resultados que puedan cambiar la decisión?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Tómense un minuto para responder con sus propias palabras. No busquen una definición perfecta ni traten de adivinar qué respuesta espero. Anoten qué creen ahora y qué dato les falta para estar más seguros.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¿Qué observación haría perder la hipótesis? ¿Cuál es el mecanismo supuesto?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Después vamos a comparar las respuestas. Si aparecen posiciones distintas, esa diferencia nos va a servir para reconocer los supuestos con los que cada uno llegó al encuentro.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Vamos a empezar con una primera toma de posición.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 subrayan solución, resultado y mecanismo en una iniciativa. Lo que no puede separarse se reescribe.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La primera respuesta funciona como una referencia. Más adelante podremos ver si cambió y por qué.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Tenemos 9 minutos para esta parte.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¿Cuál es el mecanismo supuesto? ¿Qué rival explica el mismo resultado?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Cuando todos hayan dejado una posición visible, seguimos.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Ahora vamos a poner en común lo que cada uno vio y a comparar diferencias.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Cada equipo redacta qué observación volvería insostenible su hipótesis y cuál sería una explicación rival.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 intenten borrar el desacuerdo demasiado rápido. Una diferencia puede mostrar que estamos usando criterios distintos o mirando consecuencias diferentes.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Tenemos 17 minutos para esta parte.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¿Qué rival explica el mismo resultado? ¿Quién queda escondido por el promedio?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Antes de continuar, quiero que cada equipo pueda señalar por lo menos una diferencia que cambiaría una decisión.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Detengámonos en la distinción que necesitamos para poder decidir mejor.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 presupuesto limitado se compran observaciones. Debe justificarse qué incertidumbre reduce cada una.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 necesitamos repasar toda la lectura. Vamos a usar el concepto solamente donde ayuda a interpretar lo que tenemos delante.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Tenemos 14 minutos para esta parte.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¿Quién queda escondido por el promedio? ¿Qué obligación limita el piloto?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Seguimos cuando la distinción pueda explicarse con un ejemplo del caso y no solamente con una definición.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 esa distinción disponible, vamos a reconstruir el problema sobre un caso concreto.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 publican población, línea de base, ventana, umbral y decisión antes de recibir resultados.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Busquen relaciones que otra persona pueda seguir. Una afirmación gana valor cuando podemos mostrar en qué evidencia se apoya y qué decisión modifica.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Tenemos 18 minutos para esta parte.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¿Qué obligación limita el piloto? ¿Qué decisión cambia con este aprendizaje?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Antes de avanzar, dejen la producción en una forma que otro equipo pueda leer y revisar.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Voy a incorporar información nueva. La idea es observar si nuestra explicación resiste o necesita cambiar.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Los equipos diseñan exposición limitada, salvaguardas, monitoreo y autoridad para detener.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Cambiar de posición frente a evidencia nueva no es un error. Es una señal de que el razonamiento permanece abierto a revisión.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Tenemos 20 minutos para esta parte.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¿Qué decisión cambia con este aprendizaje? ¿Qué observación haría perder la hipótesis?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Anoten con claridad qué cambió, qué se mantiene y qué decisión queda habilitada por la evidencia nueva.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Llegó el momento de revisar el trabajo de otro equipo con cuidado y con evidencia.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 promedio mejora, pero empeora la llegada accesible. Se revisan población, hipótesis y decisión sin mover el umbral.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Una buena objeción no reemplaza el trabajo ajeno. Señala una relación débil y propone qué observación permitiría examinarla.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Tenemos 17 minutos para esta parte.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¿Qué observación haría perder la hipótesis? ¿Cuál es el mecanismo supuesto?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La revisión termina cuando la objeción señala una relación concreta y propone una prueba posible.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Vamos a defender una posición provisional y a explicar en qué evidencia se apoya.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Un equipo defiende ampliar y otro retirar con la misma evidencia. La decisión debe registrar incertidumbre residual.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Sean breves y específicos. Necesitamos escuchar qué sostienen, con qué evidencia y bajo qué condición aceptarían revisar la decisión.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Tenemos 17 minutos para esta parte.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¿Cuál es el mecanismo supuesto? ¿Qué rival explica el mismo resultado?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Cada equipo cierra cuando puede sostener una decisión provisional y también puede nombrar su límite.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Para terminar esta secuencia, vamos a registrar qué cambió y qué pregunta queda abierta.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 identifica el corte mínimo de N23 que puede probar el mecanismo sin fingir capacidad completa.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 registro final importa porque nos permite reconstruir el aprendizaje sin depender de la memoria del momento.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Tenemos 8 minutos para esta parte.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¿Qué rival explica el mismo resultado? ¿Quién queda escondido por el promedio?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Antes de terminar, dejen por escrito qué aprendieron y qué evidencia todavía podría cambiar su posición.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Para cerrar, vuelvan por un momento a la respuesta que dieron al comienzo.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Completen estas tres frases con una idea concreta. Antes pensaba. Ahora sostengo. Todavía revisaría mi posición si apareciera determinada evidencia.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 hace falta mostrar una conclusión definitiva. Lo importante es poder explicar qué cambió, qué produjo ese cambio y qué pregunta sigue abierta.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 resultado que buscamos hoy es este. Cada equipo entrega una hipótesis HH-22 refutable, con rival, umbrales previos, salvaguardas y reglas de decisión.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Dejen ese registro por escrito. Va a ser el punto de partida para el próximo encuentro y una huella del recorrido que estamos construyendo.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22004d4088411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f46094f01374f4c" /><Relationship Type="http://schemas.openxmlformats.org/officeDocument/2006/relationships/slideLayout" Target="/ppt/slideLayouts/slideLayout1.xml" Id="R5aff0c8755b748d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aff0c8755b748d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9a4f976603410b" /><Relationship Type="http://schemas.openxmlformats.org/officeDocument/2006/relationships/notesSlide" Target="/ppt/notesSlides/notesSlide1.xml" Id="Re1d20287fc2949a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1f5fd23e2145be" /><Relationship Type="http://schemas.openxmlformats.org/officeDocument/2006/relationships/notesSlide" Target="/ppt/notesSlides/notesSlide2.xml" Id="R3bdea11aa95f490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995d26ca9340b5" /><Relationship Type="http://schemas.openxmlformats.org/officeDocument/2006/relationships/notesSlide" Target="/ppt/notesSlides/notesSlide3.xml" Id="R313937994f184f1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2035a713dc48e5" /><Relationship Type="http://schemas.openxmlformats.org/officeDocument/2006/relationships/notesSlide" Target="/ppt/notesSlides/notesSlide4.xml" Id="R910b54b222d249b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01fea3d54e418a" /><Relationship Type="http://schemas.openxmlformats.org/officeDocument/2006/relationships/notesSlide" Target="/ppt/notesSlides/notesSlide5.xml" Id="R8e92b00fb16d4e2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9a01498f38476c" /><Relationship Type="http://schemas.openxmlformats.org/officeDocument/2006/relationships/notesSlide" Target="/ppt/notesSlides/notesSlide6.xml" Id="R3cdc37090d94426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656b62c3aa4096" /><Relationship Type="http://schemas.openxmlformats.org/officeDocument/2006/relationships/notesSlide" Target="/ppt/notesSlides/notesSlide7.xml" Id="Rf2ef41e6b4cf465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720a5379554240" /><Relationship Type="http://schemas.openxmlformats.org/officeDocument/2006/relationships/notesSlide" Target="/ppt/notesSlides/notesSlide8.xml" Id="Rd394be05d52e449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8f23e5f2964b68" /><Relationship Type="http://schemas.openxmlformats.org/officeDocument/2006/relationships/notesSlide" Target="/ppt/notesSlides/notesSlide9.xml" Id="R145748b08b554b4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15c424e7874383" /><Relationship Type="http://schemas.openxmlformats.org/officeDocument/2006/relationships/notesSlide" Target="/ppt/notesSlides/notesSlide10.xml" Id="Rc4ede93e336c406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5C43DE-C4A6-4CE5-81DA-2F29480B7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FEC43F-12C8-4104-BF57-8C242C148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N22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21B1A4-1350-4EAF-B099-30EF35F0C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41C17F-814A-4E31-9C92-9EC369D1D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E · PRODUCTO Y FLUJO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3573F7-B08F-40C1-9482-56D8A9CA8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FF0893-9005-4327-A985-94F25EBF5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B658AC-CCAA-4371-B8E6-B81A44335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3AB741-5595-4BF3-96AE-38CA90666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PREGUNTA PROFESIONAL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CE7E0A-6732-4E05-A2F2-7B0E7D948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123950"/>
            <a:ext cx="3667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Iniciativas como hipótesis que pueden refutarse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DB1A31-31EC-400C-A47E-04C74184D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19250"/>
            <a:ext cx="99060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4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4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¿Cómo dejar de defender una iniciativa por lo que promete y empezar a exigirle resultados que puedan cambiar la decisión?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C05C93-5939-4D55-A6B5-9AD732F9E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95850"/>
            <a:ext cx="838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EA9A69-BE9C-4264-B0B5-3295D1B2A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9700"/>
            <a:ext cx="8667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6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Respondé antes de explicar. La primera posición queda registrada para revisarla al cierre.</a:t>
            </a:r>
          </a:p>
        </p:txBody>
      </p:sp>
    </p:spTree>
    <p:extLst>
      <p:ext uri="{BB962C8B-B14F-4D97-AF65-F5344CB8AC3E}">
        <p14:creationId xmlns:p14="http://schemas.microsoft.com/office/powerpoint/2010/main" val="142755246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DB0B7ED-7874-41F2-A960-851D41070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DA6598-19F7-4586-89D4-D06103A27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N22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ED7DBE-5AE4-40D1-AFB8-DE6741067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98B917-8DE4-4AA5-89EA-6434F6AC4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E · PRODUCTO Y FLUJO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D0C516-BD1D-49DF-8DC8-C35AF74F1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AE7055-6D85-4BFB-9D6C-C504490E1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DB2687-EB84-415C-B606-DFEF635CE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489194-8D70-45DA-A15D-DBA491E3C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Desarme de promesas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74F3D7-CB27-4E50-B605-82752E030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1EA90F-C576-4119-9C76-B496DE647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9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98A54A-5636-418D-9803-7A931908B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Se subrayan solución, resultado y mecanismo en una iniciativa. Lo que no puede separarse se reescribe.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D58EE7-6956-45BC-9A5C-4767B4D07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05125"/>
            <a:ext cx="10763250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015100-C0A6-4FB6-AC2D-C99A828EF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38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POSICIÓN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E2F468-0E05-4C28-B117-25C390AAD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1475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2F6689-F119-4FA4-A0B9-F5F92F296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62400"/>
            <a:ext cx="2781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Una frase antes de debatir.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D7DFBB-800D-40FD-88D9-DD2EF2059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238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RAZÓN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E0E8C8-8F4C-4310-AFDF-03BA23E01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71475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85680E-B014-408B-966B-602EA1EF3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962400"/>
            <a:ext cx="2781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Una relación que otra persona pueda revisar.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95CA37-7508-4072-815E-0558D4EA8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238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EVIDENCIA FALTANTE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29233A-69B7-44C4-A1EA-6DA3DB20C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71475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A13A4C0-F3F9-4094-B1DA-26ABAE447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962400"/>
            <a:ext cx="2781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Una relación que otra persona pueda revisar.</a:t>
            </a:r>
          </a:p>
        </p:txBody>
      </p:sp>
    </p:spTree>
    <p:extLst>
      <p:ext uri="{BB962C8B-B14F-4D97-AF65-F5344CB8AC3E}">
        <p14:creationId xmlns:p14="http://schemas.microsoft.com/office/powerpoint/2010/main" val="101623260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C54E69C-98D4-481F-B544-D385CA866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9217E0-F687-4FDC-B422-264B758DD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N22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F33C89-0CE1-4B5E-8CAC-02513D00B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3A8D54-1D18-4163-A441-329D478DB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E · PRODUCTO Y FLUJO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FB2AED-A367-4BDC-872F-40E919ACB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C7C3A0-80E9-48C0-B011-6B783FA01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F6A7CD-1153-40B0-A593-DCB30BC22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6FE92D-B06D-4D6E-AA2F-FC616CF71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Clínica de refutación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5AC755-71F5-4FB8-AE98-8FCCB278A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9DA457-BD68-4A1C-B23E-05BE2A201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17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1BFC0A-8966-4306-B8F8-69AF59846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Cada equipo redacta qué observación volvería insostenible su hipótesis y cuál sería una explicación rival.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5EE84B-8548-4BCD-8A13-017280BEA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146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E462AD-A370-40E8-B631-ECA60DB20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956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BFC49C-11E1-4606-A495-E99F94EB9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4330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1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Primera lectura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94FAE5-C853-466D-951E-17CBF1691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7200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diferencia cambia la decisión?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A59E23-D9B4-4C0A-A3AA-83513F3EE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9146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6970A9-058E-42DC-8111-2120029BE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2956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36D4EE-9072-445B-B0EE-30B66D055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54330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1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Tensión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126A3D-9768-41CC-A823-625E31D9F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57200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diferencia cambia la decisión?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AB61790-762A-46A2-9B75-683ED3E13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9146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8DC321E-CB7F-4646-82FF-C243625AA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2956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EC78865-C8F0-45A0-88F9-56EB7BA2D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54330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1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Decisión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E71FCEC-A9E3-4095-9C2A-0353C879E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57200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diferencia cambia la decisión?</a:t>
            </a:r>
          </a:p>
        </p:txBody>
      </p:sp>
    </p:spTree>
    <p:extLst>
      <p:ext uri="{BB962C8B-B14F-4D97-AF65-F5344CB8AC3E}">
        <p14:creationId xmlns:p14="http://schemas.microsoft.com/office/powerpoint/2010/main" val="186307380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9C5DC3-A36D-44B7-BAE4-2B3A2CAC7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9E69EA-1B90-42E6-805F-4F3803C7E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N22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B10EDA-01BD-4ED9-9267-9A5436BB9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789A34-3818-4930-BE2E-831AA2B78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E · PRODUCTO Y FLUJO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30F2C8-434C-4A3D-A6D6-8C0E7DF97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9F54DA-E576-491D-A730-3E7BAFAD8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1A6767-A1E7-455B-B94C-729C34D06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5D7BED-7464-406E-9CD6-6943011DB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Subasta de evidencia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2C61C7-25D5-40DC-AB1B-077CE0214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4483AA-A3B0-4700-A2C9-5636555F6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14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58D872-95A6-45EF-9693-2AAD616CA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Con presupuesto limitado se compran observaciones. Debe justificarse qué incertidumbre reduce cada una.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43204C-0E2B-465B-9E24-C58CDD630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4325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304"/>
          </a:bodyPr>
          <a:lstStyle xmlns:a="http://schemas.openxmlformats.org/drawingml/2006/main"/>
          <a:p xmlns:a="http://schemas.openxmlformats.org/drawingml/2006/main">
            <a:pPr>
              <a:defRPr sz="34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4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E4249C-4B3C-4A45-AC01-7498EE5D3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43250"/>
            <a:ext cx="390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Lo que el artefacto afirma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8E35F9-54DD-498B-AC3B-5D5AED6CD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819400"/>
            <a:ext cx="19050" cy="262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293A52-9B85-47BE-B662-E12F58DDE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4325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304"/>
          </a:bodyPr>
          <a:lstStyle xmlns:a="http://schemas.openxmlformats.org/drawingml/2006/main"/>
          <a:p xmlns:a="http://schemas.openxmlformats.org/drawingml/2006/main">
            <a:pPr>
              <a:defRPr sz="34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4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EA2458-38AE-4B7D-B79F-2D7FEBD2C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143250"/>
            <a:ext cx="390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Lo que la evidencia permite afirmar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CA95B9-8935-4D22-846A-4B16DD440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4820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0" i="0">
                <a:solidFill>
                  <a:srgbClr val="5B5D59"/>
                </a:solidFill>
                <a:latin typeface="Didot"/>
                <a:ea typeface="Didot"/>
                <a:cs typeface="Didot"/>
              </a:defRPr>
            </a:pPr>
            <a:r>
              <a:rPr sz="2175" b="0" i="0">
                <a:solidFill>
                  <a:srgbClr val="5B5D59"/>
                </a:solidFill>
                <a:latin typeface="Didot"/>
                <a:ea typeface="Didot"/>
                <a:cs typeface="Didot"/>
              </a:rPr>
              <a:t>La diferencia debe conducir a una revisión observable.</a:t>
            </a:r>
          </a:p>
        </p:txBody>
      </p:sp>
    </p:spTree>
    <p:extLst>
      <p:ext uri="{BB962C8B-B14F-4D97-AF65-F5344CB8AC3E}">
        <p14:creationId xmlns:p14="http://schemas.microsoft.com/office/powerpoint/2010/main" val="163238614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2B730A5-0770-4A8F-ABF4-C84C7A96F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146E78-CB73-4202-B6E4-C2CE41789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N22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1289A6-54B7-4C51-8A97-049ED0D4D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A2EC78-7D74-44A2-A941-57F53DE00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E · PRODUCTO Y FLUJO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1A7837-EE95-44DA-B1E6-C66EF62E7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2F4256-8A72-432C-BEE6-BEE1F2DC4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575E23-73D7-4DA7-86AB-0CD86880A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A9E541-451B-40A4-8FD1-9CFE07DD9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Fijación pública de umbrales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CB646D-27E7-4C1D-94CF-3323270B7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FBE746-FFF9-4557-9E07-6C9F97688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18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C25AEC-AA16-419A-85E3-C97F05D65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Se publican población, línea de base, ventana, umbral y decisión antes de recibir resultados.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20926E-B639-461D-84F5-A9F8F4C78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575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F46597-2B87-4BBA-9155-551AEDE38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8194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80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se intenta sostener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D8EA96-DBCA-4E80-882D-19C5CCF0E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2575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8528FB-91E0-4724-AF47-4131250AD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433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A4881D-E0AC-433B-89DF-DC58D527E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5052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8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evidencia existe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698836-6E1F-4F9A-AEEF-6E7548C31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9433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860B06-E816-4038-86B1-2F5593712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291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4C96DBF-DF93-4E00-B6E8-01694B3EF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1910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8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falta distinguir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BC7B4B1-68C4-4755-B63D-452DA6D77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6291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26403C3-ADB4-42D0-B7FA-20B62ED3A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149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57FD579-9596-483F-9120-773C6401E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8768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8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decisión cambia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D6D95F0-BC54-483C-B828-CE8208673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149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73883270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A28303-301C-4D44-A5A5-03EAB252E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B6691E-F5EF-4A43-927E-5960AC089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N22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0C7E06-DB5E-4BBF-B3C6-52403B38B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12F8D2-9A43-4F6C-89CD-B1D988BD0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E · PRODUCTO Y FLUJO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C490C3-6E91-47C6-9425-2F96FE35D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AA0121-C8A6-49D5-9EBE-0DC910BEB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6AA626-FB24-4E51-A641-202F759F7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32B2D3-7AEC-4ADB-96AF-3EB9009BA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Piloto HH-22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3B479C-D11A-4955-BC64-D8C9E7EBB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4C9D59-25D0-4942-915D-5721742B1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20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8C5C50-5843-44FB-89D4-875F80E68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14550"/>
            <a:ext cx="10763250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2A3688-8B94-4AF0-B5C1-A78A6E6E0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622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TRABAJO DE EQUIPO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A8442C-4A39-41F2-AB63-C205AE162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00350"/>
            <a:ext cx="7810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5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Umbral previo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126F14-0944-4DD1-BCA2-1B62EF16E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38550"/>
            <a:ext cx="80962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57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Los equipos diseñan exposición limitada, salvaguardas, monitoreo y autoridad para detener.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B7E083-19EF-45FC-B118-4E74902E3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4574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05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TIEMPO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D4E1C7-5586-4B17-B416-610954E26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933700"/>
            <a:ext cx="11906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18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20</a:t>
            </a:r>
          </a:p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18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minutos</a:t>
            </a:r>
          </a:p>
        </p:txBody>
      </p:sp>
    </p:spTree>
    <p:extLst>
      <p:ext uri="{BB962C8B-B14F-4D97-AF65-F5344CB8AC3E}">
        <p14:creationId xmlns:p14="http://schemas.microsoft.com/office/powerpoint/2010/main" val="8979112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AD9F7A-11FA-487C-8839-EDF01E752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36D90E-210F-424F-8406-8E6315566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N22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1B2261-A5C2-4D58-BA99-2D7692C3B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5B7E2D-2F7B-4096-97BF-AC8CE011F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E · PRODUCTO Y FLUJO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D7C61F-E5FC-4D04-98E1-0B5C2338A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377836-9621-462E-896A-523905533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B3BEA5-D761-4DCC-B27E-93A347A3D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CD1B8E-B677-4FA7-B1F0-524A4DF94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Resultado adverso distribuido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759C77-1173-427C-9416-CA3DC2860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92DFD4-FB33-4B1B-B527-149211E5A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17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8EE73F-B568-403F-86E0-DB08627D1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38375"/>
            <a:ext cx="10382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360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360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EVIDENCIA NUEVA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EE09B3-93C7-44EA-8B3C-23C4BF00B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86100"/>
            <a:ext cx="1066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791EF0-44B8-4FD2-AB1E-7F3F4FDEA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24250"/>
            <a:ext cx="10001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El promedio mejora, pero empeora la llegada accesible. Se revisan población, hipótesis y decisión sin mover el umbral.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99AFDD-9C23-497A-BA45-DF2259E38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6255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Localicen qué cambia, qué se sostiene y qué todavía falta probar.</a:t>
            </a:r>
          </a:p>
        </p:txBody>
      </p:sp>
    </p:spTree>
    <p:extLst>
      <p:ext uri="{BB962C8B-B14F-4D97-AF65-F5344CB8AC3E}">
        <p14:creationId xmlns:p14="http://schemas.microsoft.com/office/powerpoint/2010/main" val="101823082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E75133-7A10-4ECB-BFCB-34A495A03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D4B9A1-4AB3-4266-911A-C5703EBA6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N22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6338C5-1BC1-4B65-9244-4EB448C1F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F489CD-A1BE-49DB-8F0F-85467E24C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E · PRODUCTO Y FLUJO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18388E-3C21-485F-B40C-D352D65CA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9FF12D-2FEA-4C88-818A-1668C58D0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B45070-E4D8-4C56-8CD1-655EA1C34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F2A485-7D20-4BD7-B4DD-FF2D41643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Junta de ampliar o retirar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AC49E5-DC45-4419-AED6-91DFEE0CB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D2B46A-55BF-40C6-B1EA-DF4180B01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17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FE040F-3A6B-4074-85F8-C32FA3C6B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Un equipo defiende ampliar y otro retirar con la misma evidencia. La decisión debe registrar incertidumbre residual.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62C371-D490-4387-8AA1-4C04A49A6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003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F5A380-2AF2-4ACC-85EE-5A4EC5546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94322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Citar el punto observado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5C6A80-DC91-4D20-860C-ECBCF3204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74332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6355B8-D70E-432C-9290-E4ADFDBC8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30003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D4EE3D-F06B-4D95-886B-50A287B5A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294322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Nombrar la relación débil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C927CF-06D3-44E6-835B-2E5240F86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374332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9AEA77-4EA8-4AFA-AC21-16791DF8D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3862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99C991-E498-4E0B-B86B-17F385905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18147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Proponer una prueba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D463221-E58F-4EC3-A304-DE66477CB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98157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605B084-091F-4654-8157-41A6748AC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423862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A59741E-29DB-4D29-940B-D7DD80C73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418147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Evitar resolver por el otro equipo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2C93BE9-E805-4A6A-B684-9E7603BCB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498157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5542051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FB4F3F9-2929-42C1-A785-E35080A84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B0F72E-4F7E-4C26-8BC4-B7554F8E6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N22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771DDA-57DB-457A-9F1F-09867684B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237A3B-7814-4882-9A3D-49A9BF902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E · PRODUCTO Y FLUJO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A328FB-9FF8-4759-BF13-EACF865C4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C75B02-F43F-422C-A7C8-ECA3ED1F4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02F2CD-0D30-49CF-AA24-5C0A9E561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974361-2FAD-4B1D-B23C-CD60E111C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Cierre y puente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969CB6-6E8A-4AE9-8CB4-79D54920E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0D668E-BE3E-4BCF-8D34-51AAC38C9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8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DC2DD2-AB5E-4E6B-B87F-C9A5B16F2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Se identifica el corte mínimo de N23 que puede probar el mecanismo sin fingir capacidad completa.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2F5B1E-3331-410C-A29B-E7700680C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575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FC7D4B-E631-4DCF-BBEB-F95DDBEDD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790825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02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sostenemos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41D708-58F4-4739-B5C6-DAEAA4960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9908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BD134C-EBB5-4A67-B5E2-6C31F0F5C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433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C31871-A095-4443-930A-AD9B43317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476625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02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evidencia usamos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899ABD-8CD0-4F7B-A65D-D337B1273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6766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C0A468-1352-4B54-8A77-542C05A7B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291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362F74-B9CE-447D-B931-1FFA5BBDB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162425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02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decidimos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9FA8813-3583-4DA3-9CBC-73A1E09A8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3624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E40FCEB-E073-4691-BFFD-B69D27C67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149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B05DC6C-8F2B-4DED-9341-B3EDD387A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848225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02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podría hacernos revisar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4B30E40-675B-40AB-B94B-FC3D224FE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50482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23648037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8D9F65-49DC-4A25-818E-B082A3302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CFE9A5-CD13-43B9-91F2-A508BC8FA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N22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D41A4E-361B-4EE0-BF2D-EC65F832E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0EE428-46AB-4521-9A46-25B915D99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E · PRODUCTO Y FLUJO  ·  CIERRE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43DD41-8496-45D6-BF32-1D0EE53C8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B3D7E0-2A63-4C67-9892-6473B79AD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6230EA-EC53-4BE5-97AB-6A5B5F3DD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8DD1F8-8A5E-4A55-BBC0-789A76BEB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Puente a N23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27F02A-0E9F-4CDB-A63E-58096A22E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ANTES PENSABA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666F49-832E-4C31-B61A-7119E9739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AHORA SOSTENGO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5D82B2-8269-4BAC-AA4B-33DF57BCB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TODAVÍA REVISARÍA SI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2295D6-C39B-45F8-8B21-666FABCD1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536AA7-EDF9-4B2D-8A29-82F167C04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18690F-ED11-4286-8BBF-07ED7FC4A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AE287A-396D-4C13-8BD1-8BC6077D9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970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Cada equipo entrega una hipótesis HH-22 refutable, con rival, umbrales previos, salvaguardas y reglas de decisión.</a:t>
            </a:r>
          </a:p>
        </p:txBody>
      </p:sp>
    </p:spTree>
    <p:extLst>
      <p:ext uri="{BB962C8B-B14F-4D97-AF65-F5344CB8AC3E}">
        <p14:creationId xmlns:p14="http://schemas.microsoft.com/office/powerpoint/2010/main" val="109192666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2026-09-15T15:47:15.4820000Z</dcterms:created>
  <dcterms:modified xsi:type="dcterms:W3CDTF">2026-09-15T15:47:15.4820000Z</dcterms:modified>
</coreProperties>
</file>