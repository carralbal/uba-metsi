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938da41164082" /><Relationship Type="http://schemas.openxmlformats.org/officeDocument/2006/relationships/extended-properties" Target="/docProps/app.xml" Id="R0b2f34867d0d4b58" /><Relationship Type="http://schemas.openxmlformats.org/officeDocument/2006/relationships/officeDocument" Target="/ppt/presentation.xml" Id="R329310b05eb44f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b422c09ac4e38"/>
  </p:sldMasterIdLst>
  <p:notesMasterIdLst>
    <p:notesMasterId xmlns:r="http://schemas.openxmlformats.org/officeDocument/2006/relationships" r:id="R1b7aa08f7a814ceb"/>
  </p:notesMasterIdLst>
  <p:sldIdLst>
    <p:sldId xmlns:r="http://schemas.openxmlformats.org/officeDocument/2006/relationships" id="256" r:id="Rc4a252c39ea04ad1"/>
    <p:sldId xmlns:r="http://schemas.openxmlformats.org/officeDocument/2006/relationships" id="257" r:id="R23287ddfbb8f40cf"/>
    <p:sldId xmlns:r="http://schemas.openxmlformats.org/officeDocument/2006/relationships" id="258" r:id="Re32233bad29a4907"/>
    <p:sldId xmlns:r="http://schemas.openxmlformats.org/officeDocument/2006/relationships" id="259" r:id="R1336d8bf08a74740"/>
    <p:sldId xmlns:r="http://schemas.openxmlformats.org/officeDocument/2006/relationships" id="260" r:id="R84211f0cac3f413c"/>
    <p:sldId xmlns:r="http://schemas.openxmlformats.org/officeDocument/2006/relationships" id="261" r:id="R1c6f6bf1af3d4466"/>
    <p:sldId xmlns:r="http://schemas.openxmlformats.org/officeDocument/2006/relationships" id="262" r:id="Rcac84a2d54a9444f"/>
    <p:sldId xmlns:r="http://schemas.openxmlformats.org/officeDocument/2006/relationships" id="263" r:id="R7e19fa9659204adc"/>
    <p:sldId xmlns:r="http://schemas.openxmlformats.org/officeDocument/2006/relationships" id="264" r:id="Rfb02bac3eeb5498c"/>
    <p:sldId xmlns:r="http://schemas.openxmlformats.org/officeDocument/2006/relationships" id="265" r:id="R0721836f1cdd41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d1db89b274dda" /><Relationship Type="http://schemas.openxmlformats.org/officeDocument/2006/relationships/slideMaster" Target="/ppt/slideMasters/slideMaster1.xml" Id="R7a8b422c09ac4e38" /><Relationship Type="http://schemas.openxmlformats.org/officeDocument/2006/relationships/notesMaster" Target="/ppt/notesMasters/notesMaster1.xml" Id="R1b7aa08f7a814ceb" /><Relationship Type="http://schemas.openxmlformats.org/officeDocument/2006/relationships/presProps" Target="/ppt/presProps.xml" Id="Re258c92f9ccb4b7c" /><Relationship Type="http://schemas.openxmlformats.org/officeDocument/2006/relationships/tableStyles" Target="/ppt/tableStyles.xml" Id="R5109a6a0bb2d450b" /><Relationship Type="http://schemas.openxmlformats.org/officeDocument/2006/relationships/slide" Target="/ppt/slides/slide1.xml" Id="Rc4a252c39ea04ad1" /><Relationship Type="http://schemas.openxmlformats.org/officeDocument/2006/relationships/slide" Target="/ppt/slides/slide2.xml" Id="R23287ddfbb8f40cf" /><Relationship Type="http://schemas.openxmlformats.org/officeDocument/2006/relationships/slide" Target="/ppt/slides/slide3.xml" Id="Re32233bad29a4907" /><Relationship Type="http://schemas.openxmlformats.org/officeDocument/2006/relationships/slide" Target="/ppt/slides/slide4.xml" Id="R1336d8bf08a74740" /><Relationship Type="http://schemas.openxmlformats.org/officeDocument/2006/relationships/slide" Target="/ppt/slides/slide5.xml" Id="R84211f0cac3f413c" /><Relationship Type="http://schemas.openxmlformats.org/officeDocument/2006/relationships/slide" Target="/ppt/slides/slide6.xml" Id="R1c6f6bf1af3d4466" /><Relationship Type="http://schemas.openxmlformats.org/officeDocument/2006/relationships/slide" Target="/ppt/slides/slide7.xml" Id="Rcac84a2d54a9444f" /><Relationship Type="http://schemas.openxmlformats.org/officeDocument/2006/relationships/slide" Target="/ppt/slides/slide8.xml" Id="R7e19fa9659204adc" /><Relationship Type="http://schemas.openxmlformats.org/officeDocument/2006/relationships/slide" Target="/ppt/slides/slide9.xml" Id="Rfb02bac3eeb5498c" /><Relationship Type="http://schemas.openxmlformats.org/officeDocument/2006/relationships/slide" Target="/ppt/slides/slide10.xml" Id="R0721836f1cdd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7b290b113246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dd65c55a241f0" /><Relationship Type="http://schemas.openxmlformats.org/officeDocument/2006/relationships/notesMaster" Target="/ppt/notesMasters/notesMaster1.xml" Id="Rd7021a0ae3e64c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d57e0fd4614e91" /><Relationship Type="http://schemas.openxmlformats.org/officeDocument/2006/relationships/notesMaster" Target="/ppt/notesMasters/notesMaster1.xml" Id="R195797ecb548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141d394604370" /><Relationship Type="http://schemas.openxmlformats.org/officeDocument/2006/relationships/notesMaster" Target="/ppt/notesMasters/notesMaster1.xml" Id="R81de4cf15dd0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ba59480a5403e" /><Relationship Type="http://schemas.openxmlformats.org/officeDocument/2006/relationships/notesMaster" Target="/ppt/notesMasters/notesMaster1.xml" Id="R89cfc0ac0d2e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bdf9423787435e" /><Relationship Type="http://schemas.openxmlformats.org/officeDocument/2006/relationships/notesMaster" Target="/ppt/notesMasters/notesMaster1.xml" Id="R7d82244873a643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98f8e2b304f96" /><Relationship Type="http://schemas.openxmlformats.org/officeDocument/2006/relationships/notesMaster" Target="/ppt/notesMasters/notesMaster1.xml" Id="R6f9fffefdf0f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0f6a56892f4a07" /><Relationship Type="http://schemas.openxmlformats.org/officeDocument/2006/relationships/notesMaster" Target="/ppt/notesMasters/notesMaster1.xml" Id="Rc20140d9b78c4c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0bb21908664a69" /><Relationship Type="http://schemas.openxmlformats.org/officeDocument/2006/relationships/notesMaster" Target="/ppt/notesMasters/notesMaster1.xml" Id="R062a16e2869046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218d6a7484235" /><Relationship Type="http://schemas.openxmlformats.org/officeDocument/2006/relationships/notesMaster" Target="/ppt/notesMasters/notesMaster1.xml" Id="R90182550e0b0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6fa75b37c44c43" /><Relationship Type="http://schemas.openxmlformats.org/officeDocument/2006/relationships/notesMaster" Target="/ppt/notesMasters/notesMaster1.xml" Id="Rc76e828815954c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iniciativa que pueda perder.</a:t>
            </a:r>
          </a:p>
          <a:p xmlns:a="http://schemas.openxmlformats.org/drawingml/2006/main">
            <a:r>
              <a:t>Señal para avanzar: Aparece una condición de derrota.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Deseo, solución e hipótesis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Desarme de promesas · 9 minutos</a:t>
            </a:r>
          </a:p>
          <a:p xmlns:a="http://schemas.openxmlformats.org/drawingml/2006/main">
            <a:r>
              <a:t>Se subrayan solución, resultado y mecanismo en una iniciativa. Lo que no puede separarse se reescribe.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resultado de artefacto.</a:t>
            </a:r>
          </a:p>
          <a:p xmlns:a="http://schemas.openxmlformats.org/drawingml/2006/main">
            <a:r>
              <a:t>Señal para avanzar: El mecanismo queda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base y población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refutación · 17 minutos</a:t>
            </a:r>
          </a:p>
          <a:p xmlns:a="http://schemas.openxmlformats.org/drawingml/2006/main">
            <a:r>
              <a:t>Cada equipo redacta qué observación volvería insostenible su hipótesis y cuál sería una explicación rival.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promedios sin universo.</a:t>
            </a:r>
          </a:p>
          <a:p xmlns:a="http://schemas.openxmlformats.org/drawingml/2006/main">
            <a:r>
              <a:t>Señal para avanzar: La comparación es interpretable.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Hipótesis rival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Subasta de evidencia · 14 minutos</a:t>
            </a:r>
          </a:p>
          <a:p xmlns:a="http://schemas.openxmlformats.org/drawingml/2006/main">
            <a:r>
              <a:t>Con presupuesto limitado se compran observaciones. Debe justificarse qué incertidumbre reduce cada 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más explicaría el cambio.</a:t>
            </a:r>
          </a:p>
          <a:p xmlns:a="http://schemas.openxmlformats.org/drawingml/2006/main">
            <a:r>
              <a:t>Señal para avanzar: Hay al menos una rival plausible.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Subasta de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Fijación pública de umbrales · 18 minutos</a:t>
            </a:r>
          </a:p>
          <a:p xmlns:a="http://schemas.openxmlformats.org/drawingml/2006/main">
            <a:r>
              <a:t>Se publican población, línea de base, ventana, umbral y decisión antes de recibir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costo con incertidumbre.</a:t>
            </a:r>
          </a:p>
          <a:p xmlns:a="http://schemas.openxmlformats.org/drawingml/2006/main">
            <a:r>
              <a:t>Señal para avanzar: Cada dato modifica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Umbral previo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Piloto HH-22 · 20 minutos</a:t>
            </a:r>
          </a:p>
          <a:p xmlns:a="http://schemas.openxmlformats.org/drawingml/2006/main">
            <a:r>
              <a:t>Los equipos diseñan exposición limitada, salvaguardas, monitoreo y autoridad para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Sellar ventana y regla.</a:t>
            </a:r>
          </a:p>
          <a:p xmlns:a="http://schemas.openxmlformats.org/drawingml/2006/main">
            <a:r>
              <a:t>Señal para avanzar: No pueden moverse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Piloto y salvaguarda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Resultado adverso distribuido · 17 minutos</a:t>
            </a:r>
          </a:p>
          <a:p xmlns:a="http://schemas.openxmlformats.org/drawingml/2006/main">
            <a:r>
              <a:t>El promedio mejora, pero empeora la llegada accesible. Se revisan población, hipótesis y decisión sin mover el umbral.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Limitar exposición y daño.</a:t>
            </a:r>
          </a:p>
          <a:p xmlns:a="http://schemas.openxmlformats.org/drawingml/2006/main">
            <a:r>
              <a:t>Señal para avanzar: Existe autoridad de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Resultado desigual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Junta de ampliar o retirar · 17 minutos</a:t>
            </a:r>
          </a:p>
          <a:p xmlns:a="http://schemas.openxmlformats.org/drawingml/2006/main">
            <a:r>
              <a:t>Un equipo defiende ampliar y otro retirar con la misma evidencia. La decisión debe registrar incertidumbre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el promedio.</a:t>
            </a:r>
          </a:p>
          <a:p xmlns:a="http://schemas.openxmlformats.org/drawingml/2006/main">
            <a:r>
              <a:t>Señal para avanzar: El equipo revisa población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Junta HH-22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identifica el corte mínimo de N23 que puede probar el mecanismo sin fingir capacidad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ampliar, modificar y retirar.</a:t>
            </a:r>
          </a:p>
          <a:p xmlns:a="http://schemas.openxmlformats.org/drawingml/2006/main">
            <a:r>
              <a:t>Señal para avanzar: Se declara incertidumbre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 corte que pruebe mecanismo.</a:t>
            </a:r>
          </a:p>
          <a:p xmlns:a="http://schemas.openxmlformats.org/drawingml/2006/main">
            <a:r>
              <a:t>Señal para avanzar: Surge una capacidad vertical mínima.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iniciativa expresada como una cadena de resultado, mecanismo, evidencia, decisión y retiro.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1bd94db66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a6fabb502a4e5e" /><Relationship Type="http://schemas.openxmlformats.org/officeDocument/2006/relationships/slideLayout" Target="/ppt/slideLayouts/slideLayout1.xml" Id="Rd0f7d499244a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f7d499244a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83ffe58445ea" /><Relationship Type="http://schemas.openxmlformats.org/officeDocument/2006/relationships/notesSlide" Target="/ppt/notesSlides/notesSlide1.xml" Id="R2ea58611d24f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af03f355f4d53" /><Relationship Type="http://schemas.openxmlformats.org/officeDocument/2006/relationships/notesSlide" Target="/ppt/notesSlides/notesSlide2.xml" Id="R373ecd42d3dc46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50b1c770947b3" /><Relationship Type="http://schemas.openxmlformats.org/officeDocument/2006/relationships/notesSlide" Target="/ppt/notesSlides/notesSlide3.xml" Id="R2716b240bd7b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adce0d4e4dad" /><Relationship Type="http://schemas.openxmlformats.org/officeDocument/2006/relationships/notesSlide" Target="/ppt/notesSlides/notesSlide4.xml" Id="Raeeb81d93936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e99c9b74f4dac" /><Relationship Type="http://schemas.openxmlformats.org/officeDocument/2006/relationships/notesSlide" Target="/ppt/notesSlides/notesSlide5.xml" Id="Rb1027cb266bf49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6d1f2f7864572" /><Relationship Type="http://schemas.openxmlformats.org/officeDocument/2006/relationships/notesSlide" Target="/ppt/notesSlides/notesSlide6.xml" Id="Rc4e484718629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c8da0eb944c9c" /><Relationship Type="http://schemas.openxmlformats.org/officeDocument/2006/relationships/notesSlide" Target="/ppt/notesSlides/notesSlide7.xml" Id="R24e1ecec7e4445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4add85c474905" /><Relationship Type="http://schemas.openxmlformats.org/officeDocument/2006/relationships/notesSlide" Target="/ppt/notesSlides/notesSlide8.xml" Id="Rc8a28943473e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0901782644ae0" /><Relationship Type="http://schemas.openxmlformats.org/officeDocument/2006/relationships/notesSlide" Target="/ppt/notesSlides/notesSlide9.xml" Id="R2d8a9cb8f5f44d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8939a50aa47b6" /><Relationship Type="http://schemas.openxmlformats.org/officeDocument/2006/relationships/notesSlide" Target="/ppt/notesSlides/notesSlide10.xml" Id="Red6282f2f5e8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893D0-D0DD-4006-88D1-861098BC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858E-19BA-4A72-A70C-95A21F6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42D7F-E41F-48F8-85E2-ABE14220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49087-389B-4A1F-8EDC-A46A7E48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6A3BF-76C4-4DDF-9FCF-C5FC6358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93AB4-E8FC-48E6-BA81-B3CFDC6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2573-5821-483B-B661-D665B12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30A8A-E48D-4666-813F-7229655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303E3-5A3C-4D03-B545-6AAFB5C9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Iniciativas como hipótesis que pueden refutarse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43D03-2D76-4982-8C38-6AA3239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dejar de defender una iniciativa por lo que promete y empezar a exigirle resultados que puedan cambiar la decisión?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55EE3-F758-4ADB-9869-DD471D0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92625-8402-4BA8-B81D-CED55E03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0525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4C561-4D18-4AF6-9106-5BBDC68F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5F74D-E0E8-46E4-AF26-7FA16342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CBE14-1E1F-45AA-B71F-78750048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CC0C6-C0F5-4C6A-A47B-14150FEF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DC170-16B0-4268-AE92-8883BEA2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E53C9-4AEE-4529-802E-E340208E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46B3-0026-4AE6-98EB-E9F0DC2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D0EEE-5CE8-415F-9F21-66A1AD3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Desarme de promesas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3B36C-F65B-44F6-9A8E-56223C41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56807-B5A8-45DA-A807-DC39ADE1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3563C-FA6C-4EFE-8BC4-125CFDC3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subrayan solución, resultado y mecanismo en una iniciativa. Lo que no puede separarse se reescribe.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93A2D-296C-446B-AE34-4CC65F3F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C3D6E-729E-464C-A2F7-8008A4F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3B624-4009-4161-B6D7-4C47465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813FE-3525-4BCE-8FDB-77E19FF4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81FB6-2C12-41FA-9FBC-EF53648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3DE91-CAF8-4007-9D41-A2D5964E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A2BFA-AFFE-4C39-805E-4F1AD198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7363B-54D6-415D-B551-F23DCDD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451B1-8A99-4F76-BE8A-2DE02552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7A625-E303-46E9-8089-5A1DCAC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579486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45781-C78F-4840-972E-9B45C6A8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3C9C7-597B-44F5-BE88-A28F94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0EF84-824E-4C56-9F03-46632E6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6EFA1-2B17-460F-BA14-7CEC8AA2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B600A-2CA4-4B39-A99A-34E37DE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8FFEE-AC2C-4539-BCBF-DC83316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C7117-85D1-48E3-AE2B-E3C7BD32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ACB33-F68F-45C0-9D0B-C0748845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refutación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7DAFA-FCAE-4B80-B75B-078363B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50C5C-EC28-40A3-BFCD-0C94D77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E288F-3792-4220-80EE-F811968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redacta qué observación volvería insostenible su hipótesis y cuál sería una explicación rival.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0AC3D-AB63-4809-8215-B38A37DC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AA26-6653-4B04-B8BA-655B0B10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30696-F8AD-4035-87F3-F37325AD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44E50-7B9B-4B6D-94FA-9370405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F02A8-41F9-4D52-AF0B-6C46ECA2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84FE8-ABC0-4398-872A-D429238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5C8E1-C93C-4F96-9668-081E6D4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CADD1-F49D-4FCE-94E8-88EC7C53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A0930-23E8-4FDD-8B5C-455A34D5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012E7-5124-48A0-8382-F54D36EA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23649-9A19-4519-8E3C-6B6DF31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8CAD9-6A95-4306-BF84-6D3B756B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66411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444A1-E00B-4B08-932E-ECECA81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A0D2C-E046-4B0D-8829-8DB45619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82C44-AB41-4DF0-B9E7-E0C01C7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2DEA0-FF42-493E-A042-F3FABF5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CF1D6-37B6-40EF-962F-8A07EB8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56DCF-F840-4E41-910D-AA143703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4110C-4A1A-476D-8889-7A2DCDB9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8C8E9-BFC3-4BDE-84FD-80088BD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449A-4264-457D-8448-304F5D8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57168-301E-4BD1-9C28-0100B213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B031B-3D84-4D8E-8404-2C1F8B62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 presupuesto limitado se compran observaciones. Debe justificarse qué incertidumbre reduce cada una.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243B4-2E67-4DB1-A605-AC6001D5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BADD5-EC72-4575-9099-161A52E1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AB0C-353C-4153-B496-726F01C4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E82E2-2919-472D-B5D6-977C733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D298A-632B-49F1-8CA7-7B9CE707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5E9F4-27A6-4D2F-B731-472FB1B0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03016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84B76-F4F1-4D6A-87FB-58316285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74CC1-208A-45C8-8F23-7434787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DE441-E84C-4FAC-AB87-C07AFEC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0A6F9-0D95-4503-A30B-8FD3F7D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E6344-B31D-4641-902C-C2D88C9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59EEE-A99F-4D96-A3E8-244989DE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DD46A-4F0C-4DBB-A08C-86868A7B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73BC6-04FF-46A4-ACD2-BF4E10F2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Fijación pública de umbrales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AF0BD-0E83-4631-8A6F-49D430B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4B42D-2CC8-467C-A44F-9E1DC5CE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32F53-364F-4142-89AC-467907EB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publican población, línea de base, ventana, umbral y decisión antes de recibir resultados.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B5703-81CA-42C6-86B8-3ED3146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8AA03-79FB-44F7-837C-64EBBEE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F5156-952E-43D0-9906-F91B8E3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660B3-6853-4C55-A852-B08BC603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62E20-FDE6-4D6D-9BEA-B5311025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5BF43-E372-461A-A564-B09AEA5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87F4B-818D-4F4D-8E58-692298C7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3462E-0794-4F7B-8E81-FCE70484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6DC65-3C69-459A-AAA5-97F8A541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689D9-626E-45FB-B251-C839D13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59FF0-C6F1-4A5D-9D0C-FB052B6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48458-A554-4CAA-9544-E6FDC55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0499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6397C-DB17-44E8-9752-B630C25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ADE7-4EAE-4CF1-91C4-CA4DD8E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0AC60-B98B-4534-B6A7-1D757BB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B884A-8991-47CE-8BA0-9F77920E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8327B-B161-43E2-A1F0-50F39D7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4834-3F91-4D58-BAD6-CCB303B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14DB7-8E5F-4945-8536-0C725C3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E214A-F6B4-404B-ADDC-CB198DD1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Piloto HH-22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C2779-5A0C-4CB8-9813-97174981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F33F0-17F6-4075-AB91-D396F752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C4F16-6E4F-4302-AC5D-F617869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64D8E-17A2-47FF-BBE3-77E1FA2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35DDA-E7B8-464E-9B50-AAC4974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Umbral previo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DBD99-AFDA-4B9E-9EA2-2ECF9BE8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diseñan exposición limitada, salvaguardas, monitoreo y autoridad para detener.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49656-965A-4512-AD95-C3D60CB1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0B2CC-775A-487A-B773-B9AA6E3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503283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EF5CC-B238-4EB3-97A7-371386B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33A6E-8DB2-446D-B80A-D5593A7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271C6-33CF-47DB-B3C0-FDA08D4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FDD85-5D6A-4737-AF94-F790109D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37BB2-2E04-4B79-96FA-33F4B7A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1F698-4ADD-49A1-A531-AC3E94C9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F7DE-7DB3-42F3-A72F-3680FF5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8D19E-71A4-4D7F-94AE-9B84114D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Resultado adverso distribuido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6C068-F4B6-4A74-AC9E-7CBB2AE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C13C7-0B81-4C57-AA75-4F198172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BBB4A-94E6-4E98-8875-38394C7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E47F9-64AA-4588-A07A-9A5BAC5B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03D48-C4A4-4A5F-B397-54396416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promedio mejora, pero empeora la llegada accesible. Se revisan población, hipótesis y decisión sin mover el umbral.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63B99-E056-4F9F-92C4-07D0994B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90169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9CB90-721C-4B8F-9E52-54B1C4A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2BCEF-C93A-4A02-9DE3-83CD422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3ABD-6CAC-41CC-882A-51142471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64602-17FB-4B25-BF73-5F70CA80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E0D45-0A54-491F-8325-5EA4D43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C224E-7054-4EA1-9DCE-AF09DFB2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6F96-1BB6-4BC1-BBBD-A2916E4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E6BDA-5A72-49F6-B53D-6D0500F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ampliar o retirar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89E2F-FC29-4E1D-A9AE-467DBEEF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EC7A4-A1EF-4698-B7BE-EFD06F30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66F5F-CD2B-4B1E-8296-C04A952E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equipo defiende ampliar y otro retirar con la misma evidencia. La decisión debe registrar incertidumbre residual.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769B5-D1DF-4512-804C-1A5186A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AD7A4-2476-4294-9EB7-F80A22C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131FF-FEC6-46EC-A511-79A79202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8FF63-5D65-4E4F-840C-3F107AB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25797-F157-44DB-83DD-9BFBC7BB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3D1C8-312E-4690-B38B-068A2DC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42621-C90F-4D5D-AA7F-284591E2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51DB5-9B90-490B-A945-785F1A4D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A72B3-F72D-4E59-910D-60A7035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2F553-445F-4A78-AEA6-5D3A4622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100C2-0415-41E9-930C-94DC03A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111EF-4D5F-4118-80B1-BB4013D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89354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3B66D-700B-45A6-964C-F32C41E8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D9D92-ABC9-4C1A-8915-05EA85AF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A94E5-FB3A-42D7-ABE6-BAB245E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0CFA1-E8FB-440D-BC26-FFE0C50A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F2BE2-55E1-4FE5-AF29-49D1746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BD7BE-A918-4673-B1E0-A8ADBAD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ACCE9-2662-4692-8AF1-926F4DE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40B84-637D-44FB-83C6-4D278E2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88931-7A01-4BA3-9FFC-744638F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27AE0-77E7-41BC-85EB-12D27B0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9B7B1-5E13-4DE0-9B15-ACB608B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 el corte mínimo de N23 que puede probar el mecanismo sin fingir capacidad completa.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009B1-AAD5-4653-8D58-2015FB33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B686E-2B43-4971-897E-DA540BA6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C1507-35D9-483B-AAD8-2A2822BC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D7ADC-DEA8-472A-9E30-6E2E09C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05516-AA74-41FB-8611-69339E7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E7581-C916-4309-A2B0-E6D129FD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8E7B6-255C-4B3F-A27B-BA000D6A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B2787-1A74-4CCA-BC76-E4BFE6A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44E9D-AD39-4DB0-BF90-E3CA99AE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A0340-E418-466A-87EC-32A5445E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B8601-0843-4724-A527-E5B5AD2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11B7C-5F2A-4B34-9820-044F6C3C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2638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CC424-75A8-4DBB-880E-53186E0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AB7BD-2342-4E9D-BABA-82679CE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E2CFC-1FFC-453E-A2C7-A89174EA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ABAF-2714-47F7-AE59-998A132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EB680-7249-474C-A607-06E5DB8F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36144-DF56-4202-9266-EB6D8B05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CA00A-DF11-47F7-B26C-B3912C7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FE89-2034-4E66-9090-BFDAABD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14642-5CAF-44DD-B19B-8803C1C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CF163-C41C-43A6-B987-22E2328F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0787D-3050-4E5D-8FBF-04B47D4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40F2D-3D81-459D-BCC0-B7B7974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AEBAA-E809-4A67-A92E-9A53B02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48B77-3961-4593-8D2F-A30B81C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430BC-D67E-4028-82F5-3F66716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hipótesis HH-22 refutable, con rival, umbrales previos, salvaguardas y reglas de decisión.</a:t>
            </a:r>
          </a:p>
        </p:txBody>
      </p:sp>
    </p:spTree>
    <p:extLst>
      <p:ext uri="{BB962C8B-B14F-4D97-AF65-F5344CB8AC3E}">
        <p14:creationId xmlns:p14="http://schemas.microsoft.com/office/powerpoint/2010/main" val="884734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2026-09-14T03:54:38.6550000Z</dcterms:created>
  <dcterms:modified xsi:type="dcterms:W3CDTF">2026-09-14T03:54:38.6550000Z</dcterms:modified>
</coreProperties>
</file>