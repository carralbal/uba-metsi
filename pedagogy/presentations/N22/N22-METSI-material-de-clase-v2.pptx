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f8a78067f749c9" /><Relationship Type="http://schemas.openxmlformats.org/officeDocument/2006/relationships/extended-properties" Target="/docProps/app.xml" Id="Rc03f00da7107416b" /><Relationship Type="http://schemas.openxmlformats.org/officeDocument/2006/relationships/officeDocument" Target="/ppt/presentation.xml" Id="Rede0cc46004f40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38ae9838e541e7"/>
  </p:sldMasterIdLst>
  <p:notesMasterIdLst>
    <p:notesMasterId xmlns:r="http://schemas.openxmlformats.org/officeDocument/2006/relationships" r:id="Rcddae80b530e4b66"/>
  </p:notesMasterIdLst>
  <p:sldIdLst>
    <p:sldId xmlns:r="http://schemas.openxmlformats.org/officeDocument/2006/relationships" id="256" r:id="R2899ac9316eb4a4b"/>
    <p:sldId xmlns:r="http://schemas.openxmlformats.org/officeDocument/2006/relationships" id="257" r:id="R69b801a6f05d4ca7"/>
    <p:sldId xmlns:r="http://schemas.openxmlformats.org/officeDocument/2006/relationships" id="258" r:id="Rc7c94345bc1e407d"/>
    <p:sldId xmlns:r="http://schemas.openxmlformats.org/officeDocument/2006/relationships" id="259" r:id="R215682558e564c5b"/>
    <p:sldId xmlns:r="http://schemas.openxmlformats.org/officeDocument/2006/relationships" id="260" r:id="R31e92a9e5260432c"/>
    <p:sldId xmlns:r="http://schemas.openxmlformats.org/officeDocument/2006/relationships" id="261" r:id="R1b4ced30b43b4c81"/>
    <p:sldId xmlns:r="http://schemas.openxmlformats.org/officeDocument/2006/relationships" id="262" r:id="Rca7d90041d674b61"/>
    <p:sldId xmlns:r="http://schemas.openxmlformats.org/officeDocument/2006/relationships" id="263" r:id="R39ad2935207049c3"/>
    <p:sldId xmlns:r="http://schemas.openxmlformats.org/officeDocument/2006/relationships" id="264" r:id="R500db8025c634d6e"/>
    <p:sldId xmlns:r="http://schemas.openxmlformats.org/officeDocument/2006/relationships" id="265" r:id="R9be3410795654e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f765009c84498f" /><Relationship Type="http://schemas.openxmlformats.org/officeDocument/2006/relationships/slideMaster" Target="/ppt/slideMasters/slideMaster1.xml" Id="Rfd38ae9838e541e7" /><Relationship Type="http://schemas.openxmlformats.org/officeDocument/2006/relationships/notesMaster" Target="/ppt/notesMasters/notesMaster1.xml" Id="Rcddae80b530e4b66" /><Relationship Type="http://schemas.openxmlformats.org/officeDocument/2006/relationships/presProps" Target="/ppt/presProps.xml" Id="R6defa1e95c4448f0" /><Relationship Type="http://schemas.openxmlformats.org/officeDocument/2006/relationships/tableStyles" Target="/ppt/tableStyles.xml" Id="R9f7a787915304883" /><Relationship Type="http://schemas.openxmlformats.org/officeDocument/2006/relationships/slide" Target="/ppt/slides/slide1.xml" Id="R2899ac9316eb4a4b" /><Relationship Type="http://schemas.openxmlformats.org/officeDocument/2006/relationships/slide" Target="/ppt/slides/slide2.xml" Id="R69b801a6f05d4ca7" /><Relationship Type="http://schemas.openxmlformats.org/officeDocument/2006/relationships/slide" Target="/ppt/slides/slide3.xml" Id="Rc7c94345bc1e407d" /><Relationship Type="http://schemas.openxmlformats.org/officeDocument/2006/relationships/slide" Target="/ppt/slides/slide4.xml" Id="R215682558e564c5b" /><Relationship Type="http://schemas.openxmlformats.org/officeDocument/2006/relationships/slide" Target="/ppt/slides/slide5.xml" Id="R31e92a9e5260432c" /><Relationship Type="http://schemas.openxmlformats.org/officeDocument/2006/relationships/slide" Target="/ppt/slides/slide6.xml" Id="R1b4ced30b43b4c81" /><Relationship Type="http://schemas.openxmlformats.org/officeDocument/2006/relationships/slide" Target="/ppt/slides/slide7.xml" Id="Rca7d90041d674b61" /><Relationship Type="http://schemas.openxmlformats.org/officeDocument/2006/relationships/slide" Target="/ppt/slides/slide8.xml" Id="R39ad2935207049c3" /><Relationship Type="http://schemas.openxmlformats.org/officeDocument/2006/relationships/slide" Target="/ppt/slides/slide9.xml" Id="R500db8025c634d6e" /><Relationship Type="http://schemas.openxmlformats.org/officeDocument/2006/relationships/slide" Target="/ppt/slides/slide10.xml" Id="R9be3410795654e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a84a7b42f04d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138272e1c146c0" /><Relationship Type="http://schemas.openxmlformats.org/officeDocument/2006/relationships/notesMaster" Target="/ppt/notesMasters/notesMaster1.xml" Id="R758f93e8c2a545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18352f97c64e2a" /><Relationship Type="http://schemas.openxmlformats.org/officeDocument/2006/relationships/notesMaster" Target="/ppt/notesMasters/notesMaster1.xml" Id="Rf32faf227e0a49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3eb725e3f64562" /><Relationship Type="http://schemas.openxmlformats.org/officeDocument/2006/relationships/notesMaster" Target="/ppt/notesMasters/notesMaster1.xml" Id="R9b518e5631aa4e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123e9424e44273" /><Relationship Type="http://schemas.openxmlformats.org/officeDocument/2006/relationships/notesMaster" Target="/ppt/notesMasters/notesMaster1.xml" Id="R4044fecf41f746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df14164add485a" /><Relationship Type="http://schemas.openxmlformats.org/officeDocument/2006/relationships/notesMaster" Target="/ppt/notesMasters/notesMaster1.xml" Id="Rf92e06f50f474a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ab18246e2d4859" /><Relationship Type="http://schemas.openxmlformats.org/officeDocument/2006/relationships/notesMaster" Target="/ppt/notesMasters/notesMaster1.xml" Id="R5eefef87ee1f49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db91ea267043e3" /><Relationship Type="http://schemas.openxmlformats.org/officeDocument/2006/relationships/notesMaster" Target="/ppt/notesMasters/notesMaster1.xml" Id="Rd784f97169774f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0929e4f6a44201" /><Relationship Type="http://schemas.openxmlformats.org/officeDocument/2006/relationships/notesMaster" Target="/ppt/notesMasters/notesMaster1.xml" Id="R0d5c95a5b2b144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8742717ced4092" /><Relationship Type="http://schemas.openxmlformats.org/officeDocument/2006/relationships/notesMaster" Target="/ppt/notesMasters/notesMaster1.xml" Id="Rbc91057ba10c40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0da3436ee64a60" /><Relationship Type="http://schemas.openxmlformats.org/officeDocument/2006/relationships/notesMaster" Target="/ppt/notesMasters/notesMaster1.xml" Id="R653a06ae571847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una iniciativa que pueda perder.</a:t>
            </a:r>
          </a:p>
          <a:p xmlns:a="http://schemas.openxmlformats.org/drawingml/2006/main">
            <a:r>
              <a:t>Señal para avanzar: Aparece una condición de derrota.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observación haría perder la hipótesis?</a:t>
            </a:r>
          </a:p>
          <a:p xmlns:a="http://schemas.openxmlformats.org/drawingml/2006/main">
            <a:r>
              <a:t>• ¿Cuál es el mecanismo supuesto?</a:t>
            </a:r>
          </a:p>
          <a:p xmlns:a="http://schemas.openxmlformats.org/drawingml/2006/main">
            <a:r>
              <a:t>• ¿Qué rival explica el mismo resultado?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hipótesis HH-22 refutable, con rival, umbrales previos, salvaguardas y reglas de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Deseo, solución e hipótesis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resultado de artefacto.</a:t>
            </a:r>
          </a:p>
          <a:p xmlns:a="http://schemas.openxmlformats.org/drawingml/2006/main">
            <a:r>
              <a:t>Señal para avanzar: El mecanismo queda explícito.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¿Cuál es el mecanismo supuesto?</a:t>
            </a:r>
          </a:p>
          <a:p xmlns:a="http://schemas.openxmlformats.org/drawingml/2006/main">
            <a:r>
              <a:t>• ¿Qué rival explica el mismo resultado?</a:t>
            </a:r>
          </a:p>
          <a:p xmlns:a="http://schemas.openxmlformats.org/drawingml/2006/main">
            <a:r>
              <a:t>• ¿Quién queda escondido por el promedio?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hipótesis HH-22 refutable, con rival, umbrales previos, salvaguardas y reglas de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Línea de base y población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Evitar promedios sin universo.</a:t>
            </a:r>
          </a:p>
          <a:p xmlns:a="http://schemas.openxmlformats.org/drawingml/2006/main">
            <a:r>
              <a:t>Señal para avanzar: La comparación es interpretable.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rival explica el mismo resultado?</a:t>
            </a:r>
          </a:p>
          <a:p xmlns:a="http://schemas.openxmlformats.org/drawingml/2006/main">
            <a:r>
              <a:t>• ¿Quién queda escondido por el promedio?</a:t>
            </a:r>
          </a:p>
          <a:p xmlns:a="http://schemas.openxmlformats.org/drawingml/2006/main">
            <a:r>
              <a:t>• ¿Qué obligación limita el piloto?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hipótesis HH-22 refutable, con rival, umbrales previos, salvaguardas y reglas de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Hipótesis rival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más explicaría el cambio.</a:t>
            </a:r>
          </a:p>
          <a:p xmlns:a="http://schemas.openxmlformats.org/drawingml/2006/main">
            <a:r>
              <a:t>Señal para avanzar: Hay al menos una rival plausible.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queda escondido por el promedio?</a:t>
            </a:r>
          </a:p>
          <a:p xmlns:a="http://schemas.openxmlformats.org/drawingml/2006/main">
            <a:r>
              <a:t>• ¿Qué obligación limita el piloto?</a:t>
            </a:r>
          </a:p>
          <a:p xmlns:a="http://schemas.openxmlformats.org/drawingml/2006/main">
            <a:r>
              <a:t>• ¿Qué decisión cambia con este aprendizaje?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hipótesis HH-22 refutable, con rival, umbrales previos, salvaguardas y reglas de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Subasta de evidencia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Relacionar costo con incertidumbre.</a:t>
            </a:r>
          </a:p>
          <a:p xmlns:a="http://schemas.openxmlformats.org/drawingml/2006/main">
            <a:r>
              <a:t>Señal para avanzar: Cada dato modifica una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obligación limita el piloto?</a:t>
            </a:r>
          </a:p>
          <a:p xmlns:a="http://schemas.openxmlformats.org/drawingml/2006/main">
            <a:r>
              <a:t>• ¿Qué decisión cambia con este aprendizaje?</a:t>
            </a:r>
          </a:p>
          <a:p xmlns:a="http://schemas.openxmlformats.org/drawingml/2006/main">
            <a:r>
              <a:t>• ¿Qué observación haría perder la hipótesis?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hipótesis HH-22 refutable, con rival, umbrales previos, salvaguardas y reglas de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Umbral previo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Sellar ventana y regla.</a:t>
            </a:r>
          </a:p>
          <a:p xmlns:a="http://schemas.openxmlformats.org/drawingml/2006/main">
            <a:r>
              <a:t>Señal para avanzar: No pueden moverse después.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cambia con este aprendizaje?</a:t>
            </a:r>
          </a:p>
          <a:p xmlns:a="http://schemas.openxmlformats.org/drawingml/2006/main">
            <a:r>
              <a:t>• ¿Qué observación haría perder la hipótesis?</a:t>
            </a:r>
          </a:p>
          <a:p xmlns:a="http://schemas.openxmlformats.org/drawingml/2006/main">
            <a:r>
              <a:t>• ¿Cuál es el mecanismo supuesto?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hipótesis HH-22 refutable, con rival, umbrales previos, salvaguardas y reglas de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Piloto y salvaguarda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Limitar exposición y daño.</a:t>
            </a:r>
          </a:p>
          <a:p xmlns:a="http://schemas.openxmlformats.org/drawingml/2006/main">
            <a:r>
              <a:t>Señal para avanzar: Existe autoridad de detención.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observación haría perder la hipótesis?</a:t>
            </a:r>
          </a:p>
          <a:p xmlns:a="http://schemas.openxmlformats.org/drawingml/2006/main">
            <a:r>
              <a:t>• ¿Cuál es el mecanismo supuesto?</a:t>
            </a:r>
          </a:p>
          <a:p xmlns:a="http://schemas.openxmlformats.org/drawingml/2006/main">
            <a:r>
              <a:t>• ¿Qué rival explica el mismo resultado?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hipótesis HH-22 refutable, con rival, umbrales previos, salvaguardas y reglas de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Resultado desigual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Desagregar el promedio.</a:t>
            </a:r>
          </a:p>
          <a:p xmlns:a="http://schemas.openxmlformats.org/drawingml/2006/main">
            <a:r>
              <a:t>Señal para avanzar: El equipo revisa población y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¿Cuál es el mecanismo supuesto?</a:t>
            </a:r>
          </a:p>
          <a:p xmlns:a="http://schemas.openxmlformats.org/drawingml/2006/main">
            <a:r>
              <a:t>• ¿Qué rival explica el mismo resultado?</a:t>
            </a:r>
          </a:p>
          <a:p xmlns:a="http://schemas.openxmlformats.org/drawingml/2006/main">
            <a:r>
              <a:t>• ¿Quién queda escondido por el promedio?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hipótesis HH-22 refutable, con rival, umbrales previos, salvaguardas y reglas de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Junta HH-22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Comparar ampliar, modificar y retirar.</a:t>
            </a:r>
          </a:p>
          <a:p xmlns:a="http://schemas.openxmlformats.org/drawingml/2006/main">
            <a:r>
              <a:t>Señal para avanzar: Se declara incertidumbre residual.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rival explica el mismo resultado?</a:t>
            </a:r>
          </a:p>
          <a:p xmlns:a="http://schemas.openxmlformats.org/drawingml/2006/main">
            <a:r>
              <a:t>• ¿Quién queda escondido por el promedio?</a:t>
            </a:r>
          </a:p>
          <a:p xmlns:a="http://schemas.openxmlformats.org/drawingml/2006/main">
            <a:r>
              <a:t>• ¿Qué obligación limita el piloto?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hipótesis HH-22 refutable, con rival, umbrales previos, salvaguardas y reglas de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un corte que pruebe mecanismo.</a:t>
            </a:r>
          </a:p>
          <a:p xmlns:a="http://schemas.openxmlformats.org/drawingml/2006/main">
            <a:r>
              <a:t>Señal para avanzar: Surge una capacidad vertical mínima.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queda escondido por el promedio?</a:t>
            </a:r>
          </a:p>
          <a:p xmlns:a="http://schemas.openxmlformats.org/drawingml/2006/main">
            <a:r>
              <a:t>• ¿Qué obligación limita el piloto?</a:t>
            </a:r>
          </a:p>
          <a:p xmlns:a="http://schemas.openxmlformats.org/drawingml/2006/main">
            <a:r>
              <a:t>• ¿Qué decisión cambia con este aprendizaje?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hipótesis HH-22 refutable, con rival, umbrales previos, salvaguardas y reglas de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8efc666ce347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844ace49174fe2" /><Relationship Type="http://schemas.openxmlformats.org/officeDocument/2006/relationships/slideLayout" Target="/ppt/slideLayouts/slideLayout1.xml" Id="Rce1ffcb677d64d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1ffcb677d64d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670061b0b4bd6" /><Relationship Type="http://schemas.openxmlformats.org/officeDocument/2006/relationships/notesSlide" Target="/ppt/notesSlides/notesSlide1.xml" Id="R14084a6a15fb44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56941dab24c10" /><Relationship Type="http://schemas.openxmlformats.org/officeDocument/2006/relationships/notesSlide" Target="/ppt/notesSlides/notesSlide2.xml" Id="Rb9751cea57a04c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f485d28724c65" /><Relationship Type="http://schemas.openxmlformats.org/officeDocument/2006/relationships/notesSlide" Target="/ppt/notesSlides/notesSlide3.xml" Id="R43e64322aed44a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8f8e6fb3f454e" /><Relationship Type="http://schemas.openxmlformats.org/officeDocument/2006/relationships/notesSlide" Target="/ppt/notesSlides/notesSlide4.xml" Id="R23bc1551a68a4a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826a481504cea" /><Relationship Type="http://schemas.openxmlformats.org/officeDocument/2006/relationships/notesSlide" Target="/ppt/notesSlides/notesSlide5.xml" Id="Rb43dd1f6282a4c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a095266aa43d3" /><Relationship Type="http://schemas.openxmlformats.org/officeDocument/2006/relationships/notesSlide" Target="/ppt/notesSlides/notesSlide6.xml" Id="Rc486b216b49f43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6ceb013c54971" /><Relationship Type="http://schemas.openxmlformats.org/officeDocument/2006/relationships/notesSlide" Target="/ppt/notesSlides/notesSlide7.xml" Id="Rc913fe070ef642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c9537f6e54ec5" /><Relationship Type="http://schemas.openxmlformats.org/officeDocument/2006/relationships/notesSlide" Target="/ppt/notesSlides/notesSlide8.xml" Id="Rc035bde3d0d94f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1951f42394349" /><Relationship Type="http://schemas.openxmlformats.org/officeDocument/2006/relationships/notesSlide" Target="/ppt/notesSlides/notesSlide9.xml" Id="Rc20899363cff46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a616e836247a9" /><Relationship Type="http://schemas.openxmlformats.org/officeDocument/2006/relationships/notesSlide" Target="/ppt/notesSlides/notesSlide10.xml" Id="R120821b5a72140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B8007-4AA8-4CEF-A775-9BFAFE13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EF227-2C61-43BD-B118-6F672606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D2690-61B4-4608-BB32-FD30200F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A6F8D-96F7-4D5C-A94C-B377C68C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65301-7CD1-4E92-9A8C-1C11191D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4AD1C-70F6-4E1E-8175-BFD5B83C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B8664-B0D7-4E9E-B042-CA403210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C0C30-0FA8-4627-A194-C5AE72AC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27BD1-C886-4652-A1F0-592BC834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dejar de defender una iniciativa por su promesa y empezar a exigirle evidencia capaz de cambiar la decisión?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A793F-484F-4511-97A9-B15C1044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DB8F1-B37F-48DE-AB13-DF9DB12B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5380711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A6AA23-6FD8-4168-959D-B2B65D25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86A21-127B-40BE-94B1-58EAA2B9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06414-FA0D-4318-95C9-3B5878DA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43DB9-955F-47F8-B1F3-C95E8C6A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19128-0D1F-4AA4-92A1-381B6BB1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8986C-C2B8-4A4A-B35C-6F3A48A8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11051-D52A-421B-AEA6-B1276133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EBC1E-3F5C-424E-8D91-1C0545EA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Deseo, solución e hipótesis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16616-99F6-4773-BA43-76E312FA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7216F3-CDA8-4FD2-BB5D-5E1EE108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4E5C5-B035-4A35-9A3F-6991B9F6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FC15E-00D7-424C-BCE5-8EFD5BD2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4D8BA-C88D-4D92-A651-EBA0A396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866B0D-BE02-47A3-8E36-AE6D655A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A7321-B77C-4A96-A5DE-821BD389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A17FA6-822E-42A0-B330-79B51C8A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6B3253-3E25-4056-B1F3-4EED07A0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FEECD6-B4C2-484B-9A41-BA452A48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8851489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CD640B-DCD7-4B29-BE82-20094B5A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E3A84-BBBB-4397-86E9-DDD35412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C32CB-62CE-4ABA-97EA-3E396783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E01B7-3EF6-4E13-AEFE-9FEA9092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3BB93-C929-48C4-80D5-F24890EB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94727-F26D-4D79-89A5-5CAF7852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28302-24EC-4FE2-BAAA-F52E0605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9A23C-C005-4102-AE01-51439003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Línea de base y población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AEAF8-1C73-490E-9A88-FBFCCF71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5304D-1DD6-4B9C-839A-A6F87C02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15DEE7-0F0D-4ED1-B2DD-51AB3DD2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39F6D-AC27-406D-B26F-8529960D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C471E-37BC-40F3-BA4A-CC9CAE19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373C25-A518-4347-B7D6-BE0227F7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B45D31-161F-436F-AF3E-0453F52B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6568D-BA13-4FD5-BD24-F62B6315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5CF7F4-A918-4869-B940-17B3AFDC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5EE9D9-E31F-44F7-BE15-F2AFCEF2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F4E56F-F63C-4CFE-A560-BE2ADF27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C01DCF-609E-4D9C-A6D4-BE81C967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4341629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A5598C-D97C-464B-B8A3-2FB251A5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01305-FFFC-4423-AA37-3C281D53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A4CE5-1816-4723-969D-BCCECE55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578CE-2348-41FA-90CC-ABAD084E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2BE82-62D5-4A79-B4E1-0457D7BB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1D35B-1B0B-4E74-BA90-CE6704B1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57AA1-3D9B-4E66-8334-AB0D241D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6DCA2B-11E1-44DC-8566-10D50D0D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Hipótesis rival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DC0CD-A686-4A2B-B91D-AD92F04F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7481D0-A7B1-406A-90C8-4B1162F8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FB358-237E-4680-851D-CB498056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67047-DDE3-4E53-A7F2-CA9AF123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71DF0-B642-4A1E-B7D4-2DC8C139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F6C03F-0E74-4376-9013-8C01AB70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19922805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B848BC-5EDA-4C13-A360-92E23EA4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91273-1816-4DFB-83BA-A0D7A39E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D4F5F-9ED6-425C-91F3-28153C8D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BAAAB-0E14-4259-8F63-40D814EA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6F0EA-259F-4A87-86D1-818B3766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DBDA2-A870-41C7-A7C4-F1146F0C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CEC94-759E-4547-BCA5-432EF474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C776B-67EE-408F-9402-77F894CE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Subasta de evidencia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AACF5-AB22-4BE7-BE54-8082CDD5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B1556-D9AD-4019-ADD7-A29A7934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AAB51D-E067-4779-AF00-5347A1C1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8F5D8-2727-4290-8A80-D2114853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EA1C9-ECD0-4EE8-A0C3-11CBE266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9AC8E-251D-45B7-9D42-67D7D33D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0DF74D-4445-4180-AD67-B9BB1BB6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0F61BA-ECD2-41F4-96F0-EDA2EB57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B42B2-4C23-4906-A079-38738AD4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059317-3E3D-4FB5-8B39-CAC6F6E4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433446-E8AB-4BF7-B70F-9DF1AB11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F0C239-AEA0-4A10-925B-73A0E621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790625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7DA66-038A-4DA5-B046-9F92CF6E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8660A-0B6A-4C15-900B-302FD0E7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7D96A-BFDC-4F95-9222-07E3D2FF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7CF9F-DBC4-48BF-939A-1CF401BE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D123F-53DE-44A8-A4A7-91208D86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AADFF-DC29-4090-82B0-2294AD10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F0D5D-BD19-4C9F-AD5D-D8B8BD25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998E1-1E4D-4F54-97A8-C6BC99E0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Umbral previo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1F3B4-6C73-401B-A5AF-605B17EA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ED3CE-A9DC-461F-B49F-36F636EB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AB014-504F-4850-9F0B-A6344681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3E00F8-4742-4AFE-B0FA-FF5F2131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4E21C-FD0C-41CF-B7E2-1FC0F242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F9385-E827-44E1-820C-293D0358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2653393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695DCD-C6C0-41A7-BA69-E57E133A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9AD62-664A-470F-8F69-056B185A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30D8E-0426-40DE-B1AB-7CA34221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F3CDE-9CF3-4561-8D5D-3BE8218B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E76F5-320D-4067-B77A-A175FD12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9AC3F-B97D-44E6-ACF9-4323D7D3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ADD9D-AD14-49D1-80BB-CF0ACD31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5E5D2-081C-4974-8501-49E07D8A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Piloto y salvaguarda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B2796-D2FC-41DB-851A-A9716EB7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9846B-B9A5-46F6-A4C0-91381C74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5F6B3-1ACA-40B8-925B-8DDA338A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2581268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82E8E1-2F83-48CB-9595-D057E5F1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491C6-BEFF-4763-803E-6BCEBD01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9E9EB-96A4-42B5-A120-72852913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4A7CE-CC4C-4BD7-8098-69CAAE3E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E27E2-02E4-47CB-9417-4F192BF0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E6312-2A74-4C48-9402-08449497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7931D-1410-4F88-86DC-733294BA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981C9-7028-4CCE-AB96-FA8BF20F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Resultado desigual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A035A-2CA2-4397-973E-3AC1F782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E3B5A-062B-4185-8BD7-4811A76A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0569E5-1F32-478F-9AE6-6DFAA688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EB63BA-B640-46D7-A6D1-C0447D2F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24C5A-E560-43C0-B556-9E934896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FA00A-A3AF-4422-ACBB-16F22928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1CCD63-A271-43C5-B717-8F9DFF00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E618A-E739-40A7-B180-ED9B56BD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D0F168-B06A-451E-B1DC-6F47BB5D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B90251-B685-4A46-918A-B5706B98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87C620-60E1-44B5-8A77-362A0918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796969-B3EB-4A18-A654-B0CD4652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809948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EF6C60-BEE1-40CA-97B2-7CA1DA2C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EAE22-3261-42EC-8048-684A6E3F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ABBB2-87FF-4F16-AD0E-AD175506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6C976-CD1C-46BA-9B51-5635ECE1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A6A58-2202-42E3-ABFC-6BE0F0C9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8B981-D743-43C6-9112-C5D170B5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93803-4AF7-411C-AA55-F65AFC77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B87CF-C0D5-4FAD-BB03-3C11001A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Junta HH-22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0E8FE-1819-46C3-9984-07DBD146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0051D-9272-4116-800D-F818C8E5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25CB8-B56F-438F-A58C-87BD7F3B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A22FD-38F0-45CC-88D2-B830EAD7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D9795-6E97-4226-BECF-E1AA57D5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2BD7C4-97FE-4272-9F92-A307CDC8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DD515-1DDA-4B04-964C-CE37581F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6BCC6-000D-4925-BB54-AA8F261D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7D786C-26BB-45F2-9BEB-A74FB1AC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F2F83-E38B-4501-B61C-AB509742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E29F0-7F65-4985-AF1A-20027DB0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C2A88E-0100-4D4C-9CD0-F9CC0AC4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154234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851926-A8C0-4940-B115-04326040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0D634-3799-47D0-92AA-765F0DE2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739EC-9D9E-4C0B-967B-8D7554DE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ABDAB-D263-4A75-88A5-037858CF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E3C9D-6BCE-4FB1-8F11-C81E0225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5ACE8-261C-450B-B43E-4693A668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0D061-4789-4DC4-9CA5-8DC41E1F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8327A-F98A-4525-A603-146E7335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DBCE8-ED79-4D56-9AF3-C1BBED97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242E9-C190-4F30-8D36-A32A406C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18CEC-162E-4C45-AC3A-ACBFC093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4B2B5-7A56-4DAE-B1F9-8B6308DD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774EF7-5BAA-4064-9276-E78CE020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EB202-23E1-428D-934B-DD9825A4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8BF97-D3E4-476D-BE69-FCC15963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hipótesis HH-22 refutable, con rival, umbrales previos, salvaguardas y reglas de decisión.</a:t>
            </a:r>
          </a:p>
        </p:txBody>
      </p:sp>
    </p:spTree>
    <p:extLst>
      <p:ext uri="{BB962C8B-B14F-4D97-AF65-F5344CB8AC3E}">
        <p14:creationId xmlns:p14="http://schemas.microsoft.com/office/powerpoint/2010/main" val="16571436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2026-09-12T16:23:12.8530000Z</dcterms:created>
  <dcterms:modified xsi:type="dcterms:W3CDTF">2026-09-12T16:23:12.8530000Z</dcterms:modified>
</coreProperties>
</file>