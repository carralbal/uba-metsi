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601fa01f1491e" /><Relationship Type="http://schemas.openxmlformats.org/officeDocument/2006/relationships/extended-properties" Target="/docProps/app.xml" Id="Rb46cd49c93684964" /><Relationship Type="http://schemas.openxmlformats.org/officeDocument/2006/relationships/officeDocument" Target="/ppt/presentation.xml" Id="R8c43f3354ac1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6082659dd4a07"/>
  </p:sldMasterIdLst>
  <p:notesMasterIdLst>
    <p:notesMasterId xmlns:r="http://schemas.openxmlformats.org/officeDocument/2006/relationships" r:id="Rabc5a3929aa74039"/>
  </p:notesMasterIdLst>
  <p:sldIdLst>
    <p:sldId xmlns:r="http://schemas.openxmlformats.org/officeDocument/2006/relationships" id="256" r:id="Raf4e19c0787d40e0"/>
    <p:sldId xmlns:r="http://schemas.openxmlformats.org/officeDocument/2006/relationships" id="257" r:id="R3790bc626b8b4cf4"/>
    <p:sldId xmlns:r="http://schemas.openxmlformats.org/officeDocument/2006/relationships" id="258" r:id="R983e27e598bf4e3c"/>
    <p:sldId xmlns:r="http://schemas.openxmlformats.org/officeDocument/2006/relationships" id="259" r:id="Rb6faf34116bc486b"/>
    <p:sldId xmlns:r="http://schemas.openxmlformats.org/officeDocument/2006/relationships" id="260" r:id="R94d61f89cc7a4fd1"/>
    <p:sldId xmlns:r="http://schemas.openxmlformats.org/officeDocument/2006/relationships" id="261" r:id="R8b0fbab829e8446b"/>
    <p:sldId xmlns:r="http://schemas.openxmlformats.org/officeDocument/2006/relationships" id="262" r:id="R2009ff3aaeaa4436"/>
    <p:sldId xmlns:r="http://schemas.openxmlformats.org/officeDocument/2006/relationships" id="263" r:id="R51d44510a9e0425f"/>
    <p:sldId xmlns:r="http://schemas.openxmlformats.org/officeDocument/2006/relationships" id="264" r:id="R084c477d947d4a1d"/>
    <p:sldId xmlns:r="http://schemas.openxmlformats.org/officeDocument/2006/relationships" id="265" r:id="R713d34c3c71f4e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459384ecb4bda" /><Relationship Type="http://schemas.openxmlformats.org/officeDocument/2006/relationships/slideMaster" Target="/ppt/slideMasters/slideMaster1.xml" Id="R97e6082659dd4a07" /><Relationship Type="http://schemas.openxmlformats.org/officeDocument/2006/relationships/notesMaster" Target="/ppt/notesMasters/notesMaster1.xml" Id="Rabc5a3929aa74039" /><Relationship Type="http://schemas.openxmlformats.org/officeDocument/2006/relationships/presProps" Target="/ppt/presProps.xml" Id="R26dc788ac3b54828" /><Relationship Type="http://schemas.openxmlformats.org/officeDocument/2006/relationships/tableStyles" Target="/ppt/tableStyles.xml" Id="R63d64f6f021a4f14" /><Relationship Type="http://schemas.openxmlformats.org/officeDocument/2006/relationships/slide" Target="/ppt/slides/slide1.xml" Id="Raf4e19c0787d40e0" /><Relationship Type="http://schemas.openxmlformats.org/officeDocument/2006/relationships/slide" Target="/ppt/slides/slide2.xml" Id="R3790bc626b8b4cf4" /><Relationship Type="http://schemas.openxmlformats.org/officeDocument/2006/relationships/slide" Target="/ppt/slides/slide3.xml" Id="R983e27e598bf4e3c" /><Relationship Type="http://schemas.openxmlformats.org/officeDocument/2006/relationships/slide" Target="/ppt/slides/slide4.xml" Id="Rb6faf34116bc486b" /><Relationship Type="http://schemas.openxmlformats.org/officeDocument/2006/relationships/slide" Target="/ppt/slides/slide5.xml" Id="R94d61f89cc7a4fd1" /><Relationship Type="http://schemas.openxmlformats.org/officeDocument/2006/relationships/slide" Target="/ppt/slides/slide6.xml" Id="R8b0fbab829e8446b" /><Relationship Type="http://schemas.openxmlformats.org/officeDocument/2006/relationships/slide" Target="/ppt/slides/slide7.xml" Id="R2009ff3aaeaa4436" /><Relationship Type="http://schemas.openxmlformats.org/officeDocument/2006/relationships/slide" Target="/ppt/slides/slide8.xml" Id="R51d44510a9e0425f" /><Relationship Type="http://schemas.openxmlformats.org/officeDocument/2006/relationships/slide" Target="/ppt/slides/slide9.xml" Id="R084c477d947d4a1d" /><Relationship Type="http://schemas.openxmlformats.org/officeDocument/2006/relationships/slide" Target="/ppt/slides/slide10.xml" Id="R713d34c3c71f4e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ec40057c7e47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a08231c6f54b12" /><Relationship Type="http://schemas.openxmlformats.org/officeDocument/2006/relationships/notesMaster" Target="/ppt/notesMasters/notesMaster1.xml" Id="R030931d0f936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31387e40b04bc1" /><Relationship Type="http://schemas.openxmlformats.org/officeDocument/2006/relationships/notesMaster" Target="/ppt/notesMasters/notesMaster1.xml" Id="Re66a667ebcd849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4bdfdbdb849a3" /><Relationship Type="http://schemas.openxmlformats.org/officeDocument/2006/relationships/notesMaster" Target="/ppt/notesMasters/notesMaster1.xml" Id="Rd0537cbde73d45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d85436519409c" /><Relationship Type="http://schemas.openxmlformats.org/officeDocument/2006/relationships/notesMaster" Target="/ppt/notesMasters/notesMaster1.xml" Id="R5b00696b89ca4f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13d0f799f3474f" /><Relationship Type="http://schemas.openxmlformats.org/officeDocument/2006/relationships/notesMaster" Target="/ppt/notesMasters/notesMaster1.xml" Id="R156f8d2e9f334b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84098bacd94de3" /><Relationship Type="http://schemas.openxmlformats.org/officeDocument/2006/relationships/notesMaster" Target="/ppt/notesMasters/notesMaster1.xml" Id="R62c7fce7ba0541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470da1cb054e41" /><Relationship Type="http://schemas.openxmlformats.org/officeDocument/2006/relationships/notesMaster" Target="/ppt/notesMasters/notesMaster1.xml" Id="R99b43fbb556a4f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0603be078c4d3f" /><Relationship Type="http://schemas.openxmlformats.org/officeDocument/2006/relationships/notesMaster" Target="/ppt/notesMasters/notesMaster1.xml" Id="R74f4997e56ce4a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4c66909907462d" /><Relationship Type="http://schemas.openxmlformats.org/officeDocument/2006/relationships/notesMaster" Target="/ppt/notesMasters/notesMaster1.xml" Id="R92277207938d47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30b32f316e4afd" /><Relationship Type="http://schemas.openxmlformats.org/officeDocument/2006/relationships/notesMaster" Target="/ppt/notesMasters/notesMaster1.xml" Id="Re7ffb3b8922b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Práctica reflexiva: aprender de decisiones, errores, sorpresas y asistencia de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convertir la experiencia de intervenir en una capacidad profesional que aprende sin reescribir el pasado ni delegar la reflexión?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muestra que cambió el juicio? ¿Qué se sabía en ese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selecciona rastros que muestran cambio, contradicción o persistencia, sin elegir sólo los mejores productos.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se sabía en ese momento? ¿Fue buena la decisión o sólo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reconstruir información disponible, opción elegida, expectativa y consecuencia sin conocimiento retrospectivo.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¿Fue buena la decisión o sólo el resultado? ¿Qué supuesto reveló la sorpresa?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personas clasifican qué sorpresa corrigió una acción y cuál obligó a revisar supuestos, objetivos o fronteras.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supuesto reveló la sorpresa? ¿Qué objeción de IA fue descartada y por qué?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pares se distingue mejorar una respuesta de cuestionar la regla que la produjo.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objeción de IA fue descartada y por qué? ¿Quién observará la práctica futura?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IA propone explicaciones rivales y puntos ciegos. Cada aporte se verifica contra el portfolio y puede rechazarse.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observará la práctica futura? ¿Qué evidencia muestra que cambió el juicio?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analizar una decisión fallida del caso por condiciones, autoridad, señales y barreras, con reparación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muestra que cambió el juicio? ¿Qué se sabía en ese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define situación futura, conducta observable, dificultad, devolución, frecuencia y evidencia de avance.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se sabía en ese momento? ¿Fue buena la decisión o sólo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par formula qué capacidad vio cambiar y qué pregunta debería permanecer abierta después de METSI.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¿Fue buena la decisión o sólo el resultado? ¿Qué supuesto reveló la sorpresa?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persona entrega un sistema de práctica reflexiva con evidencia, revisión de supuestos, devolución y compromiso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db97393f3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652e333924322" /><Relationship Type="http://schemas.openxmlformats.org/officeDocument/2006/relationships/slideLayout" Target="/ppt/slideLayouts/slideLayout1.xml" Id="Rb389faf43c2144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89faf43c2144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ff805f9ad4307" /><Relationship Type="http://schemas.openxmlformats.org/officeDocument/2006/relationships/notesSlide" Target="/ppt/notesSlides/notesSlide1.xml" Id="Re68f50219cea4d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f37e89fa547c4" /><Relationship Type="http://schemas.openxmlformats.org/officeDocument/2006/relationships/notesSlide" Target="/ppt/notesSlides/notesSlide2.xml" Id="R583dac8d26a348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bbdd8cabb45a5" /><Relationship Type="http://schemas.openxmlformats.org/officeDocument/2006/relationships/notesSlide" Target="/ppt/notesSlides/notesSlide3.xml" Id="R3f784b178ab743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46f24e8db4197" /><Relationship Type="http://schemas.openxmlformats.org/officeDocument/2006/relationships/notesSlide" Target="/ppt/notesSlides/notesSlide4.xml" Id="R98fb22c4456947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d5e6837fa4ac5" /><Relationship Type="http://schemas.openxmlformats.org/officeDocument/2006/relationships/notesSlide" Target="/ppt/notesSlides/notesSlide5.xml" Id="R74480502cc3f43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4da4cc10147fd" /><Relationship Type="http://schemas.openxmlformats.org/officeDocument/2006/relationships/notesSlide" Target="/ppt/notesSlides/notesSlide6.xml" Id="R04c18de5c5e745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4cdb012ff4962" /><Relationship Type="http://schemas.openxmlformats.org/officeDocument/2006/relationships/notesSlide" Target="/ppt/notesSlides/notesSlide7.xml" Id="R0e0c143e8dd84a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adf1df8d34e96" /><Relationship Type="http://schemas.openxmlformats.org/officeDocument/2006/relationships/notesSlide" Target="/ppt/notesSlides/notesSlide8.xml" Id="R54447a70f08b4c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1a082d6c40be" /><Relationship Type="http://schemas.openxmlformats.org/officeDocument/2006/relationships/notesSlide" Target="/ppt/notesSlides/notesSlide9.xml" Id="R10727c3020a8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d79431867493d" /><Relationship Type="http://schemas.openxmlformats.org/officeDocument/2006/relationships/notesSlide" Target="/ppt/notesSlides/notesSlide10.xml" Id="R49a25d945e4747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AB018-36AF-4BE9-9C9B-AED2CF26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86828-0181-4965-A924-A8AD217A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EA9B4-AE96-462E-AF6C-53CBE78C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0376D-9EAE-49FC-AFC0-1F64CAB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5AC01-8C4E-4DDB-9F09-51D6D11B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7C0DF-43A5-41B5-94EE-5CAB2145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DBD45-C205-4330-9F03-117CACC0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8D5C6-195A-40B1-8EFF-59EF58B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E3E92-3B61-493E-A084-97BF8D3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Práctica reflexiva: aprender de decisiones, errores, sorpresas y asistencia de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01493-E46D-4E87-9BF6-8FB949B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convertir la experiencia de intervenir en una capacidad profesional que aprende sin reescribir el pasado ni delegar la reflexión?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BAA53-60F9-4D57-AE37-BA37921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D77F6-14F6-423A-97E8-BD5E2BF0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798262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5C773-88D3-4852-AB4F-88BA4E2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723CB-5E99-44F3-8217-F89ED08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26C35-ACF5-47DF-9F97-184EFA2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D20D4-2D89-484B-8221-50DDC9E5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17055-181D-4B76-A4D2-ACCF1FD0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52A9C-D8E6-4141-8C1F-2A09F54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BCAAC-968B-4D93-BAC7-FF51640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8BEE5-1EC3-460A-89DF-A36F4D26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Arqueología del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51A22-2B00-4522-9997-2DDBEA0B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F54D3-6B49-46F8-9EEE-EAA6BADF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9358F-0837-4DA3-AA00-A7E399A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selecciona rastros que muestran cambio, contradicción o persistencia, sin elegir sólo los mejores productos.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2AB90-1446-422A-A246-E898F2DA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B438D-EB93-4212-BDA9-9CC5DC9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C5B48-BF6C-4708-A183-8E1F32A5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FBBAD-D204-46A4-98CC-A8F9EF0E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6B4F3-9696-49AD-AE4D-23C8DCF0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59FAD-0C3F-4B5A-816C-34CA7609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27827-F0AA-4B90-AC17-6BC9E78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C199F-14B0-4328-A172-40356AF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03BF1-5B52-4EAA-8D8B-8BCD92F8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916FF-A19D-4160-B1EA-4DAADBC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21565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8C56C-9287-4A61-9741-6FF4F51C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F11AC-C1AC-48AA-A35F-A1515B8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A46E5-2C7B-450E-80AB-2A5967BD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33B43-E36F-4F96-BB2E-B9623492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06D36-8226-4FDA-A764-09BDA5EA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E6BED-B8F2-4BC6-A73C-F6F7200B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FEBA1-9AAE-4E8E-B04A-9492A107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3E289-DF6D-401B-AF4F-7E288B8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F7C80-5EE5-43C8-9782-3BF41AA2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CDAD3-ED85-43DD-87D5-31B08E81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9F67A-5E15-4B95-BA0B-3B23FB7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reconstruyen información disponible, opción elegida, expectativa y consecuencia sin conocimiento retrospectivo.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50541-7C8E-454B-877A-5F65246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11A43-AE70-474D-B5B7-4F2DFE44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7B1E1-A04E-4E71-97FF-DEFA4A7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CE5B6-CA8D-483F-950C-C27621DC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C8979-B08F-4A77-A23D-72E1B36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2CD97-5E3A-42CA-9D32-601ABAE3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CDCE1-39D6-4C0A-AAC8-E8E2D03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DD5A1-2DF7-4DD2-9453-D27B08A0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D1F01-9F94-411A-A0EF-7D73E6C4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7F5C8-051C-4668-8A0F-C0876E22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3710A-085D-4CF1-A5F7-79642422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1CA5A-8F7F-4011-B030-94ADB0FB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35502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79E54-D75E-4245-986E-9E1E88EA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4C33E-9FDD-48E5-B782-9DE6CB0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F4B92-B985-4B66-A2A6-F045A1D6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E4A9-3201-449D-BA1A-FD673D61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C1466-A1EA-4C84-9975-93CB7C7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B9CB8-37ED-4CB2-8990-160CEC94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EC9E8-F6DB-432D-BC73-E472AD96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79FA8-7512-462F-92C5-3E211FD1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Galería de sorpresas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77485-CBCD-47A4-B576-C16BC57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1534C-C5C1-4418-86D7-775442D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ED545-F5FF-45BE-ACE7-A5565E1B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Las personas clasifican qué sorpresa corrigió una acción y cuál obligó a revisar supuestos, objetivos o fronteras.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FB5E4-5711-44B5-B2D2-F959AABE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3B908-0D27-4B86-A50F-0EE024FC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D9D0A-848F-4B7F-AAC7-7A76FEE9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0BE1D-2C24-4ED6-9A3C-C108EDC8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DCE56-4067-4AA5-8E9F-CF00361D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5B055-EB15-4C3A-B9FB-0E8344B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026874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8A299-3260-408B-9ACA-887DF95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1860B-8D82-4C37-89D0-04304F0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68D53-F236-40D7-9FF5-E859AC5A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128A-6234-414B-9864-02E7022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518EB-7920-4DE5-9659-827F58A0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9EC40-02C0-4EC4-9183-6A64EB8B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AF499-3651-45A0-B045-ADADFBC3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1F801-7485-45E8-B4F2-6C461EB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doble bucle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15CB1-A7F5-4659-8021-3A3D1E8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B317D-3635-47EA-A880-D2AAB1E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6A9B3-6796-47E3-BD15-DBB03CB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pares se distingue mejorar una respuesta de cuestionar la regla que la produjo.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EC5A6-E08B-4178-81BE-3E5BE78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47833-40FB-4647-8509-21FEB32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20153-7BE0-4597-AA72-43001248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278A9-5895-4958-8A8A-8F51F3BB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B38E2-FBA9-4718-B692-014F969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71B6B-8830-446A-BEC0-75AF925F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4E1C6-598C-43FC-94E4-88F5323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AAF9F-4FAF-415D-A161-1FD95D1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1DDDA-B6B2-499E-A0BF-7D24A24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182A6-6EC9-4A78-9752-D338888C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A3609-5A2A-47B3-AA2E-02AD46EA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DA5E0-0AFC-40A5-89FA-E4257D08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2962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5FAA0-FBD9-4ED1-9F67-9B45644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7173C-1F61-454D-B27D-D857D060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C9913-1D91-4136-ABEF-2AE61CD1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970D0-D447-467F-9064-B8CBE2FD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BC84E-5F8B-4F00-937D-E3889FCC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1243C-1AF8-42DD-9D90-B55BD11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80264-68A6-48EB-A980-19A2A7D4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DE15D-D71E-44BA-80B8-62887718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Interlocución crítica con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2811A-879A-42F8-A3EB-5858758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E8C8D-0E14-46D6-8CC2-8A4FB0A1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EFB7E-8282-4D57-81E1-B648B1CA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6C0D2-F544-4171-80BF-463A708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29013-DE39-4539-9407-2A2F590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bucles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D9C77-8F3E-447C-AB3C-94393928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IA propone explicaciones rivales y puntos ciegos. Cada aporte se verifica contra el portfolio y puede rechazarse.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2AEE4-1912-4309-990F-1F9922D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2C4E2-5154-4F4B-A530-0AEF9CB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49086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9B0A8-60C0-477A-B02E-CEF16E9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76CF8-9D4C-484E-BF4F-38ADA230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6CD4E-A4C1-4E62-A9EC-1465EF8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E89FC-AD90-487E-9E44-D3D95B0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38005-9A16-42BC-ABC2-3C6A1538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0E9B0-DFA3-4726-B1B6-0E6C4EE3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D7F76-CB57-4D9C-A38C-6EBABB6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C16FB-B684-4843-8921-C7730C8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HH-36 sin culpables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1D609-5E7C-4F30-A63D-615CFF4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E6863-DB2C-461C-9822-89759246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AE424-ADDB-460A-BF42-F41CA2BD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11575-5A5D-4164-ABE9-8514438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105A7-8967-4621-9F1D-4EE916C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analiza una decisión fallida del caso por condiciones, autoridad, señales y barreras, con reparación pendiente.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6BAA3-FDBA-458F-B216-6E1E53D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768796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1FB4D-EC9A-4B41-8D7F-D39CEAE0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4134C-1CD9-482E-92B4-5050B8B5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1E7E9-370D-49E9-AB97-BBFE8BB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BA16E-32BA-4E98-A3F5-287B788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98B8-7E54-4A4A-8693-A424D52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9B787-E7B2-408A-8DCA-20E5E28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89DA7-5FDE-41F5-A6F8-A2C2CEBD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BA00E-918F-4A35-9DD6-670EB2C6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Contrato de práctica deliberada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2C45F-F50F-468C-A333-E6B24E6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F12E5-3250-4C65-B8FA-00FBE2E0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DD10E-E323-4A63-BEC8-07F9FEA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define situación futura, conducta observable, dificultad, devolución, frecuencia y evidencia de avance.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840BE-82F3-4F25-A0D4-6DE48B06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62949-D05E-43D0-B789-25290E8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F626-3979-44C1-8F9B-AD629358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4B9A0-0068-474C-955E-5DFA268E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14DD4-34A8-4C2A-8BDB-22F74095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98F20-7E42-477D-9BFD-EA306172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97E68-9A09-40B8-BF1B-CD914F30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20C0F-05AF-4D59-9615-03A998FE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92C9B-9C6B-4D84-BEF6-0BFEDF0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A8E88-F961-4297-801E-35195F7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CDF5B-E8C0-4465-8563-9F1E333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A81B3-9515-47BE-8A93-C8D1F4F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8954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9CFB3-0B43-4C26-9C8B-4CCE1285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FDBC-E232-4D7E-98BC-FD0801D0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BB4A9-D4C3-41CC-BDA4-C14B1B0B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75875-D8F8-4905-BE9F-E0630D74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76811-2FEA-49DA-83A9-3628182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5D58C-947E-4EB4-8A38-8C710353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A288F-680B-4794-97D3-347AE7E6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FF2C9-1B5F-4EA3-882A-929E4165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del recorrido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72428-DA46-49F2-BE03-33D4D9C7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FD132-6ACF-4020-894F-221D091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A6919-785B-40E0-91B4-C8C487D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par formula qué capacidad vio cambiar y qué pregunta debería permanecer abierta después de METSI.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94034-0CA1-4C5C-846B-2EA0871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91F70-7190-405F-AF7E-F658B86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41C09-4E55-43B7-8551-EA65765E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A6948-A7A4-4149-98B7-19E0F836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F6052-0B45-4F3C-A4B3-7844756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7FF5E-E6BF-431A-9DA0-F44D080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4F050-72FC-4308-8199-AF34252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9CAB7-DD69-4284-A95E-41449FDE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43609-2F17-4491-AD8D-6186F384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47F6F-6BF4-4FE1-91EB-0021F85B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9D6E9-B96C-48DF-9833-3B9F099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C5F06-5FF3-4C51-8DAA-A8087877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8483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A842D-95ED-4A1E-B417-915F3EB0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D917C-2040-4F26-A087-746585BA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9BA28-21B2-40EF-8A20-DC4E9B85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E714D-864C-44C5-B77A-CC2D375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CD675-E42E-4E13-9F1F-BFAB35F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C007C-60CD-43C8-89B1-17B95AE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E685E-E3D9-40FD-9C6F-97AD372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DF4D-924A-481D-8A50-20A8968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METSI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6AD7E-7E15-4C0D-8484-2C180E72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504F-EEBF-4986-A2C3-FF909C9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C439E-EEBD-4F17-B18B-8187338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345A3-2CF5-4775-9E7E-3939A21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98F0E-A291-470A-A635-8C2476E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58B50-4F44-4E4E-9BED-416F9D9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EC320-F86B-4189-9E81-0F9A328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entrega un sistema de práctica reflexiva con evidencia, revisión de supuestos, devolución y compromiso verificable.</a:t>
            </a:r>
          </a:p>
        </p:txBody>
      </p:sp>
    </p:spTree>
    <p:extLst>
      <p:ext uri="{BB962C8B-B14F-4D97-AF65-F5344CB8AC3E}">
        <p14:creationId xmlns:p14="http://schemas.microsoft.com/office/powerpoint/2010/main" val="942077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2026-09-15T15:47:38.0300000Z</dcterms:created>
  <dcterms:modified xsi:type="dcterms:W3CDTF">2026-09-15T15:47:38.0300000Z</dcterms:modified>
</coreProperties>
</file>