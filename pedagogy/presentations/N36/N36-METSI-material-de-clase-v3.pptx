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12de8f2ff4cde" /><Relationship Type="http://schemas.openxmlformats.org/officeDocument/2006/relationships/extended-properties" Target="/docProps/app.xml" Id="R5c541fd2aa9e43d5" /><Relationship Type="http://schemas.openxmlformats.org/officeDocument/2006/relationships/officeDocument" Target="/ppt/presentation.xml" Id="R9ad09dadda95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bec917ce14dce"/>
  </p:sldMasterIdLst>
  <p:notesMasterIdLst>
    <p:notesMasterId xmlns:r="http://schemas.openxmlformats.org/officeDocument/2006/relationships" r:id="R2891b75215804503"/>
  </p:notesMasterIdLst>
  <p:sldIdLst>
    <p:sldId xmlns:r="http://schemas.openxmlformats.org/officeDocument/2006/relationships" id="256" r:id="R76a2f76809e347a3"/>
    <p:sldId xmlns:r="http://schemas.openxmlformats.org/officeDocument/2006/relationships" id="257" r:id="R55fbf0e4bb254b68"/>
    <p:sldId xmlns:r="http://schemas.openxmlformats.org/officeDocument/2006/relationships" id="258" r:id="Rdb74998069ad4155"/>
    <p:sldId xmlns:r="http://schemas.openxmlformats.org/officeDocument/2006/relationships" id="259" r:id="R0907e0a322b04059"/>
    <p:sldId xmlns:r="http://schemas.openxmlformats.org/officeDocument/2006/relationships" id="260" r:id="R7552a430aa424171"/>
    <p:sldId xmlns:r="http://schemas.openxmlformats.org/officeDocument/2006/relationships" id="261" r:id="Rf9b1569fea624e2e"/>
    <p:sldId xmlns:r="http://schemas.openxmlformats.org/officeDocument/2006/relationships" id="262" r:id="Re18fa862ed904cd3"/>
    <p:sldId xmlns:r="http://schemas.openxmlformats.org/officeDocument/2006/relationships" id="263" r:id="R1b74520020224bfe"/>
    <p:sldId xmlns:r="http://schemas.openxmlformats.org/officeDocument/2006/relationships" id="264" r:id="R0665371271864f46"/>
    <p:sldId xmlns:r="http://schemas.openxmlformats.org/officeDocument/2006/relationships" id="265" r:id="R646dc939ce4747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1e003f0394b20" /><Relationship Type="http://schemas.openxmlformats.org/officeDocument/2006/relationships/slideMaster" Target="/ppt/slideMasters/slideMaster1.xml" Id="Rbd2bec917ce14dce" /><Relationship Type="http://schemas.openxmlformats.org/officeDocument/2006/relationships/notesMaster" Target="/ppt/notesMasters/notesMaster1.xml" Id="R2891b75215804503" /><Relationship Type="http://schemas.openxmlformats.org/officeDocument/2006/relationships/presProps" Target="/ppt/presProps.xml" Id="Rd0405e5fc7704aca" /><Relationship Type="http://schemas.openxmlformats.org/officeDocument/2006/relationships/tableStyles" Target="/ppt/tableStyles.xml" Id="R831c2814c9334723" /><Relationship Type="http://schemas.openxmlformats.org/officeDocument/2006/relationships/slide" Target="/ppt/slides/slide1.xml" Id="R76a2f76809e347a3" /><Relationship Type="http://schemas.openxmlformats.org/officeDocument/2006/relationships/slide" Target="/ppt/slides/slide2.xml" Id="R55fbf0e4bb254b68" /><Relationship Type="http://schemas.openxmlformats.org/officeDocument/2006/relationships/slide" Target="/ppt/slides/slide3.xml" Id="Rdb74998069ad4155" /><Relationship Type="http://schemas.openxmlformats.org/officeDocument/2006/relationships/slide" Target="/ppt/slides/slide4.xml" Id="R0907e0a322b04059" /><Relationship Type="http://schemas.openxmlformats.org/officeDocument/2006/relationships/slide" Target="/ppt/slides/slide5.xml" Id="R7552a430aa424171" /><Relationship Type="http://schemas.openxmlformats.org/officeDocument/2006/relationships/slide" Target="/ppt/slides/slide6.xml" Id="Rf9b1569fea624e2e" /><Relationship Type="http://schemas.openxmlformats.org/officeDocument/2006/relationships/slide" Target="/ppt/slides/slide7.xml" Id="Re18fa862ed904cd3" /><Relationship Type="http://schemas.openxmlformats.org/officeDocument/2006/relationships/slide" Target="/ppt/slides/slide8.xml" Id="R1b74520020224bfe" /><Relationship Type="http://schemas.openxmlformats.org/officeDocument/2006/relationships/slide" Target="/ppt/slides/slide9.xml" Id="R0665371271864f46" /><Relationship Type="http://schemas.openxmlformats.org/officeDocument/2006/relationships/slide" Target="/ppt/slides/slide10.xml" Id="R646dc939ce4747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c237d8fdc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43c58ee384a32" /><Relationship Type="http://schemas.openxmlformats.org/officeDocument/2006/relationships/notesMaster" Target="/ppt/notesMasters/notesMaster1.xml" Id="Raa9714b841eb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4e7f26d87747e1" /><Relationship Type="http://schemas.openxmlformats.org/officeDocument/2006/relationships/notesMaster" Target="/ppt/notesMasters/notesMaster1.xml" Id="R924bd315565340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c6923c4c444bb" /><Relationship Type="http://schemas.openxmlformats.org/officeDocument/2006/relationships/notesMaster" Target="/ppt/notesMasters/notesMaster1.xml" Id="R991fb1d4ddea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4494c2b7a45e4" /><Relationship Type="http://schemas.openxmlformats.org/officeDocument/2006/relationships/notesMaster" Target="/ppt/notesMasters/notesMaster1.xml" Id="R48db3e83b3fc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b79466a0984647" /><Relationship Type="http://schemas.openxmlformats.org/officeDocument/2006/relationships/notesMaster" Target="/ppt/notesMasters/notesMaster1.xml" Id="R685767795bca47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266cfc47f041cc" /><Relationship Type="http://schemas.openxmlformats.org/officeDocument/2006/relationships/notesMaster" Target="/ppt/notesMasters/notesMaster1.xml" Id="R98a57327460344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5ae8ac8534fbd" /><Relationship Type="http://schemas.openxmlformats.org/officeDocument/2006/relationships/notesMaster" Target="/ppt/notesMasters/notesMaster1.xml" Id="Rc85eb722a6a945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aa9c802e144455" /><Relationship Type="http://schemas.openxmlformats.org/officeDocument/2006/relationships/notesMaster" Target="/ppt/notesMasters/notesMaster1.xml" Id="R4ddd98f7b5ed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8c91f894fd483a" /><Relationship Type="http://schemas.openxmlformats.org/officeDocument/2006/relationships/notesMaster" Target="/ppt/notesMasters/notesMaster1.xml" Id="Rebd5e37d60d6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b8b3d668794b9e" /><Relationship Type="http://schemas.openxmlformats.org/officeDocument/2006/relationships/notesMaster" Target="/ppt/notesMasters/notesMaster1.xml" Id="Rce8e462fa551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capacidad observable.</a:t>
            </a:r>
          </a:p>
          <a:p xmlns:a="http://schemas.openxmlformats.org/drawingml/2006/main">
            <a:r>
              <a:t>Señal para avanzar: El aprendizaje excede intención.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Portfolio con fisuras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Arqueología del portfolio · 12 minutos</a:t>
            </a:r>
          </a:p>
          <a:p xmlns:a="http://schemas.openxmlformats.org/drawingml/2006/main">
            <a:r>
              <a:t>Cada persona selecciona rastros que muestran cambio, contradicción o persistencia, sin elegir sólo los mejores productos.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errores y contradicciones.</a:t>
            </a:r>
          </a:p>
          <a:p xmlns:a="http://schemas.openxmlformats.org/drawingml/2006/main">
            <a:r>
              <a:t>Señal para avanzar: La selección no es autopromoción.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decisiones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Línea de decisiones · 14 minutos</a:t>
            </a:r>
          </a:p>
          <a:p xmlns:a="http://schemas.openxmlformats.org/drawingml/2006/main">
            <a:r>
              <a:t>Se reconstruyen información disponible, opción elegida, expectativa y consecuencia sin conocimiento retrospectivo.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conocimiento retrospectivo.</a:t>
            </a:r>
          </a:p>
          <a:p xmlns:a="http://schemas.openxmlformats.org/drawingml/2006/main">
            <a:r>
              <a:t>Señal para avanzar: Se reconstruye lo disponible entonces.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Resultado y calidad decisional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Galería de sorpresas · 14 minutos</a:t>
            </a:r>
          </a:p>
          <a:p xmlns:a="http://schemas.openxmlformats.org/drawingml/2006/main">
            <a:r>
              <a:t>Las personas clasifican qué sorpresa corrigió una acción y cuál obligó a revisar supuestos, objetivos o fronteras.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azar favorable.</a:t>
            </a:r>
          </a:p>
          <a:p xmlns:a="http://schemas.openxmlformats.org/drawingml/2006/main">
            <a:r>
              <a:t>Señal para avanzar: Se evalúa proceso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Sorpresa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doble bucle · 18 minutos</a:t>
            </a:r>
          </a:p>
          <a:p xmlns:a="http://schemas.openxmlformats.org/drawingml/2006/main">
            <a:r>
              <a:t>En pares se distingue mejorar una respuesta de cuestionar la regla que la produjo.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supuesto revela.</a:t>
            </a:r>
          </a:p>
          <a:p xmlns:a="http://schemas.openxmlformats.org/drawingml/2006/main">
            <a:r>
              <a:t>Señal para avanzar: Se distingue anomalía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bucles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Interlocución crítica con IA · 16 minutos</a:t>
            </a:r>
          </a:p>
          <a:p xmlns:a="http://schemas.openxmlformats.org/drawingml/2006/main">
            <a:r>
              <a:t>La IA propone explicaciones rivales y puntos ciegos. Cada aporte se verifica contra el portfolio y puede rechazarse.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corrección y revisión de marco.</a:t>
            </a:r>
          </a:p>
          <a:p xmlns:a="http://schemas.openxmlformats.org/drawingml/2006/main">
            <a:r>
              <a:t>Señal para avanzar: Cambia acción o criterio con precisión.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IA como crítica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Revisión HH-36 sin culpables · 18 minutos</a:t>
            </a:r>
          </a:p>
          <a:p xmlns:a="http://schemas.openxmlformats.org/drawingml/2006/main">
            <a:r>
              <a:t>Se analiza una decisión fallida del caso por condiciones, autoridad, señales y barreras, con reparación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contraste con evidencia.</a:t>
            </a:r>
          </a:p>
          <a:p xmlns:a="http://schemas.openxmlformats.org/drawingml/2006/main">
            <a:r>
              <a:t>Señal para avanzar: La objeción puede rechazarse.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muestra que cambió el juicio?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Revisión HH-36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Contrato de práctica deliberada · 20 minutos</a:t>
            </a:r>
          </a:p>
          <a:p xmlns:a="http://schemas.openxmlformats.org/drawingml/2006/main">
            <a:r>
              <a:t>Cada persona define situación futura, conducta observable, dificultad, devolución, frecuencia y evidencia de avance.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Buscar condiciones y barreras.</a:t>
            </a:r>
          </a:p>
          <a:p xmlns:a="http://schemas.openxmlformats.org/drawingml/2006/main">
            <a:r>
              <a:t>Señal para avanzar: Se evita culpabilizar.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sabía en ese momento?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Práctica deliberada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del recorrido · 8 minutos</a:t>
            </a:r>
          </a:p>
          <a:p xmlns:a="http://schemas.openxmlformats.org/drawingml/2006/main">
            <a:r>
              <a:t>Un par formula qué capacidad vio cambiar y qué pregunta debería permanecer abierta después de METSI.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Definir conducta y devolución.</a:t>
            </a:r>
          </a:p>
          <a:p xmlns:a="http://schemas.openxmlformats.org/drawingml/2006/main">
            <a:r>
              <a:t>Señal para avanzar: El compromiso es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¿Fue buena la decisión o sólo el resultado?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METSI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Devolver mirada de un par.</a:t>
            </a:r>
          </a:p>
          <a:p xmlns:a="http://schemas.openxmlformats.org/drawingml/2006/main">
            <a:r>
              <a:t>Señal para avanzar: Queda capacidad y pregunta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evidencia de cómo cambió el juicio profesional durante el recorrido y qué sistema permitirá seguir aprendiendo.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supuesto reveló la sorpresa?</a:t>
            </a:r>
          </a:p>
          <a:p xmlns:a="http://schemas.openxmlformats.org/drawingml/2006/main">
            <a:r>
              <a:t>• ¿Qué objeción de IA fue descartada y por qué?</a:t>
            </a:r>
          </a:p>
          <a:p xmlns:a="http://schemas.openxmlformats.org/drawingml/2006/main">
            <a:r>
              <a:t>• ¿Quién observará la práctica futura?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persona entrega un sistema de práctica reflexiva con evidencia, revisión de supuestos, devolución y compromiso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36b0b1b07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5c90ec0864c41" /><Relationship Type="http://schemas.openxmlformats.org/officeDocument/2006/relationships/slideLayout" Target="/ppt/slideLayouts/slideLayout1.xml" Id="R4542e0ddddcb44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42e0ddddcb44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30bf369d4aa9" /><Relationship Type="http://schemas.openxmlformats.org/officeDocument/2006/relationships/notesSlide" Target="/ppt/notesSlides/notesSlide1.xml" Id="R244ac487b618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016f5106d4fcd" /><Relationship Type="http://schemas.openxmlformats.org/officeDocument/2006/relationships/notesSlide" Target="/ppt/notesSlides/notesSlide2.xml" Id="R208d2112e5de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c2b8bfbb14056" /><Relationship Type="http://schemas.openxmlformats.org/officeDocument/2006/relationships/notesSlide" Target="/ppt/notesSlides/notesSlide3.xml" Id="R59334ea23da243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b172ec43442cb" /><Relationship Type="http://schemas.openxmlformats.org/officeDocument/2006/relationships/notesSlide" Target="/ppt/notesSlides/notesSlide4.xml" Id="Rbfe49f2b53824d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00989482645c0" /><Relationship Type="http://schemas.openxmlformats.org/officeDocument/2006/relationships/notesSlide" Target="/ppt/notesSlides/notesSlide5.xml" Id="R6d6f3ce3f49b41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433245a7c4ac0" /><Relationship Type="http://schemas.openxmlformats.org/officeDocument/2006/relationships/notesSlide" Target="/ppt/notesSlides/notesSlide6.xml" Id="R8db86ec8be0745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e3b5046204dbc" /><Relationship Type="http://schemas.openxmlformats.org/officeDocument/2006/relationships/notesSlide" Target="/ppt/notesSlides/notesSlide7.xml" Id="Rd185383f261f4f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1965381f45ba" /><Relationship Type="http://schemas.openxmlformats.org/officeDocument/2006/relationships/notesSlide" Target="/ppt/notesSlides/notesSlide8.xml" Id="R0ec936b3be4e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67ad40f34105" /><Relationship Type="http://schemas.openxmlformats.org/officeDocument/2006/relationships/notesSlide" Target="/ppt/notesSlides/notesSlide9.xml" Id="Rdf6e5bf3176440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2ebdbce3e4c2a" /><Relationship Type="http://schemas.openxmlformats.org/officeDocument/2006/relationships/notesSlide" Target="/ppt/notesSlides/notesSlide10.xml" Id="R9c1c4a0b572747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ECB5D-6D92-48A0-B250-E50AB36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6966-8AB9-4D0C-8331-0809D90A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40F06-00FF-4CEF-B226-3E6B55D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B846C-9645-4617-B873-3D9AEBBB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96ED6-F648-4413-A335-96610094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D54DB-7A22-46B0-B993-AC4C196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CE071-D4C5-4488-83AC-5D1EBAB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1AC2-6958-4D0D-963A-709F25A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54300-050A-4E29-9C4F-4FB59C3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Práctica reflexiva: aprender de decisiones, errores, sorpresas y asistencia de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5DFF9-BC0C-408C-99BE-D1C85726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convertir la experiencia de intervenir en una capacidad profesional que aprende sin reescribir el pasado ni delegar la reflexión?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A74B-D477-47DE-A499-454B31B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D3E54-AB74-48A2-91D4-18F1D5DA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115409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DCF2C-638F-46D9-B64A-646DC00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9274-E41E-4418-91ED-91BEE86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1967A-833C-40D2-9259-8DD33E2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11026-4A63-49FE-A8C1-C77DBF35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C392E-259C-48A4-ABBD-66CB3C6B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5CE17-1F6B-44E9-82A9-DE0EF12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559F4-B9DC-44DC-A79C-8655B16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1E8C5-B1F6-484C-82B3-A4E3F156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Arqueología del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674D9-6A26-4213-AF7D-5A729A2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C5D48-8DF3-4932-B918-852CEE1B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99B69-C582-4817-867D-B63BCF4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selecciona rastros que muestran cambio, contradicción o persistencia, sin elegir sólo los mejores productos.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E8FDF-36E8-41DA-81E7-F7B33273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E203B-FA16-4E1A-833E-CF82C47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4B815-8204-43B7-8DA0-05890C63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058E8-C88E-4C1A-8844-ECFCA354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EB3B5-D9DC-408C-82DA-34B1C07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A13C3-7564-45E7-A17A-EABAF00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9CF29-ED7B-4A74-B110-D7ADF9A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AD978-4E14-4F8D-9B28-78D6BA4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A1BA6-660C-4DC5-A823-DCB230E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CBB43-45FF-479D-A628-2A5DD04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568673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AA78D-E280-4C50-8F80-79DAA68B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0B5EE-97DA-44EC-B507-51C1426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BFDB3-052D-4FA7-9017-A13D457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C3FEA-C941-45A0-B725-63EA766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D250F-C062-4B8C-ADE5-4FD5E6CE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5665E-518F-4F8E-960C-31B1BC3D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5D630-4FA4-44FF-B4BE-21DC113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C60E2-B085-468A-BDA5-F99912A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BF771-51C0-4E39-BAEA-A59897C0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8FDCD-B03B-4488-8B52-E20748A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D2FCD-1101-4E3E-8E0B-DB5C3744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reconstruyen información disponible, opción elegida, expectativa y consecuencia sin conocimiento retrospectivo.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91543-3A9E-466C-9669-443023B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B87BF-9032-47E3-8556-CE5A570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81D27-2A3D-4ED6-AF1D-C50339D8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AAAD1-D983-4E8A-BCAB-63A1574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6EE2F-F4B9-4832-BCA1-A404F11F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553BF-399E-4DB4-B442-4AA1FBE4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83F6D-37D6-4765-B60B-58169AE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677DA-B79E-4B99-9E74-8E3A332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BDBDF-9527-4A9D-8D8A-88DE53A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3F5B6-87EC-4B17-99F6-2F9252AA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555AB-682B-4B83-A02B-6EB4D92D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C7752-56E1-45DF-9AEA-3CDBC5C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39378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D232C-EDFA-4AF0-8C28-D6712E7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FD53D-1604-477C-A239-3C31CC63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BF864-97A6-4FCF-B556-808884C0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9287E-8ABF-4771-AF4B-0A2D703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BFFCC-3C7B-410F-A901-7E328D03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EA5F3-94B3-4AB8-8D95-7761B03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1A04E-21C6-4E4C-8E2C-83C6543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5BC2A-B3C6-416F-B565-90240B50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Galería de sorpresas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4D6E6-7B4E-4F1A-954C-BFD39A4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E6D1F-E105-4D86-A827-33E9A9D5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DF62F-9B9D-478C-84AB-598A03F9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personas clasifican qué sorpresa corrigió una acción y cuál obligó a revisar supuestos, objetivos o fronteras.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E9C54-A095-4742-8769-3BE53768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6F868-1B54-417A-98B4-041C1EC0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C7576-F5F4-4C90-906B-1587401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91C3-300C-4EC2-BD56-D34D07EC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09A5F-5B4C-4776-B827-63CF5B3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76E61-9BD7-4CC9-B83A-559090B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627162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CB228-62E0-40C8-B919-78DDFC5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B1BE9-31C5-40BE-951C-257BA298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F4ED6-3FD6-4B0D-AABC-D943398A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BA5F4-479E-4C10-AFF3-276068DC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1E544-6613-4757-B832-5442BFF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0D17-84ED-4BB8-9887-8BFA6C8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652E6-335B-4E7F-8221-0613A29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CD704-19DF-43EA-88D4-31C21D7E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doble bucle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A6233-A206-4017-93BE-C0B2C931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7002E-4CE4-41CF-B006-479D7AC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5E786-5EEA-4D8D-B591-30A82BD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pares se distingue mejorar una respuesta de cuestionar la regla que la produjo.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B91D3-6BA0-433F-9D58-9C571F91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57ECA-3000-43FA-AC77-3B4FC63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8C72F-5662-47E8-9148-11B99EB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69105-FC03-44DE-8834-C8C4E9C0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7FDDB-D739-4039-AA70-660DCC4B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FDC51-585C-4278-AFAA-D42B0B6D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C63E5-3DA9-408D-94C8-13EFBD1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46AE4-6C59-48D6-85F0-FAC500CB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545BF-9938-49AD-8CA7-51DCC22E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C46C0-3A9E-4F72-BA4F-3AA6719C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F1B5D-D22D-4C0E-92B4-5635ED8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37DB9-96BE-4437-88BB-7D537646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87634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5C6FD-9837-4BA1-A330-87D367F9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4EB40-8A37-472C-83AD-16D68B63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B953F-1E33-4467-954E-B2BB05E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B7519-D514-4DDE-9543-E0AC8ADB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16D26-54FC-40AC-B25A-D0CD4C94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65EF0-D695-4F6B-B96D-C8063F0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42443-317E-4748-908B-52594F6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B582E-D13A-4212-B28B-547DD74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Interlocución crítica con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904E6-78E2-427E-AAA7-097E319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08640-B8FE-4B63-8713-B149030A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CFB36-A73E-441A-95B0-586CD1C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4ED64-C065-460A-9A14-4648C503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CD96C-5089-41B6-A578-BD199708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bucles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9EC6F-04C5-429B-BADA-B75D949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IA propone explicaciones rivales y puntos ciegos. Cada aporte se verifica contra el portfolio y puede rechazarse.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8D750-61C9-4BFD-9F36-71CBF026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91D6E-2CA1-4423-85EA-92805744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92520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86B67-9035-4BE8-BBF9-30A7DD0A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8C011-F346-47F5-AD22-F7FE23F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85937-0BD9-4E1F-93EA-0BBD83B5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43A98-D6B8-45E1-B2BD-383DF70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7A348-96FF-4076-8EB9-D981320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EF8B-7922-41AF-B1B8-D153280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66633-6A72-4EE6-A49D-38AD329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01CA7-4CEB-4C48-B9EB-935A7B2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HH-36 sin culpables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EADA-B526-4C6C-B623-E074E575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9439C-9E4D-425F-AA36-91718EA6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A7DA5-7837-4CD2-8784-99662522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D4209-0437-4680-8AE1-FEB3849E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E4BF7-93AC-4210-B438-D0941A5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analiza una decisión fallida del caso por condiciones, autoridad, señales y barreras, con reparación pendiente.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5A392-B60E-4BD5-B263-16B1EEA2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886814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B77A8-AFC9-45AE-8DF0-B18AA783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568DC-A207-4874-A570-CF2A42DD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7B54D-6566-4955-89A1-2F97A68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F1386-307C-4786-84FA-15471B57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CDF29-0799-4FC3-B42B-7543FE08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D3801-BEB5-4C43-87E4-B51DE710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1278D-8621-46EA-A5F3-9FD019F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DF885-B7AA-4A5E-B068-2F790F9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de práctica deliberada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A56F-8475-470B-A3FA-D6D819C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104F5-8D7D-41E1-A769-69F2201A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1F42B-5549-43CB-A2E1-252E224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define situación futura, conducta observable, dificultad, devolución, frecuencia y evidencia de avance.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C55C7-5669-4B2B-B174-B72D3EC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D3800-EFFE-4E24-B511-46271EB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37AB3-0365-4F81-82B3-9940BEBB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EE50F-4C23-46B0-BA0D-B1EE6F9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040ED-A19E-4CAF-979C-18C26E5F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9FE52-6CAC-418C-B523-BE21B1F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B100-292C-40D5-806E-C1C94D1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0D250-B9FF-415C-B48E-BD06A29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31554-3A89-48F1-AFA4-B46D615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64464-A204-45F0-BEBB-BA7F517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97750-077F-4EDA-9798-2DF7A03E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79032-376E-4E83-8E93-9C27AC3E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684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53A2B-2CB0-422A-8ACE-05E15FB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6B64-B235-482F-8682-322D4360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9E390-390E-46C8-B183-996EB41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8A66-9B8D-422D-A03A-7539860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9C4CD-AC3D-4002-9395-2C0B082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10C2E-6CC6-41D4-A0F1-7D66A32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95671-3660-4E76-B33B-873E711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4C511-F670-4D95-B194-6C2E81EE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del recorrido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EE2F0-391D-45C7-88D3-FA31620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470F9-1EC1-403F-8566-CE0FDA8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5C5B6-CE1A-49CC-9AA7-B4C4CC9A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par formula qué capacidad vio cambiar y qué pregunta debería permanecer abierta después de METSI.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A301-8DD5-4471-BC5A-7206DB14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BC012-C42A-453E-8F91-70C8E64B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345CC-608C-4FF8-AC4F-8C20407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3DB9A-75BF-420C-A937-3A31DA9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8FB03-E54F-42B3-9EEB-5D76266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45EF-1E81-426C-963A-7F479306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F57DD-211F-4372-9663-DEBB735C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C94A3-26F6-4437-B2CE-A22BA714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2DF2-8B86-429B-98FC-63AE851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412A6-C29C-4E81-B1E4-97CABACF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A7FB9-B554-4533-8FAE-A4E9824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2DD16-DDC1-4916-B24E-C95D90A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94837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A8FFA-A264-4317-A71A-0F9C229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9E684-F278-4D61-ACBC-D112FD0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2E773-1A24-4BA4-8963-A23E1C06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6041-CD69-46A4-8505-35827205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79EA3-8B10-4124-B64B-BA3D2EE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3BF0-8821-4F18-BE2A-B8864427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4667F-F7FF-41DE-AD29-F080873D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ECDD3-DDFB-423D-8204-D974BEE5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METSI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A6811-D0A0-4427-9702-26A959A7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3BEE1-181E-4F54-9B84-9CEBB275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3641D-B2C2-4AED-A513-06947D8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D31CD-AE5D-4A4A-8C32-FC08848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BF3CE-5E99-4AA8-93D9-63A1A44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899D6-CE84-4C29-AC2D-88C74E0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D9545-39AA-4AF1-8E94-E895AF0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entrega un sistema de práctica reflexiva con evidencia, revisión de supuestos, devolución y compromiso verificable.</a:t>
            </a:r>
          </a:p>
        </p:txBody>
      </p:sp>
    </p:spTree>
    <p:extLst>
      <p:ext uri="{BB962C8B-B14F-4D97-AF65-F5344CB8AC3E}">
        <p14:creationId xmlns:p14="http://schemas.microsoft.com/office/powerpoint/2010/main" val="634580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2026-09-14T03:51:42.6520000Z</dcterms:created>
  <dcterms:modified xsi:type="dcterms:W3CDTF">2026-09-14T03:51:42.6520000Z</dcterms:modified>
</coreProperties>
</file>