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bb6e98127042ce" /><Relationship Type="http://schemas.openxmlformats.org/officeDocument/2006/relationships/extended-properties" Target="/docProps/app.xml" Id="R7a5a65e9ef0540c2" /><Relationship Type="http://schemas.openxmlformats.org/officeDocument/2006/relationships/officeDocument" Target="/ppt/presentation.xml" Id="Rc87b9098332342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fd58f50af84add"/>
  </p:sldMasterIdLst>
  <p:notesMasterIdLst>
    <p:notesMasterId xmlns:r="http://schemas.openxmlformats.org/officeDocument/2006/relationships" r:id="R217d6f5959154868"/>
  </p:notesMasterIdLst>
  <p:sldIdLst>
    <p:sldId xmlns:r="http://schemas.openxmlformats.org/officeDocument/2006/relationships" id="256" r:id="R957ad51cbc384ed6"/>
    <p:sldId xmlns:r="http://schemas.openxmlformats.org/officeDocument/2006/relationships" id="257" r:id="R8aedc04e59584ebd"/>
    <p:sldId xmlns:r="http://schemas.openxmlformats.org/officeDocument/2006/relationships" id="258" r:id="R201bc0c7ade04846"/>
    <p:sldId xmlns:r="http://schemas.openxmlformats.org/officeDocument/2006/relationships" id="259" r:id="R8529f97cf8784c16"/>
    <p:sldId xmlns:r="http://schemas.openxmlformats.org/officeDocument/2006/relationships" id="260" r:id="R2068f332d47642a2"/>
    <p:sldId xmlns:r="http://schemas.openxmlformats.org/officeDocument/2006/relationships" id="261" r:id="R07e4e20e93644cad"/>
    <p:sldId xmlns:r="http://schemas.openxmlformats.org/officeDocument/2006/relationships" id="262" r:id="Rb43baa59354a4883"/>
    <p:sldId xmlns:r="http://schemas.openxmlformats.org/officeDocument/2006/relationships" id="263" r:id="Rd129e92689724abc"/>
    <p:sldId xmlns:r="http://schemas.openxmlformats.org/officeDocument/2006/relationships" id="264" r:id="R4b9fb4143dd34a44"/>
    <p:sldId xmlns:r="http://schemas.openxmlformats.org/officeDocument/2006/relationships" id="265" r:id="R0d23987c4d4c40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0d583c215b4352" /><Relationship Type="http://schemas.openxmlformats.org/officeDocument/2006/relationships/slideMaster" Target="/ppt/slideMasters/slideMaster1.xml" Id="R51fd58f50af84add" /><Relationship Type="http://schemas.openxmlformats.org/officeDocument/2006/relationships/notesMaster" Target="/ppt/notesMasters/notesMaster1.xml" Id="R217d6f5959154868" /><Relationship Type="http://schemas.openxmlformats.org/officeDocument/2006/relationships/presProps" Target="/ppt/presProps.xml" Id="R8bbc70c130c8487c" /><Relationship Type="http://schemas.openxmlformats.org/officeDocument/2006/relationships/tableStyles" Target="/ppt/tableStyles.xml" Id="Rd54ecd840c204e41" /><Relationship Type="http://schemas.openxmlformats.org/officeDocument/2006/relationships/slide" Target="/ppt/slides/slide1.xml" Id="R957ad51cbc384ed6" /><Relationship Type="http://schemas.openxmlformats.org/officeDocument/2006/relationships/slide" Target="/ppt/slides/slide2.xml" Id="R8aedc04e59584ebd" /><Relationship Type="http://schemas.openxmlformats.org/officeDocument/2006/relationships/slide" Target="/ppt/slides/slide3.xml" Id="R201bc0c7ade04846" /><Relationship Type="http://schemas.openxmlformats.org/officeDocument/2006/relationships/slide" Target="/ppt/slides/slide4.xml" Id="R8529f97cf8784c16" /><Relationship Type="http://schemas.openxmlformats.org/officeDocument/2006/relationships/slide" Target="/ppt/slides/slide5.xml" Id="R2068f332d47642a2" /><Relationship Type="http://schemas.openxmlformats.org/officeDocument/2006/relationships/slide" Target="/ppt/slides/slide6.xml" Id="R07e4e20e93644cad" /><Relationship Type="http://schemas.openxmlformats.org/officeDocument/2006/relationships/slide" Target="/ppt/slides/slide7.xml" Id="Rb43baa59354a4883" /><Relationship Type="http://schemas.openxmlformats.org/officeDocument/2006/relationships/slide" Target="/ppt/slides/slide8.xml" Id="Rd129e92689724abc" /><Relationship Type="http://schemas.openxmlformats.org/officeDocument/2006/relationships/slide" Target="/ppt/slides/slide9.xml" Id="R4b9fb4143dd34a44" /><Relationship Type="http://schemas.openxmlformats.org/officeDocument/2006/relationships/slide" Target="/ppt/slides/slide10.xml" Id="R0d23987c4d4c40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ab9b4940fb4d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cd13657649453c" /><Relationship Type="http://schemas.openxmlformats.org/officeDocument/2006/relationships/notesMaster" Target="/ppt/notesMasters/notesMaster1.xml" Id="Re8ba2d8fe2ec4f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c9d3761ad74cc0" /><Relationship Type="http://schemas.openxmlformats.org/officeDocument/2006/relationships/notesMaster" Target="/ppt/notesMasters/notesMaster1.xml" Id="Rf3689a7484dc48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70b6063a2e4c40" /><Relationship Type="http://schemas.openxmlformats.org/officeDocument/2006/relationships/notesMaster" Target="/ppt/notesMasters/notesMaster1.xml" Id="R17a0ea7e91b346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1847894a664fde" /><Relationship Type="http://schemas.openxmlformats.org/officeDocument/2006/relationships/notesMaster" Target="/ppt/notesMasters/notesMaster1.xml" Id="Rdb2248a2c43d40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a9b698faf34a2d" /><Relationship Type="http://schemas.openxmlformats.org/officeDocument/2006/relationships/notesMaster" Target="/ppt/notesMasters/notesMaster1.xml" Id="Rfcf6746d928843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25ddd8f8f94dab" /><Relationship Type="http://schemas.openxmlformats.org/officeDocument/2006/relationships/notesMaster" Target="/ppt/notesMasters/notesMaster1.xml" Id="R7bafd393173e4a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b52a9cbdb54ebd" /><Relationship Type="http://schemas.openxmlformats.org/officeDocument/2006/relationships/notesMaster" Target="/ppt/notesMasters/notesMaster1.xml" Id="R64f5956b9d484d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8abba890e547c7" /><Relationship Type="http://schemas.openxmlformats.org/officeDocument/2006/relationships/notesMaster" Target="/ppt/notesMasters/notesMaster1.xml" Id="R242143ce8cf24f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3bbbf49c034679" /><Relationship Type="http://schemas.openxmlformats.org/officeDocument/2006/relationships/notesMaster" Target="/ppt/notesMasters/notesMaster1.xml" Id="Rdc9b290c8b254c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5eda3f57e34d80" /><Relationship Type="http://schemas.openxmlformats.org/officeDocument/2006/relationships/notesMaster" Target="/ppt/notesMasters/notesMaster1.xml" Id="Rbacb5f0ec0024c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una capacidad observable.</a:t>
            </a:r>
          </a:p>
          <a:p xmlns:a="http://schemas.openxmlformats.org/drawingml/2006/main">
            <a:r>
              <a:t>Señal para avanzar: El aprendizaje excede intención.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muestra que cambió el juicio?</a:t>
            </a:r>
          </a:p>
          <a:p xmlns:a="http://schemas.openxmlformats.org/drawingml/2006/main">
            <a:r>
              <a:t>• ¿Qué se sabía en ese momento?</a:t>
            </a:r>
          </a:p>
          <a:p xmlns:a="http://schemas.openxmlformats.org/drawingml/2006/main">
            <a:r>
              <a:t>• ¿Fue buena la decisión o sólo el resultado?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Portfolio con fisuras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Incluir errores y contradicciones.</a:t>
            </a:r>
          </a:p>
          <a:p xmlns:a="http://schemas.openxmlformats.org/drawingml/2006/main">
            <a:r>
              <a:t>Señal para avanzar: La selección no es autopromoción.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se sabía en ese momento?</a:t>
            </a:r>
          </a:p>
          <a:p xmlns:a="http://schemas.openxmlformats.org/drawingml/2006/main">
            <a:r>
              <a:t>• ¿Fue buena la decisión o sólo el resultado?</a:t>
            </a:r>
          </a:p>
          <a:p xmlns:a="http://schemas.openxmlformats.org/drawingml/2006/main">
            <a:r>
              <a:t>• ¿Qué supuesto reveló la sorpresa?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Línea de decisiones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conocimiento retrospectivo.</a:t>
            </a:r>
          </a:p>
          <a:p xmlns:a="http://schemas.openxmlformats.org/drawingml/2006/main">
            <a:r>
              <a:t>Señal para avanzar: Se reconstruye lo disponible entonces.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¿Fue buena la decisión o sólo el resultado?</a:t>
            </a:r>
          </a:p>
          <a:p xmlns:a="http://schemas.openxmlformats.org/drawingml/2006/main">
            <a:r>
              <a:t>• ¿Qué supuesto reveló la sorpresa?</a:t>
            </a:r>
          </a:p>
          <a:p xmlns:a="http://schemas.openxmlformats.org/drawingml/2006/main">
            <a:r>
              <a:t>• ¿Qué objeción de IA fue descartada y por qué?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Resultado y calidad decisional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azar favorable.</a:t>
            </a:r>
          </a:p>
          <a:p xmlns:a="http://schemas.openxmlformats.org/drawingml/2006/main">
            <a:r>
              <a:t>Señal para avanzar: Se evalúa proceso y consecuencia.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supuesto reveló la sorpresa?</a:t>
            </a:r>
          </a:p>
          <a:p xmlns:a="http://schemas.openxmlformats.org/drawingml/2006/main">
            <a:r>
              <a:t>• ¿Qué objeción de IA fue descartada y por qué?</a:t>
            </a:r>
          </a:p>
          <a:p xmlns:a="http://schemas.openxmlformats.org/drawingml/2006/main">
            <a:r>
              <a:t>• ¿Quién observará la práctica futura?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Sorpresa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supuesto revela.</a:t>
            </a:r>
          </a:p>
          <a:p xmlns:a="http://schemas.openxmlformats.org/drawingml/2006/main">
            <a:r>
              <a:t>Señal para avanzar: Se distingue anomalía de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objeción de IA fue descartada y por qué?</a:t>
            </a:r>
          </a:p>
          <a:p xmlns:a="http://schemas.openxmlformats.org/drawingml/2006/main">
            <a:r>
              <a:t>• ¿Quién observará la práctica futura?</a:t>
            </a:r>
          </a:p>
          <a:p xmlns:a="http://schemas.openxmlformats.org/drawingml/2006/main">
            <a:r>
              <a:t>• ¿Qué evidencia muestra que cambió el juicio?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Dos bucles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corrección y revisión de marco.</a:t>
            </a:r>
          </a:p>
          <a:p xmlns:a="http://schemas.openxmlformats.org/drawingml/2006/main">
            <a:r>
              <a:t>Señal para avanzar: Cambia acción o criterio con precisión.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observará la práctica futura?</a:t>
            </a:r>
          </a:p>
          <a:p xmlns:a="http://schemas.openxmlformats.org/drawingml/2006/main">
            <a:r>
              <a:t>• ¿Qué evidencia muestra que cambió el juicio?</a:t>
            </a:r>
          </a:p>
          <a:p xmlns:a="http://schemas.openxmlformats.org/drawingml/2006/main">
            <a:r>
              <a:t>• ¿Qué se sabía en ese momento?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IA como crítica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contraste con evidencia.</a:t>
            </a:r>
          </a:p>
          <a:p xmlns:a="http://schemas.openxmlformats.org/drawingml/2006/main">
            <a:r>
              <a:t>Señal para avanzar: La objeción puede rechazarse.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muestra que cambió el juicio?</a:t>
            </a:r>
          </a:p>
          <a:p xmlns:a="http://schemas.openxmlformats.org/drawingml/2006/main">
            <a:r>
              <a:t>• ¿Qué se sabía en ese momento?</a:t>
            </a:r>
          </a:p>
          <a:p xmlns:a="http://schemas.openxmlformats.org/drawingml/2006/main">
            <a:r>
              <a:t>• ¿Fue buena la decisión o sólo el resultado?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Revisión HH-36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Buscar condiciones y barreras.</a:t>
            </a:r>
          </a:p>
          <a:p xmlns:a="http://schemas.openxmlformats.org/drawingml/2006/main">
            <a:r>
              <a:t>Señal para avanzar: Se evita culpabilizar.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se sabía en ese momento?</a:t>
            </a:r>
          </a:p>
          <a:p xmlns:a="http://schemas.openxmlformats.org/drawingml/2006/main">
            <a:r>
              <a:t>• ¿Fue buena la decisión o sólo el resultado?</a:t>
            </a:r>
          </a:p>
          <a:p xmlns:a="http://schemas.openxmlformats.org/drawingml/2006/main">
            <a:r>
              <a:t>• ¿Qué supuesto reveló la sorpresa?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Práctica deliberada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Definir conducta y devolución.</a:t>
            </a:r>
          </a:p>
          <a:p xmlns:a="http://schemas.openxmlformats.org/drawingml/2006/main">
            <a:r>
              <a:t>Señal para avanzar: El compromiso es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¿Fue buena la decisión o sólo el resultado?</a:t>
            </a:r>
          </a:p>
          <a:p xmlns:a="http://schemas.openxmlformats.org/drawingml/2006/main">
            <a:r>
              <a:t>• ¿Qué supuesto reveló la sorpresa?</a:t>
            </a:r>
          </a:p>
          <a:p xmlns:a="http://schemas.openxmlformats.org/drawingml/2006/main">
            <a:r>
              <a:t>• ¿Qué objeción de IA fue descartada y por qué?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Cierre METSI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Devolver mirada de un par.</a:t>
            </a:r>
          </a:p>
          <a:p xmlns:a="http://schemas.openxmlformats.org/drawingml/2006/main">
            <a:r>
              <a:t>Señal para avanzar: Queda capacidad y pregunta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supuesto reveló la sorpresa?</a:t>
            </a:r>
          </a:p>
          <a:p xmlns:a="http://schemas.openxmlformats.org/drawingml/2006/main">
            <a:r>
              <a:t>• ¿Qué objeción de IA fue descartada y por qué?</a:t>
            </a:r>
          </a:p>
          <a:p xmlns:a="http://schemas.openxmlformats.org/drawingml/2006/main">
            <a:r>
              <a:t>• ¿Quién observará la práctica futura?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8b5f7980c4b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cc11147fb54bc3" /><Relationship Type="http://schemas.openxmlformats.org/officeDocument/2006/relationships/slideLayout" Target="/ppt/slideLayouts/slideLayout1.xml" Id="Rb9393ae119974e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393ae119974e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7e7d1bf05462e" /><Relationship Type="http://schemas.openxmlformats.org/officeDocument/2006/relationships/notesSlide" Target="/ppt/notesSlides/notesSlide1.xml" Id="R5d728e49132c4a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1c9535086475f" /><Relationship Type="http://schemas.openxmlformats.org/officeDocument/2006/relationships/notesSlide" Target="/ppt/notesSlides/notesSlide2.xml" Id="R45f3e1c181fe45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ab79b93014839" /><Relationship Type="http://schemas.openxmlformats.org/officeDocument/2006/relationships/notesSlide" Target="/ppt/notesSlides/notesSlide3.xml" Id="Rc5b046e3a78e42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9d311d44c4783" /><Relationship Type="http://schemas.openxmlformats.org/officeDocument/2006/relationships/notesSlide" Target="/ppt/notesSlides/notesSlide4.xml" Id="Re44591d9e11245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1b83e163449af" /><Relationship Type="http://schemas.openxmlformats.org/officeDocument/2006/relationships/notesSlide" Target="/ppt/notesSlides/notesSlide5.xml" Id="R98f55930e58a4c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6f1ccc28346e1" /><Relationship Type="http://schemas.openxmlformats.org/officeDocument/2006/relationships/notesSlide" Target="/ppt/notesSlides/notesSlide6.xml" Id="Ra5fa215b31c54b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ba5886bca478f" /><Relationship Type="http://schemas.openxmlformats.org/officeDocument/2006/relationships/notesSlide" Target="/ppt/notesSlides/notesSlide7.xml" Id="R9354f3dbc0a649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b193d6a604100" /><Relationship Type="http://schemas.openxmlformats.org/officeDocument/2006/relationships/notesSlide" Target="/ppt/notesSlides/notesSlide8.xml" Id="R0fd26500d3c648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04de6f1244618" /><Relationship Type="http://schemas.openxmlformats.org/officeDocument/2006/relationships/notesSlide" Target="/ppt/notesSlides/notesSlide9.xml" Id="Rc55f0bb2a0b54b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fe1c4b3744064" /><Relationship Type="http://schemas.openxmlformats.org/officeDocument/2006/relationships/notesSlide" Target="/ppt/notesSlides/notesSlide10.xml" Id="R0fd646720ce84c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12783-BCFB-4E2F-BD35-E96D49C9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E07DC-FD1A-4D25-BE4A-2DD29728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BF525-2569-4731-A3BB-8BBA8666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9E2B7-22DE-45E3-9BBA-B94E1CE5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FB3F8-E446-4EC2-A4D2-7724B1C0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0FCE5-32E1-478B-8A9A-C95CA7AB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1FA60-D81B-429E-BD01-2820BC72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63DF3-00B0-4C0A-A3B4-826E1B4A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DB6E7-0A6F-4110-86DC-EBE55E47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convertir la experiencia de intervenir en una capacidad profesional que aprende sin reescribir el pasado ni delegar la reflexión?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0726A-9245-44CD-884D-DDDE31F2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97CF7-24D4-4807-B2C0-190D2368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897041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22CB8-4777-42B5-9053-7A78D8F2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C5408-BE07-4326-8944-D38B07DD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878B1-00AD-4FF0-BA6F-785CB981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86D4B-7DB9-483B-8360-EC307246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68EAF-A27A-4C93-9170-35B7046E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7A192-CAC7-4538-9BEF-67D4F6AD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051B3-4413-4FDD-AFE2-6B3153F3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9EC85-5F42-47C0-A9B6-48FB9F85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Portfolio con fisuras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C69AF-F90A-49E1-A974-383BB5D1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D96C6-3374-4F88-AC01-2B0ADCD9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1999C-9522-439B-BE67-AB6BDE71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6BBFA-F6C3-4A54-BE3A-668BB11A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33133-402F-4BE5-A6C2-BE995DAD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9781F-AD20-4028-936C-AE0797A4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38BB46-3A0C-4BA9-AB10-D9BE8669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7B2D9-C8C9-4A86-917A-AC6C567F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DDA9D-F47C-42FD-85A5-4E89902B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A9E113-A098-4D27-AD8A-7292FC3C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916764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40032D-5819-42C1-875E-858BE30D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3D127-0614-4E32-BFFA-834E95BB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EE4E8-76EB-42B1-A6E4-DC30B821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F5370-BBA7-4920-AE5E-DBAA9120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11F88-72A0-46F4-A2AB-BA6AD205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D7A01-A4D6-4446-AC46-C8A40F08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763F2-1068-4FF0-BFBB-EC912659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9255A-53D8-406C-8670-8A93EB2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Línea de decisiones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8E01E-5DA9-4770-BADA-12C04DA2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F3897-098D-4B15-A2AA-EB56A63A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C4B81-3AA4-4C10-9F2A-AA217152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071A8-F4AE-47B6-A111-181836A1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71DA2-19B8-4C52-A3BC-4AE979C9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5B8C9-7B8F-4DB1-9A3A-79D5A880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75E20-D13B-44E6-84FF-E94EA42A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B31E4-6E21-4DC6-BFAC-0DF8DC73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0CC5A-33E9-41D5-9BDC-5D45CCB6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A8F12-D62D-478E-A5D4-F7B4DBA0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506CE-5B6D-4629-92DD-F0A4DF72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CD2D29-59D9-4124-AB42-B9DF775C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13030934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47267-924F-4BEF-9EE0-4F062C3D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7C86C-6135-4C8B-80CC-8810858D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274FD-BB02-43D7-98F3-09AE6844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6C412-7433-44EA-987A-8FBAF394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272AD-5B52-40F5-9A63-8A3FE8FE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06504-F593-477C-A723-51C0BF53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C8AC8-AF9E-498A-98A0-A7624CB1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B849B-F57E-4AE9-B3B2-1286EBD8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Resultado y calidad decisional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2F94C-1C11-4E8B-9407-B2F39579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E1C6C-F0C0-4F42-B417-5FF62E54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97C36-E95F-4307-AB91-5945B2C1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FDF29-E65C-4B8E-9C19-02954B3B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368A9-31C9-4F31-A6FC-CAA97E4A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EEE73-0556-4302-A87C-A18C44E4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16175616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16F793-9983-4086-984D-47ADA59F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6705C-84DD-427F-A851-E3D870ED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6946E-CAFB-4E7E-A3D0-F8D3831F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61ECD-E469-4B9B-93FC-D07817F4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C3BA5-A1C6-40C6-BEBE-9B7C1D41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49F69-C73C-47D5-B9CC-BED1D93A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B46BD-146C-472F-98A4-ADD680FC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607EA-DEC3-4955-A515-06309533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Sorpresa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C78B9-0006-4C62-8464-F1790DA5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7F795-C2DE-491A-87CA-FF3690EA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77A76-48EE-4734-9BFD-E309233D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0C12A-EA98-4437-B94C-C56748A2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A3F49-B278-4924-B11D-70AF9168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FB3EB-7E73-4CB4-B72A-1697C831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E21E8A-D9EF-4FA5-95ED-374C10EB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7C12E-E69F-48C8-8B79-45BE9590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A37A9-04FA-44EB-8402-2EA155B9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C5AD32-2528-40A8-A066-193C4CFC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C1309-34B5-4698-B936-FA25FA02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BA58F0-393E-4488-962C-64EE24FF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437802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56AAC-CE42-4D3D-B013-6807A111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8B658-0A41-4F84-A6DE-F2E70E3F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2F5EE-2E8C-4EA4-8FD5-48BCD675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A32E0-77F4-4D1F-AC6C-EEBD1A1C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BC26A-643B-464C-99A7-275A42D5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C48D2-F5D4-4C34-83D3-EDFD8EDB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ACD73-ED5B-484A-BCB2-A7833274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91343-93B3-4E6E-91F2-D2A57C4B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Dos bucles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5B107-C314-4445-B2FC-2DF7AF41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4E319-9CB1-4A1E-8CFC-0398ED95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7C704-758A-4F72-AACE-53FC4181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9BB61-DC41-4F3E-BC42-DE964716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F8941-F6F0-498C-BB59-1EB9E98F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94466E-EF4B-4B26-B177-801525D9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2597096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4C5D2-5F0B-48C8-B6FD-6A648B9C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4D078-7621-40C8-A3D8-E9ED4380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B3C3F-C9CA-491E-8A56-64498FA0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95026-B393-4156-B5C6-7A47693C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A0FE5-69C4-40B1-B32F-CBC0E204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8347C-E094-4AE8-84F5-00499DF2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384A3-EFD7-46DA-8828-64332241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F2696-83EE-43AB-904D-68D5B477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IA como crítica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06933-FADF-4EDF-BE59-75296927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642BF-4E24-4674-AF5A-F6231D98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1CEC2-CD98-4C6E-A208-5CE0EE6B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8507258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34D64B-AA4D-4220-BD70-444745BF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F5C1E-E2EF-4551-A37C-794D9398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D715B-6F71-4446-B659-444F9078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364F5-07E0-4C52-9034-6B550A7B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A2E11-8CF2-4442-9325-A5273DCA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4B950-7537-435D-A45A-66FBC59D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62773-2EF8-4150-A6EB-F03770EE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CB5C2-AB3B-4350-A744-706C8679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Revisión HH-36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76E07-64E9-4D83-8FF4-8056971E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F059D-39FE-47E8-9FEE-C495D3E7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27126-F940-475E-97E2-4A119279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C78FF-9E0D-4491-A4FB-C524E164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87F74-4D99-41B3-AAED-20B83A67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874F5-4409-4FDD-A6C4-EE6DD3F1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8F087-4DEC-4DDE-A405-0EC325EE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42D94-C2B0-47F4-8DA6-EB5E47F7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42D01-2C1A-4893-A938-97941B7A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A84E8-1880-4979-ABDF-85932C36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E073B4-5E4F-4BF8-A74B-02D45A93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02B862-7CD0-422E-B7FE-F65C5185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359589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84D69A-9788-4E4F-8006-F57BD69F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8E686-EE40-4717-A14D-1C756A9D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FFEBF-3603-4B85-9480-58D70581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55802-37B2-4D3C-9F27-D8D4C3FB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87EE7-55BB-4643-BEA6-5DB87178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4514C-027C-46CA-861B-78EFFDC5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C1230-20B4-4498-A6AD-52150F32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59D31-B5E1-49A6-9058-5E026ABA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Práctica deliberada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D885D-4B14-4BF3-A0F5-265B4B2F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C5F19-1D5A-4368-B02F-E4B903FE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A3896-8818-40EA-9FAA-555565FF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9C483-5967-4A02-BEEC-1AD974B8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7ED54-30DD-4F96-93B1-194D1FBC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FEA09-C9A1-44A9-8DD5-A4342949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A1FB5-AADF-47BF-9F84-AA0EF9C9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030BC-E4C3-48A9-8BD8-180BD34B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AA069-638B-482D-8364-41DBB3CC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8BC14-AFFA-4E51-B835-9CD301C8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381B15-2F81-425B-9175-FE1D164F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3355F-4EDD-4346-85A5-C20D6EF4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435947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09FB9-67D5-4C66-8BEE-46797A68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22686-C544-49FD-B76B-DD286E27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1DC6D-0758-4612-BC53-224D79D6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CA56C-D3D5-4BCB-AEC2-7EF20A71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67B38-F14E-4329-8EB6-FF3246CE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4CA60-814A-469D-8C7E-0E8E85D0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46909-3453-4DC6-95F2-32957A66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446D0-03C5-40C6-A716-60EC8B31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METSI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82536-4563-44BC-9393-EF39D3C2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E98A6-E8F2-4357-A7CC-5ED6A0C0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9D2E1-7962-4AF1-9822-23F2C3B0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94185-2A94-4547-A0E1-91B20FBE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0FE22-3AA2-4833-A4B8-40086465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F6CF9-5842-4A4D-A85D-829B504B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F3DB6-7474-4FCE-9878-E7DB15DC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entrega un sistema de práctica reflexiva con evidencia, revisión de supuestos, devolución y compromiso verificable.</a:t>
            </a:r>
          </a:p>
        </p:txBody>
      </p:sp>
    </p:spTree>
    <p:extLst>
      <p:ext uri="{BB962C8B-B14F-4D97-AF65-F5344CB8AC3E}">
        <p14:creationId xmlns:p14="http://schemas.microsoft.com/office/powerpoint/2010/main" val="95471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2026-09-12T16:23:34.2600000Z</dcterms:created>
  <dcterms:modified xsi:type="dcterms:W3CDTF">2026-09-12T16:23:34.2600000Z</dcterms:modified>
</coreProperties>
</file>