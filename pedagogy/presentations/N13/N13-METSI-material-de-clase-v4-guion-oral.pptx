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82c575e4a7463f" /><Relationship Type="http://schemas.openxmlformats.org/officeDocument/2006/relationships/extended-properties" Target="/docProps/app.xml" Id="R91c89611e2174a2e" /><Relationship Type="http://schemas.openxmlformats.org/officeDocument/2006/relationships/officeDocument" Target="/ppt/presentation.xml" Id="R809827854fd7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646b952f0470e"/>
  </p:sldMasterIdLst>
  <p:notesMasterIdLst>
    <p:notesMasterId xmlns:r="http://schemas.openxmlformats.org/officeDocument/2006/relationships" r:id="Rdfb4ceee280f4909"/>
  </p:notesMasterIdLst>
  <p:sldIdLst>
    <p:sldId xmlns:r="http://schemas.openxmlformats.org/officeDocument/2006/relationships" id="256" r:id="R485d58514e8d4545"/>
    <p:sldId xmlns:r="http://schemas.openxmlformats.org/officeDocument/2006/relationships" id="257" r:id="R087ba6768128428d"/>
    <p:sldId xmlns:r="http://schemas.openxmlformats.org/officeDocument/2006/relationships" id="258" r:id="Re56889281caf4d45"/>
    <p:sldId xmlns:r="http://schemas.openxmlformats.org/officeDocument/2006/relationships" id="259" r:id="R532c596c3fa4460c"/>
    <p:sldId xmlns:r="http://schemas.openxmlformats.org/officeDocument/2006/relationships" id="260" r:id="R5d6de21e8ece4ded"/>
    <p:sldId xmlns:r="http://schemas.openxmlformats.org/officeDocument/2006/relationships" id="261" r:id="Rdf9d561b6a364150"/>
    <p:sldId xmlns:r="http://schemas.openxmlformats.org/officeDocument/2006/relationships" id="262" r:id="R24cf1455d15a4049"/>
    <p:sldId xmlns:r="http://schemas.openxmlformats.org/officeDocument/2006/relationships" id="263" r:id="R383da4499ec0433e"/>
    <p:sldId xmlns:r="http://schemas.openxmlformats.org/officeDocument/2006/relationships" id="264" r:id="Re2913ad0cbae4b7a"/>
    <p:sldId xmlns:r="http://schemas.openxmlformats.org/officeDocument/2006/relationships" id="265" r:id="R5734ac36751844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10d9c2ca4040f6" /><Relationship Type="http://schemas.openxmlformats.org/officeDocument/2006/relationships/slideMaster" Target="/ppt/slideMasters/slideMaster1.xml" Id="Rd1a646b952f0470e" /><Relationship Type="http://schemas.openxmlformats.org/officeDocument/2006/relationships/notesMaster" Target="/ppt/notesMasters/notesMaster1.xml" Id="Rdfb4ceee280f4909" /><Relationship Type="http://schemas.openxmlformats.org/officeDocument/2006/relationships/presProps" Target="/ppt/presProps.xml" Id="Rc1e356d6013344e7" /><Relationship Type="http://schemas.openxmlformats.org/officeDocument/2006/relationships/tableStyles" Target="/ppt/tableStyles.xml" Id="Rf888cfddcd114cad" /><Relationship Type="http://schemas.openxmlformats.org/officeDocument/2006/relationships/slide" Target="/ppt/slides/slide1.xml" Id="R485d58514e8d4545" /><Relationship Type="http://schemas.openxmlformats.org/officeDocument/2006/relationships/slide" Target="/ppt/slides/slide2.xml" Id="R087ba6768128428d" /><Relationship Type="http://schemas.openxmlformats.org/officeDocument/2006/relationships/slide" Target="/ppt/slides/slide3.xml" Id="Re56889281caf4d45" /><Relationship Type="http://schemas.openxmlformats.org/officeDocument/2006/relationships/slide" Target="/ppt/slides/slide4.xml" Id="R532c596c3fa4460c" /><Relationship Type="http://schemas.openxmlformats.org/officeDocument/2006/relationships/slide" Target="/ppt/slides/slide5.xml" Id="R5d6de21e8ece4ded" /><Relationship Type="http://schemas.openxmlformats.org/officeDocument/2006/relationships/slide" Target="/ppt/slides/slide6.xml" Id="Rdf9d561b6a364150" /><Relationship Type="http://schemas.openxmlformats.org/officeDocument/2006/relationships/slide" Target="/ppt/slides/slide7.xml" Id="R24cf1455d15a4049" /><Relationship Type="http://schemas.openxmlformats.org/officeDocument/2006/relationships/slide" Target="/ppt/slides/slide8.xml" Id="R383da4499ec0433e" /><Relationship Type="http://schemas.openxmlformats.org/officeDocument/2006/relationships/slide" Target="/ppt/slides/slide9.xml" Id="Re2913ad0cbae4b7a" /><Relationship Type="http://schemas.openxmlformats.org/officeDocument/2006/relationships/slide" Target="/ppt/slides/slide10.xml" Id="R5734ac36751844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67f7eb8ccf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535e1d39d84019" /><Relationship Type="http://schemas.openxmlformats.org/officeDocument/2006/relationships/notesMaster" Target="/ppt/notesMasters/notesMaster1.xml" Id="R742843c5e7f44e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e836cc8e34fd1" /><Relationship Type="http://schemas.openxmlformats.org/officeDocument/2006/relationships/notesMaster" Target="/ppt/notesMasters/notesMaster1.xml" Id="R459ee60d75f2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8872d4aab544ec" /><Relationship Type="http://schemas.openxmlformats.org/officeDocument/2006/relationships/notesMaster" Target="/ppt/notesMasters/notesMaster1.xml" Id="R65b4ea2f659341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e00ea097c24c98" /><Relationship Type="http://schemas.openxmlformats.org/officeDocument/2006/relationships/notesMaster" Target="/ppt/notesMasters/notesMaster1.xml" Id="Rd4ad6c596e67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12c9ee5ea24e21" /><Relationship Type="http://schemas.openxmlformats.org/officeDocument/2006/relationships/notesMaster" Target="/ppt/notesMasters/notesMaster1.xml" Id="R591c46cb779e4f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6ef8140c834447" /><Relationship Type="http://schemas.openxmlformats.org/officeDocument/2006/relationships/notesMaster" Target="/ppt/notesMasters/notesMaster1.xml" Id="Rad2aa0fccf7146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796db1935b4af5" /><Relationship Type="http://schemas.openxmlformats.org/officeDocument/2006/relationships/notesMaster" Target="/ppt/notesMasters/notesMaster1.xml" Id="R9682a6085d54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43c696ba704d57" /><Relationship Type="http://schemas.openxmlformats.org/officeDocument/2006/relationships/notesMaster" Target="/ppt/notesMasters/notesMaster1.xml" Id="R8aa04e1625b74f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8dd57fe6e04867" /><Relationship Type="http://schemas.openxmlformats.org/officeDocument/2006/relationships/notesMaster" Target="/ppt/notesMasters/notesMaster1.xml" Id="R404156fff8fe45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d391c07ba74869" /><Relationship Type="http://schemas.openxmlformats.org/officeDocument/2006/relationships/notesMaster" Target="/ppt/notesMasters/notesMaster1.xml" Id="Rb926922c078e4e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Demoras, concurrencia, consistencia, idempotencia y reconciliación.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¿Cómo sostener una transición cuando los mensajes llegan tarde, se repiten, se cruzan o fallan después de haber producido parte de sus efectos?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sabe quien inició la operación? ¿La ausencia de respuesta prueba ausencia de efecto?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decide si debe reintentar, esperar, consultar o escalar cuando no llega respuesta. Declara qué sabe y qué sólo supone.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ausencia de respuesta prueba ausencia de efecto?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transportan comandos y eventos entre estaciones. Ahora voy a retener, duplicar y reordenar sobres. Cada estación sólo conoce lo que recibió y debe registrar su estado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¿Cuál es la identidad estable de la intención? ¿Qué invariante merece coordinación?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distinguen envío, entrega, procesamiento, respuesta y efecto de negocio mediante incidentes observados en la 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invariante merece coordinación? ¿Qué observador puede tolerar demora?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Dos equipos reciben intenciones válidas de asignación. Deben proteger el invariante sin asumir reloj global ni éxito de toda coordinación. Registran qué vistas pueden converger después.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observador puede tolerar demora? ¿Qué diferencia debe explicarse antes de corregir?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repite una misma intención con claves estables e inestables. El equipo identifica qué efecto queda protegido y qué consecuencias laterales todavía pueden duplicarse.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diferencia debe explicarse antes de corregir? ¿Qué daño no revierte una compensación técnica?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Tres registros difieren. Antes de corregir, el equipo clasifica demora, duplicado, conflicto, lectura antigua o error semántico. Elige fuente, evidencia, autoridad y compensación.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daño no revierte una compensación técnica? ¿Qué sabe quien inició la operación?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Otro equipo ejecuta pérdida de respuesta, reintento tardío, conflicto concurrente y caída durante compensación. Evalúa convergencia, daño residual y condición de escalamiento.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sabe quien inició la operación? ¿La ausencia de respuesta prueba ausencia de efecto?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dónde la transición depende de un handoff, cola o excepción que N14 deberá representar de punta a punta.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¿La ausencia de respuesta prueba ausencia de efecto? ¿Cuál es la identidad estable de la intención?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expediente de convergencia para HH-13 que protege la última habitación, conserva estados ambiguos y define idempotencia, consistencia, reconciliación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dbd8962dd48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512a8e482444e" /><Relationship Type="http://schemas.openxmlformats.org/officeDocument/2006/relationships/slideLayout" Target="/ppt/slideLayouts/slideLayout1.xml" Id="R0c5d8e6f3155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d8e6f3155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faccd69c04153" /><Relationship Type="http://schemas.openxmlformats.org/officeDocument/2006/relationships/notesSlide" Target="/ppt/notesSlides/notesSlide1.xml" Id="R44227b9f4a1b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5d30f5dad40d3" /><Relationship Type="http://schemas.openxmlformats.org/officeDocument/2006/relationships/notesSlide" Target="/ppt/notesSlides/notesSlide2.xml" Id="R2b4b88ff954845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bad203b864256" /><Relationship Type="http://schemas.openxmlformats.org/officeDocument/2006/relationships/notesSlide" Target="/ppt/notesSlides/notesSlide3.xml" Id="R9d3e9bc921a542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fea341ef74ec3" /><Relationship Type="http://schemas.openxmlformats.org/officeDocument/2006/relationships/notesSlide" Target="/ppt/notesSlides/notesSlide4.xml" Id="R23d53f9b004e4a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11f9751ba41d4" /><Relationship Type="http://schemas.openxmlformats.org/officeDocument/2006/relationships/notesSlide" Target="/ppt/notesSlides/notesSlide5.xml" Id="R9d1ac438c6d7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3e8ceda054a31" /><Relationship Type="http://schemas.openxmlformats.org/officeDocument/2006/relationships/notesSlide" Target="/ppt/notesSlides/notesSlide6.xml" Id="R96d5ead9d0f6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895fd6f2647db" /><Relationship Type="http://schemas.openxmlformats.org/officeDocument/2006/relationships/notesSlide" Target="/ppt/notesSlides/notesSlide7.xml" Id="Rf64430639f0b4f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d0bc664134223" /><Relationship Type="http://schemas.openxmlformats.org/officeDocument/2006/relationships/notesSlide" Target="/ppt/notesSlides/notesSlide8.xml" Id="Rbb7c49d68f9544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96fd67c614cb0" /><Relationship Type="http://schemas.openxmlformats.org/officeDocument/2006/relationships/notesSlide" Target="/ppt/notesSlides/notesSlide9.xml" Id="R9041df878cf943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6dbb06c0a435e" /><Relationship Type="http://schemas.openxmlformats.org/officeDocument/2006/relationships/notesSlide" Target="/ppt/notesSlides/notesSlide10.xml" Id="Rc4102b1cf38f4e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003C7-BA92-4B1E-BCCC-6FED715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4914-7A65-4882-B677-993BEA0B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5F122-B768-4CA0-B145-3C0ADC83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C87A3-24DE-4C53-807C-4989EF0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E7E63-A058-4BFE-A255-C49F449C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95773-C1D8-403F-AE8E-CAFB9C1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92562-80A1-4AB5-8A36-2F288A14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FC2A6-93F8-418D-B51B-8FDAD8B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0F952-00B8-4068-8D68-9F87BE0A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Demoras, concurrencia, consistencia, idempotencia y reconciliación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C3368-36BC-4084-BA0E-8EA71F9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sostener una transición cuando los mensajes llegan tarde, se repiten, se cruzan o fallan después de haber producido parte de sus efectos?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06E57-F85A-4ED7-835E-63645739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14AC6-F8E1-42C6-A48D-E4EFE069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68914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55230-D45D-4BE1-B297-C6BBC1CE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13E36-E28D-4AD3-B498-B2B5DDD5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24C17-E07A-4639-BBF6-ABB75922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0437C-95BA-417F-BE2D-6B359A4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89340-D881-48EE-BD60-0EDABAC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E6EA2-41CC-4DE2-8EF2-5FAE7F31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CDC78-B68D-4764-B743-F5228824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A4C1B-6D2C-402C-A0BC-666A2989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 después del timeout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AADF9-AC07-4794-9C60-8B329591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897FA-4C58-49A4-BEAC-7EC57277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23A09-3CD8-4D78-8EFB-5A34504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si debe reintentar, esperar, consultar o escalar cuando no llega respuesta. Declara qué sabe y qué sólo supone.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63DE5D-A636-46A1-A1C3-7F18FC6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FE5B1-0D30-4095-A407-A127DA7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48453-E757-4070-A0D3-B0C0E95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33D3A-835A-45E9-AFD5-A7A2404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F6164-E866-434F-9A2C-0ACF915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14C0F-D157-4094-84C1-175B3D1F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1F47A-1D10-447F-B55C-5A9E0F95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96DCE-B66B-47A0-9D16-D7D1F986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2669B-471C-4D99-8FF5-A2A76A58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B7033-1A50-4DFB-B456-13D9AAA0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978786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F02E84-F5F1-4772-AA48-36F63889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C226C-04E0-42DB-8510-E744023E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8BF77-CFA0-4593-BD5E-604039F4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ED3BA-C3B2-4709-A4FD-93179835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2E283-E5C3-43C8-8C6F-AFD949D2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1941B-6795-4474-BB18-0702CDE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AC03D-4A8E-4279-98A9-B161E505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8A975-3F9A-4E12-985F-6D4D6B46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Red de mensajes con pérdida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D303C-93E6-482C-9A73-D9546B2D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5E8A-D8F4-4659-B968-AB5B60ED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CA122-9F33-4732-A738-3B12ADFA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transportan comandos y eventos entre estaciones. El docente retiene, duplica y reordena sobres. Cada estación sólo conoce lo que recibió y debe registrar su estado local.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A5E99-1029-4756-A564-8B85233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839E6-4F3F-40DE-A2F1-50D40110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1D9E1-B643-4E75-8FB8-719B981D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BD475-6EF7-49AA-B459-5996730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90DEE-4AE6-47DB-8E14-512C36FE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972C4-1EF7-47BD-9F87-51E7D40D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A008E1-48C5-4E92-A850-2635CFDD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64560-6687-466B-BA74-98B59EF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AF240-A77B-4BD2-8CEF-B588A028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3CF17-BD97-499E-9FD9-8518546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68346-C4EB-4A10-8FBF-37F40D0A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F7D21-C589-4B55-9708-AA78C74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524475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67B02-C4E9-4689-A6FF-EB1ECD70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A65B0-3EDC-4D3C-A962-0A519FD0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4EE41-DEC3-47E5-B443-702167BD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5FD9-1BD8-4AD6-A64B-0EFC8507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EA52D-6FDF-4F9C-971B-068E534B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7EEB3-04A3-4637-979F-4A78F81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E7882-1C66-46A2-9707-0963937D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0EE15-7D6B-483E-A7FF-E266BE31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garantías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99969-F40A-43EE-A138-4F4FA704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7EFEB-50AD-4042-98B5-697ED59B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7709E-13D4-4F79-868A-BAD67842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distinguen envío, entrega, procesamiento, respuesta y efecto de negocio mediante incidentes observados en la red.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D2BBC-9762-4DDD-8BB2-20CF250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B32CD-285A-44D0-A568-708676E2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E79FB-040E-4C1C-AB6C-70E61813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4CD3B-AC2B-4FCD-8272-4EC6C80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E9F34-502E-4ECE-9B60-EF57DA43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78672-CC39-4A2C-A7D9-F8256078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378933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233C2-C686-45A2-9E47-C678FB53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F3508-7B51-4844-BACC-31F0B6FE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96093-5E92-45F2-982A-E14C352A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D9CE3-378A-444C-BA2F-A2BDD08E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3EE5A-AC6B-4110-A190-54EAB854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EA924-8625-4123-B7D6-68FE0D94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4149C-8A72-4FB0-984F-43094414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CB7D8-CB56-4761-B900-7FEB7E5F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Carrera por la última habitación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FDAC6-5E01-4CC4-85C4-A6D43DF1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54763-F8B8-49C5-8746-8D779EDB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61691-FFE5-45FE-BA3F-E01ABCF0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Dos equipos reciben intenciones válidas de asignación. Deben proteger el invariante sin asumir reloj global ni éxito de toda coordinación. Registran qué vistas pueden converger después.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98CAC-5A98-4D76-BD30-50112B50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25969-58E2-45F5-B6F7-227DE769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1D718-5652-4298-A187-D6D400D9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C403C-A5A2-46A1-93F4-27F9839B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97E5E-643E-47E5-8C51-8D45FA20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B3C47-ECBF-4376-A903-A3B16B3F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02D98-8A4A-4C5D-A386-E34F68BA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4852F6-8376-42CA-AC86-AE7C4DCC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FDEA7-8965-4732-8766-B4A2F5F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82DEC-DA22-459E-BB76-42BF58F7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1F72C-D898-44AC-88BE-D5F90213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8CBD7C-AA89-4BE4-8986-9F7D193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85065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0AA2E-8DC5-490C-B179-68B5ACF7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00E47-6661-4F40-80F7-663E446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4791E-1F98-4CAE-81CE-595B3907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8F970-97FA-4D2F-9E54-9B6B8107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52D0B-74AA-4F3D-8ADA-466942D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7B2AC-2276-4FB4-B8D9-83AE8AB9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AC693-E2B3-45F5-AD54-82C7283A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45344-6513-4A56-9150-E86FA8D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idempotencia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3F76D-8B9B-4E58-A015-7C66B607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49C39-5BAD-4274-926B-4083C71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84748-FF4B-42A7-B245-012629F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A8076-0628-4736-B5A4-CB0D6342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EFD03-8AD1-4F22-9BA7-E112941A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Matriz de consistencia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15E62-AAE5-4B27-B60D-4C11E748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repite una misma intención con claves estables e inestables. El equipo identifica qué efecto queda protegido y qué consecuencias laterales todavía pueden duplicarse.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41A40-62C1-43CC-B602-0C3B2E1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6110C-1A0A-47D7-910C-A112726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745076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9404-7651-45E8-99D6-03AC2830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B4A5D-D4E4-42B7-8CCE-5D4BF84A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0959B-0BE8-425F-A486-64B1962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41232-E1F8-4F50-8E5E-0DC394FB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2E1E2-592C-48D9-B044-2B52EA9F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C963C-E5D4-4570-B616-4B77DF2C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65DE6-E445-4B40-88C5-B3C6314C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4AEDC-D7F1-4A16-8A91-F4652966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reconciliación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C60D3-69DD-4470-85B6-F9F7652D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E8497-43CF-4DBA-B8AD-59D508FE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625EB-C5B7-4989-B5F9-80A6AD20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CAD6C-03E4-416D-BC25-4A788CB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4E8F3-51BA-49DA-81C7-E1D9FB2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registros difieren. Antes de corregir, el equipo clasifica demora, duplicado, conflicto, lectura antigua o error semántico. Elige fuente, evidencia, autoridad y compensación.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14915-B3B6-4FDF-95F4-8424F6C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9531116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6DF6F-B8CB-4053-B30B-DFF56BC2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692D6-6A0A-4AE0-9897-40D4A3A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298D1-E6EA-49FA-A019-CCDF37C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D4FF7-278E-4FE2-8269-BEC7704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8D8A7-A9A1-49D1-92CC-58D19D95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9C536-6730-4F1E-8FB3-F29BE0D3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C1BFB-2BA6-4868-8A9F-4959336B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971EB-19C7-488B-A2C1-D1B27E92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perturbación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CB3CE-F7FE-49CC-BF3F-E58E0D7A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00B81-46DF-4A5A-8DEC-6DF726B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0A72A-FE9D-453E-9C95-35416EA7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ejecuta pérdida de respuesta, reintento tardío, conflicto concurrente y caída durante compensación. Evalúa convergencia, daño residual y condición de escalamiento.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02747-87FC-4AD7-A49D-241417EA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7416-064A-4B85-8BF5-0EDAB42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5B991-83F7-4883-A999-5963C1DC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212CE-02F7-4783-9A0B-DB84FC4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50A68-BD7D-4652-86D4-6CB948E0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8E93A-B516-4C41-B452-AFB5AFD5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6D4FB-A279-40DB-A819-6505EDE8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DE857-A6EC-4321-8572-BA5C3DD0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014AE-E84F-48FC-9D26-1CD114A4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C2DFB-1209-421F-88DD-8076152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88BA8-5152-42C3-8457-15BDBF49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815705-E374-45CF-8ABA-B701AE4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38677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243ED4-7378-495A-A858-42AB6F2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626D9-D772-42AF-816E-C11AB03B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C7381-9628-429B-903E-A353ACD2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126D6-5765-4F7C-BA91-B66BDB20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1310F-4C12-4C71-A872-FDD5156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3AAB7-5100-47B8-8E2A-30D29602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5318A-00F2-4CB8-BAC6-5495B9A2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2C813-C18B-40F5-BC5B-AE048DEF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93806-55AD-4A02-A498-E3E1EAD6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1D98-B6C2-4236-BD6C-4B71E13E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7326D-E5B5-4A9E-9D81-830DCE22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dónde la transición depende de un handoff, cola o excepción que N14 deberá representar de punta a punta.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6B966-2FF9-4F07-A60F-42156C1B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716E5-EF39-4230-914C-75844B5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F4561-FF0E-47AD-BE8B-47FE098A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A0B53-832C-46BD-A4B8-8541B91F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A1A9F-B077-43CF-8EA6-4A45CFB0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24580-6907-4502-806B-2847B067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A4C29-B879-4872-99F8-DCE2C2DC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B1753-0789-4F6E-8539-0F057A34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19078-B94D-4BEF-9D2C-8320DAA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72784-B15B-4396-93A3-324FFE33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D90B2-69A0-4A48-A2DC-184227D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523C8-DEDC-4C05-AB47-5FCC144E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37134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E1E78-FC2D-4B1E-9592-5D9B516B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3DF31-438D-47DD-B911-229FFF0F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N13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BEB83-67FE-42A3-8974-E2A82D30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1F826-2BC9-40A3-81A4-88ADFDC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42DCB-84B6-4E9D-884D-0DFAD1F6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7E8A1-52A7-4ACB-B34E-2FCB0F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54266-3CAC-4342-82A4-C775E4CA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4D41D-A89E-4E14-8B74-635A6D8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BCD42-5514-4BA9-AB58-F628DB35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37115-47E1-4325-9479-402B131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5406-D626-4180-9650-E6AE9A8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97090-D379-43BE-99FE-EBC69083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1F117-C747-4EDB-B017-7F5EE17E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6C7D5-45BA-48C6-B9CA-A4DFFDD0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CA540-5B08-4667-81B8-4A315F3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convergencia para HH-13 que protege la última habitación, conserva estados ambiguos y define idempotencia, consistencia, reconciliación y reparación.</a:t>
            </a:r>
          </a:p>
        </p:txBody>
      </p:sp>
    </p:spTree>
    <p:extLst>
      <p:ext uri="{BB962C8B-B14F-4D97-AF65-F5344CB8AC3E}">
        <p14:creationId xmlns:p14="http://schemas.microsoft.com/office/powerpoint/2010/main" val="419623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2026-09-15T15:47:00.7140000Z</dcterms:created>
  <dcterms:modified xsi:type="dcterms:W3CDTF">2026-09-15T15:47:00.7140000Z</dcterms:modified>
</coreProperties>
</file>