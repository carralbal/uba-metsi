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49a8a40804885" /><Relationship Type="http://schemas.openxmlformats.org/officeDocument/2006/relationships/extended-properties" Target="/docProps/app.xml" Id="R572ad367f2da45ff" /><Relationship Type="http://schemas.openxmlformats.org/officeDocument/2006/relationships/officeDocument" Target="/ppt/presentation.xml" Id="R40960c22bb2a41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b3a324c4d74397"/>
  </p:sldMasterIdLst>
  <p:notesMasterIdLst>
    <p:notesMasterId xmlns:r="http://schemas.openxmlformats.org/officeDocument/2006/relationships" r:id="R10cfea84f4e443ae"/>
  </p:notesMasterIdLst>
  <p:sldIdLst>
    <p:sldId xmlns:r="http://schemas.openxmlformats.org/officeDocument/2006/relationships" id="256" r:id="R721d286dfc1c493d"/>
    <p:sldId xmlns:r="http://schemas.openxmlformats.org/officeDocument/2006/relationships" id="257" r:id="R574f1684a9584004"/>
    <p:sldId xmlns:r="http://schemas.openxmlformats.org/officeDocument/2006/relationships" id="258" r:id="R3607baf54a5c4ddb"/>
    <p:sldId xmlns:r="http://schemas.openxmlformats.org/officeDocument/2006/relationships" id="259" r:id="R94637550ce1c4d72"/>
    <p:sldId xmlns:r="http://schemas.openxmlformats.org/officeDocument/2006/relationships" id="260" r:id="R96ab78c247464d55"/>
    <p:sldId xmlns:r="http://schemas.openxmlformats.org/officeDocument/2006/relationships" id="261" r:id="R8c3b1aed7b2a4999"/>
    <p:sldId xmlns:r="http://schemas.openxmlformats.org/officeDocument/2006/relationships" id="262" r:id="R9891a6110b53459a"/>
    <p:sldId xmlns:r="http://schemas.openxmlformats.org/officeDocument/2006/relationships" id="263" r:id="R91681880ac984b47"/>
    <p:sldId xmlns:r="http://schemas.openxmlformats.org/officeDocument/2006/relationships" id="264" r:id="R2e14990a226240c7"/>
    <p:sldId xmlns:r="http://schemas.openxmlformats.org/officeDocument/2006/relationships" id="265" r:id="Rf8bfcbad15e34f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489f25afb425e" /><Relationship Type="http://schemas.openxmlformats.org/officeDocument/2006/relationships/slideMaster" Target="/ppt/slideMasters/slideMaster1.xml" Id="R71b3a324c4d74397" /><Relationship Type="http://schemas.openxmlformats.org/officeDocument/2006/relationships/notesMaster" Target="/ppt/notesMasters/notesMaster1.xml" Id="R10cfea84f4e443ae" /><Relationship Type="http://schemas.openxmlformats.org/officeDocument/2006/relationships/presProps" Target="/ppt/presProps.xml" Id="R1443d5428b8047d9" /><Relationship Type="http://schemas.openxmlformats.org/officeDocument/2006/relationships/tableStyles" Target="/ppt/tableStyles.xml" Id="R8651665ce4ba44cc" /><Relationship Type="http://schemas.openxmlformats.org/officeDocument/2006/relationships/slide" Target="/ppt/slides/slide1.xml" Id="R721d286dfc1c493d" /><Relationship Type="http://schemas.openxmlformats.org/officeDocument/2006/relationships/slide" Target="/ppt/slides/slide2.xml" Id="R574f1684a9584004" /><Relationship Type="http://schemas.openxmlformats.org/officeDocument/2006/relationships/slide" Target="/ppt/slides/slide3.xml" Id="R3607baf54a5c4ddb" /><Relationship Type="http://schemas.openxmlformats.org/officeDocument/2006/relationships/slide" Target="/ppt/slides/slide4.xml" Id="R94637550ce1c4d72" /><Relationship Type="http://schemas.openxmlformats.org/officeDocument/2006/relationships/slide" Target="/ppt/slides/slide5.xml" Id="R96ab78c247464d55" /><Relationship Type="http://schemas.openxmlformats.org/officeDocument/2006/relationships/slide" Target="/ppt/slides/slide6.xml" Id="R8c3b1aed7b2a4999" /><Relationship Type="http://schemas.openxmlformats.org/officeDocument/2006/relationships/slide" Target="/ppt/slides/slide7.xml" Id="R9891a6110b53459a" /><Relationship Type="http://schemas.openxmlformats.org/officeDocument/2006/relationships/slide" Target="/ppt/slides/slide8.xml" Id="R91681880ac984b47" /><Relationship Type="http://schemas.openxmlformats.org/officeDocument/2006/relationships/slide" Target="/ppt/slides/slide9.xml" Id="R2e14990a226240c7" /><Relationship Type="http://schemas.openxmlformats.org/officeDocument/2006/relationships/slide" Target="/ppt/slides/slide10.xml" Id="Rf8bfcbad15e34f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bacdeb11f0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6aed31edff49d6" /><Relationship Type="http://schemas.openxmlformats.org/officeDocument/2006/relationships/notesMaster" Target="/ppt/notesMasters/notesMaster1.xml" Id="R663f8cb22b3a4f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9f41e5d7c4461" /><Relationship Type="http://schemas.openxmlformats.org/officeDocument/2006/relationships/notesMaster" Target="/ppt/notesMasters/notesMaster1.xml" Id="Rd156280ec567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0b7d595884d2e" /><Relationship Type="http://schemas.openxmlformats.org/officeDocument/2006/relationships/notesMaster" Target="/ppt/notesMasters/notesMaster1.xml" Id="R9ca13b4ae06748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d4bc0057946af" /><Relationship Type="http://schemas.openxmlformats.org/officeDocument/2006/relationships/notesMaster" Target="/ppt/notesMasters/notesMaster1.xml" Id="R4b534b7abd784f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c0afcc45240e6" /><Relationship Type="http://schemas.openxmlformats.org/officeDocument/2006/relationships/notesMaster" Target="/ppt/notesMasters/notesMaster1.xml" Id="Rf9aa177710a5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dccbca6bc4451d" /><Relationship Type="http://schemas.openxmlformats.org/officeDocument/2006/relationships/notesMaster" Target="/ppt/notesMasters/notesMaster1.xml" Id="R68005936618a4e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1a3ea4d9864815" /><Relationship Type="http://schemas.openxmlformats.org/officeDocument/2006/relationships/notesMaster" Target="/ppt/notesMasters/notesMaster1.xml" Id="R3b6e5015748e4c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703a2e9944bd6" /><Relationship Type="http://schemas.openxmlformats.org/officeDocument/2006/relationships/notesMaster" Target="/ppt/notesMasters/notesMaster1.xml" Id="R14dd0785137c4a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615653f5b14360" /><Relationship Type="http://schemas.openxmlformats.org/officeDocument/2006/relationships/notesMaster" Target="/ppt/notesMasters/notesMaster1.xml" Id="R81defc88579940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21eaab5b654080" /><Relationship Type="http://schemas.openxmlformats.org/officeDocument/2006/relationships/notesMaster" Target="/ppt/notesMasters/notesMaster1.xml" Id="Rb4a4ac5eafad43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decisión ante timeout y grado de conocimiento.</a:t>
            </a:r>
          </a:p>
          <a:p xmlns:a="http://schemas.openxmlformats.org/drawingml/2006/main">
            <a:r>
              <a:t>Señal para avanzar: Se distingue ambigüedad de fracaso.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la 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Decisión después del timeout · 10 minutos</a:t>
            </a:r>
          </a:p>
          <a:p xmlns:a="http://schemas.openxmlformats.org/drawingml/2006/main">
            <a:r>
              <a:t>Cada persona decide si debe reintentar, esperar, consultar o escalar cuando no llega respuesta. Declara qué sabe y qué sólo supone.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Cada estación sólo usa mensajes recibidos.</a:t>
            </a:r>
          </a:p>
          <a:p xmlns:a="http://schemas.openxmlformats.org/drawingml/2006/main">
            <a:r>
              <a:t>Señal para avanzar: Los estados locales pueden divergir.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garantías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Red de mensajes con pérdida · 16 minutos</a:t>
            </a:r>
          </a:p>
          <a:p xmlns:a="http://schemas.openxmlformats.org/drawingml/2006/main">
            <a:r>
              <a:t>Los equipos transportan comandos y eventos entre estaciones. El docente retiene, duplica y reordena sobres. Cada estación sólo conoce lo que recibió y debe registrar su estado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envío, entrega, proceso, respuesta y efecto.</a:t>
            </a:r>
          </a:p>
          <a:p xmlns:a="http://schemas.openxmlformats.org/drawingml/2006/main">
            <a:r>
              <a:t>Señal para avanzar: El grupo nombra qué ocurrió realmente.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Invariante de la última habitación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garantías · 10 minutos</a:t>
            </a:r>
          </a:p>
          <a:p xmlns:a="http://schemas.openxmlformats.org/drawingml/2006/main">
            <a:r>
              <a:t>Se distinguen envío, entrega, procesamiento, respuesta y efecto de negocio mediante incidentes observados en la 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la solución por reloj global implícito.</a:t>
            </a:r>
          </a:p>
          <a:p xmlns:a="http://schemas.openxmlformats.org/drawingml/2006/main">
            <a:r>
              <a:t>Señal para avanzar: Se protege el efecto crítico.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>• ¿Qué diferencia debe explicarse antes de corregir?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Clave de intención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Carrera por la última habitación · 22 minutos</a:t>
            </a:r>
          </a:p>
          <a:p xmlns:a="http://schemas.openxmlformats.org/drawingml/2006/main">
            <a:r>
              <a:t>Dos equipos reciben intenciones válidas de asignación. Deben proteger el invariante sin asumir reloj global ni éxito de toda coordinación. Registran qué vistas pueden converger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Repetir mensajes y observar efectos.</a:t>
            </a:r>
          </a:p>
          <a:p xmlns:a="http://schemas.openxmlformats.org/drawingml/2006/main">
            <a:r>
              <a:t>Señal para avanzar: Se distingue deduplicación de idempotencia.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>• ¿Qué diferencia debe explicarse antes de corregir?</a:t>
            </a:r>
          </a:p>
          <a:p xmlns:a="http://schemas.openxmlformats.org/drawingml/2006/main">
            <a:r>
              <a:t>• ¿Qué daño no revierte una compensación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Matriz de consistencia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de idempotencia · 18 minutos</a:t>
            </a:r>
          </a:p>
          <a:p xmlns:a="http://schemas.openxmlformats.org/drawingml/2006/main">
            <a:r>
              <a:t>Se repite una misma intención con claves estables e inestables. El equipo identifica qué efecto queda protegido y qué consecuencias laterales todavía pueden duplicarse.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observador, ventana, invariante y consecuencia.</a:t>
            </a:r>
          </a:p>
          <a:p xmlns:a="http://schemas.openxmlformats.org/drawingml/2006/main">
            <a:r>
              <a:t>Señal para avanzar: La garantía deja de ser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diferencia debe explicarse antes de corregir?</a:t>
            </a:r>
          </a:p>
          <a:p xmlns:a="http://schemas.openxmlformats.org/drawingml/2006/main">
            <a:r>
              <a:t>• ¿Qué daño no revierte una compensación técnica?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registros divergentes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reconciliación · 18 minutos</a:t>
            </a:r>
          </a:p>
          <a:p xmlns:a="http://schemas.openxmlformats.org/drawingml/2006/main">
            <a:r>
              <a:t>Tres registros difieren. Antes de corregir, el equipo clasifica demora, duplicado, conflicto, lectura antigua o error semántico. Elige fuente, evidencia, autoridad y compensación.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explicación antes de elegir fuente.</a:t>
            </a:r>
          </a:p>
          <a:p xmlns:a="http://schemas.openxmlformats.org/drawingml/2006/main">
            <a:r>
              <a:t>Señal para avanzar: La reconciliación conserva historia.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no revierte una compensación técnica?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Compensación y daño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perturbación · 18 minutos</a:t>
            </a:r>
          </a:p>
          <a:p xmlns:a="http://schemas.openxmlformats.org/drawingml/2006/main">
            <a:r>
              <a:t>Otro equipo ejecuta pérdida de respuesta, reintento tardío, conflicto concurrente y caída durante compensación. Evalúa convergencia, daño residual y condición de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no puede deshacerse técnicamente.</a:t>
            </a:r>
          </a:p>
          <a:p xmlns:a="http://schemas.openxmlformats.org/drawingml/2006/main">
            <a:r>
              <a:t>Señal para avanzar: Aparece reparación organizacional.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sabe quien inició la operación?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perturbación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dónde la transición depende de un handoff, cola o excepción que N14 deberá representar de punta a punta.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fallas durante la propia recuperación.</a:t>
            </a:r>
          </a:p>
          <a:p xmlns:a="http://schemas.openxmlformats.org/drawingml/2006/main">
            <a:r>
              <a:t>Señal para avanzar: Hay presupuesto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ausencia de respuesta prueba ausencia de efecto?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el caso más allá de los sistemas.</a:t>
            </a:r>
          </a:p>
          <a:p xmlns:a="http://schemas.openxmlformats.org/drawingml/2006/main">
            <a:r>
              <a:t>Señal para avanzar: Surgen handoff, cola y excepción.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transición distribuida analizada bajo respuesta perdida, duplicación, concurrencia y lectura antigua.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identidad estable de la intención?</a:t>
            </a:r>
          </a:p>
          <a:p xmlns:a="http://schemas.openxmlformats.org/drawingml/2006/main">
            <a:r>
              <a:t>• ¿Qué invariante merece coordinación?</a:t>
            </a:r>
          </a:p>
          <a:p xmlns:a="http://schemas.openxmlformats.org/drawingml/2006/main">
            <a:r>
              <a:t>• ¿Qué observador puede tolerar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4fa9b87604e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ee8b6fb2f433b" /><Relationship Type="http://schemas.openxmlformats.org/officeDocument/2006/relationships/slideLayout" Target="/ppt/slideLayouts/slideLayout1.xml" Id="R74bffb5e5971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bffb5e5971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7856179604a73" /><Relationship Type="http://schemas.openxmlformats.org/officeDocument/2006/relationships/notesSlide" Target="/ppt/notesSlides/notesSlide1.xml" Id="Rfc92187fb77842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61badc8954658" /><Relationship Type="http://schemas.openxmlformats.org/officeDocument/2006/relationships/notesSlide" Target="/ppt/notesSlides/notesSlide2.xml" Id="R9977d6972d1b48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08f33e4b94912" /><Relationship Type="http://schemas.openxmlformats.org/officeDocument/2006/relationships/notesSlide" Target="/ppt/notesSlides/notesSlide3.xml" Id="R9166f9552d3c47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8aa0aec34447" /><Relationship Type="http://schemas.openxmlformats.org/officeDocument/2006/relationships/notesSlide" Target="/ppt/notesSlides/notesSlide4.xml" Id="R846a4adc70fb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687ac64f24681" /><Relationship Type="http://schemas.openxmlformats.org/officeDocument/2006/relationships/notesSlide" Target="/ppt/notesSlides/notesSlide5.xml" Id="R6ab0eeeb16b945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8bfd0d6574583" /><Relationship Type="http://schemas.openxmlformats.org/officeDocument/2006/relationships/notesSlide" Target="/ppt/notesSlides/notesSlide6.xml" Id="Rf3cd55852ee947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17e7bfa84090" /><Relationship Type="http://schemas.openxmlformats.org/officeDocument/2006/relationships/notesSlide" Target="/ppt/notesSlides/notesSlide7.xml" Id="R2ac2208c6bac4e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2e89e58f94898" /><Relationship Type="http://schemas.openxmlformats.org/officeDocument/2006/relationships/notesSlide" Target="/ppt/notesSlides/notesSlide8.xml" Id="Rb73466527e5a48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0cb38d9704c58" /><Relationship Type="http://schemas.openxmlformats.org/officeDocument/2006/relationships/notesSlide" Target="/ppt/notesSlides/notesSlide9.xml" Id="R763e025f19a04f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9e303b57643aa" /><Relationship Type="http://schemas.openxmlformats.org/officeDocument/2006/relationships/notesSlide" Target="/ppt/notesSlides/notesSlide10.xml" Id="R8810c11936d04d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C7A0A-126E-4E2C-8AB4-7FBA865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4D2E9-E2D6-4461-A903-041DCB09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1B117-2036-492E-8449-847EEC09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BA231-1407-465F-A6DA-42648C48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86926-FA4A-4ECB-9BC2-C803933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D01FF-A531-4975-A8D4-54E5A409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28A5B-0FC3-47B1-B3B3-884FE84C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76B24-4019-4FF6-AD76-DB0B888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35E8A-6623-46C5-A1EF-3D847A5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Demoras, concurrencia, consistencia, idempotencia y reconciliación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FF71B-25F0-4D2B-BDC7-C66C1F7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sostener una transición cuando los mensajes llegan tarde, se repiten, se cruzan o fallan después de haber producido parte de sus efectos?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CD9FE-ECCD-4B97-8700-7B1C8EA9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4BB2E-5579-46B7-80FD-C3350C8D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217058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2828D-F1C4-4A98-AA3C-EAB80168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9218-165B-491C-95AB-FC1024D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2EC97-645E-4D81-A797-B586C7E0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3B9C-AE23-44E4-B731-B421C7D0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43B1-80E3-4157-B869-2068C89F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1CECB-B974-4FB4-91DD-F863FD65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237D3-C885-408F-9FDB-D7A7692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08974-B2C9-4FF9-A583-15C97CFB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después del timeout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EEBBE-BBEE-4FCA-9DED-833FAF99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A4CD1-D861-494B-94BE-EB02445F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A9E2F-FC44-4823-A544-BB78DB51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decide si debe reintentar, esperar, consultar o escalar cuando no llega respuesta. Declara qué sabe y qué sólo supone.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E79D9-6C4F-4754-A635-EC2F267E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CA852-1C5D-45DE-9496-DE96046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828EF-4484-4889-8A27-E1303694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08051-FC86-49F7-9337-B955330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DF764-EA34-4AD0-8B38-DE60497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7A83B-35F8-4CD6-BC26-F02376C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35FF0-FCA9-4BCC-B7D9-E1F2995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CEBB6-C52A-4E85-A94D-BA1F17F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2A30F-E29E-4C80-AC1B-E750E3F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0CBD3-65C3-49ED-BB51-AF73B40B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69243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2B462-6212-4131-A584-41A46153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122A9-A1CC-403C-B5E2-91D9BC8D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2A669-1B31-4B64-9ABD-48B5ADAD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556E5-4755-4D92-8568-8F933D85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A3487-AB0D-4192-B9E4-54BF6CE3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F65B6-1932-44AD-A78E-D7E97D4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6591E-D9A4-4660-BDD6-DF69B02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13270-9CB1-4C04-B94C-47CD0678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 de mensajes con pérdida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E7C66-5BF1-427B-B6AA-7F02A08B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49285-C369-4779-9E99-887CED4B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60BB6-B393-4B92-BFD9-058EDE1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transportan comandos y eventos entre estaciones. El docente retiene, duplica y reordena sobres. Cada estación sólo conoce lo que recibió y debe registrar su estado local.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CBAF-B405-4261-A562-F3DBB37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0D148-090B-4CEF-96D3-FC14413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FF716-070E-424D-BEC2-071913C9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120F4-BE56-47E3-A7FC-BC14F6C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3749E-6F0E-46CE-BF7E-4E5EF5DA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3EE15-4B55-430B-8592-E32A890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A9AEA-2FB9-44B5-B424-3B65CB5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DF75F-1B6E-46A8-A71E-B23E177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CB3A2-1618-4DFF-8EB9-832C12E5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22277-4ACB-4EAE-A447-AD85BBC3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C1CE5-9298-4667-9F39-02F5A5B2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DE5FE-C63F-4C65-90E0-08603F17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611176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6E80F-9F49-4B84-AF6F-B7119B2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C674F-1EEE-47ED-8AB1-77C5B76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33704-D05C-4B59-8C4E-E66A5D26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F9F1F-E24A-4250-A187-F559153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810E4-D5DE-43A8-A69C-AE463465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2E7C4-9B3E-4397-A267-7BBB4EB5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79138-C0B2-41DB-B1CC-B314F88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E0614-4E85-40FF-85BC-AD1EA350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garantías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C486E-A455-4CDD-9E2F-8EE75DC2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01E13-6AF5-4971-AE95-874BFC79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FF520-EE9C-49DE-A839-714E23C1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distinguen envío, entrega, procesamiento, respuesta y efecto de negocio mediante incidentes observados en la 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98592-BDA6-440A-A220-A79A08C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18ECD-03CA-492C-9130-4E4E4DFF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3C264-5756-4598-96D8-2D183B6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75312-D775-42F2-9F4C-CADD8229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E12B9-AB76-4883-B2D1-1E5AAAA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D7831-0186-4AC6-8BA5-021BB581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83637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8102C-B714-4C3C-8C79-B7FEC66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B53DF-27F6-41F8-9D61-6B8FE9E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542D-B4B6-4B38-A70B-17A87DF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4026F-0676-46F6-881F-567530C7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18926-4E45-48AD-BED1-6B05DF5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CB1F7-3AF8-4CFE-BB1C-83E86FD5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55C24-6198-48A2-A0D2-22E2AD3C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D4ED9-AB01-456A-9FE5-78B2B69D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Carrera por la última habitación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2C5D1-FA8A-46F3-914C-CD2D509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47B5E-2A49-4A68-9EAA-84FD69A9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AAAD1-6D42-4BC0-8021-7C532535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Dos equipos reciben intenciones válidas de asignación. Deben proteger el invariante sin asumir reloj global ni éxito de toda coordinación. Registran qué vistas pueden converger después.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E84C1-9DF6-4240-A58F-5C9749E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6DE50-5291-45C8-AAE1-71E8791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9CA6D-7D1D-4F1C-BD62-D0E0B0B0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27C92-5EAC-4719-AA9E-6A786D0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31C0B-ACA0-4568-BA4A-974618DF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F5526-E412-4662-A570-F14CF66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C5256-D53D-43F9-A4F2-6B4F8DBA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2B2A6-0082-470F-9381-7F2EA935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B1549-5F6F-4E67-B81A-C5E4B1C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86A75-44EF-48FE-9AF4-2B573C9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826EE-B8D3-4BD1-91C0-73F4D37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DF9D0-46CC-4C4B-B23B-FD44CE43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8517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4372B-38D2-4A7D-803E-66CAA83D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AB52D-B951-4BAA-BD2C-F04375EA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C7EE0-9F71-47DE-B3C1-043E1B7F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F2201-989A-4C45-B96A-9B47448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1AFE5-FF43-49E5-999D-5541DE9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071F0-8C5A-47AE-A5B2-72AFDD4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4CC81-3B0E-4044-A6BA-9815032E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3A25F-158C-451A-BB33-7CCCDF4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idempotencia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BB7C8-5E65-4AF2-AE98-D4EF0DC2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C6E02-1BEE-4A67-8A0A-04E5C40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415A4-3739-45D4-8B62-975C8897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C942C-C828-46C0-9342-01EB182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10F47-887D-4E71-A0BB-9B547DF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 consistencia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B9ACE-C2D9-406A-8A5C-8127F4B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repite una misma intención con claves estables e inestables. El equipo identifica qué efecto queda protegido y qué consecuencias laterales todavía pueden duplicarse.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BB50E-685A-4C80-AFBE-31F10BF6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FAF11-4E47-4422-BBC7-514B9F8E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932627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2A52C-4F94-4139-8AA4-A9C692EC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AF887-FFF9-4277-B8D9-D5A24FEA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D346-A07F-4B22-9290-29204554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F2CBF-8FBC-4A39-9E90-77EEE93A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6BF88-EBA7-42F2-9A14-6F08420B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8396-0614-41D2-9805-B26800AC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B752B-29CA-4A50-B381-0A7D506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DE7B5-46C8-4B22-B229-7BDE406A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reconciliación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FDD92-0E17-4132-A04D-04477E1D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5296A-B5F9-4430-8F92-7F16699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EE020-268C-4A72-AD52-E4B528C0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A57DF-CDA0-4DCB-BE58-BF592677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1CF64-08FB-4600-8724-647363A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registros difieren. Antes de corregir, el equipo clasifica demora, duplicado, conflicto, lectura antigua o error semántico. Elige fuente, evidencia, autoridad y compensación.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98FA9-B0A6-4F1D-A3FA-7D68023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22725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E59C7-F91C-4991-8F0C-83162ADA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77587-6C95-4C7E-AF5D-047C459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69122-5C2D-4709-A6D5-502E4479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9C7A8-1D03-4A7A-BB3D-8DAAA74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6FFAB-E716-4636-8DEB-5C7492CD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6D6DC-0652-4D02-9701-483FFADF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B70FF-CEBE-475F-89C8-794373F4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DCD93-0A98-4BBF-996F-F2D57EB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perturbación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789C7-9164-484D-9D76-8045A02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CCACF-2517-44BC-BD62-A67E9C7B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000A1-95A9-4597-B5C9-1200D214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ejecuta pérdida de respuesta, reintento tardío, conflicto concurrente y caída durante compensación. Evalúa convergencia, daño residual y condición de escalamiento.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50334-A4BD-41BA-8052-B0C09B6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4F40A-5CA9-4CFF-8641-6AF6763C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4E595-9F39-4E83-8C2A-2172DEE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0D2A1-99C4-45B0-A7B0-BC1FC094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2F804-2449-4EB2-B52A-E8E3DFCB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33D0C-7BB2-4A2B-B2AD-F2F49CBB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254FF-8FF6-4345-9C5F-61114146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EF3B5-F47B-4BBC-A6EA-36440E29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DB8D9-A4EB-4255-B8E4-14F34B8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730EC-3314-4718-826B-EF47E92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E24D5-B431-4894-BE96-B8A574C3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4C77F-E878-4225-BB26-BC8BC73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79928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8D5B1-D860-4B91-A1B4-C78A24F2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260E9-B07B-4C55-AB28-408CF7A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D22AB-F74E-4B80-9B08-FF4D8F7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2B38E-AABB-467F-9C53-82F86B7C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993CF-05F8-47DD-ADCF-3E186463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91896-C465-4A07-9E79-102BD9FC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0640B-A73D-4979-BC6C-27F4801B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1F7A7-C887-47AD-B0C2-EA020ED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710B9-8391-4E0B-8544-83123126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C60F2-DA21-4A11-A44A-4E3BDFA1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D75F8-18D4-4395-B16F-629E9CD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dónde la transición depende de un handoff, cola o excepción que N14 deberá representar de punta a punta.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A41B1-3722-443B-9342-9D9C3ABB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8FD61-769F-45AD-86E0-D5F2D69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552B9-CAE8-42B9-8498-9789C829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1B45E-C2B4-42CA-B4F7-A86CDBA2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61599-91D2-4E6F-9861-345A3149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F44A5-00B6-4375-A82B-119EE7A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42ACD-A8AE-446B-805F-CA164F49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354F4-1A2B-4D47-85B4-A2CD1854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A4010-F875-424C-9FB7-BE8137FF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3D242-5086-42A5-8CB5-45AC01B4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50A2C-EC21-48C8-8326-80F7E47B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7665E-93EA-4219-9979-D2DFBC4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148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A8F1D-0B6D-4A0D-8508-7CD59F8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5E005-4AD4-41EF-911B-81DF5FA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3D90D-D297-4387-B40B-924B33D3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EBEC8-6B23-459B-8375-CD9F4B2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7B089-ADA2-4F50-A336-30364951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EA93-B5ED-4F50-BEE5-D09439A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FF0F9-9AE2-4F93-88CC-5FD4B1AB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F7BC-4DE8-4DE4-AD45-6ECD9BF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4763A-3211-4A35-88B4-6131241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EB7C0-384A-492C-B364-A9BAAE5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05FBF-C554-4F79-8B46-47329FA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68EA3-ACFA-40E7-AC73-09FCA1AA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2F1CD-96F5-4377-AFCE-52A617E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3C345-8D34-4974-8E2B-F63908EF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C8270-6C73-4B1C-B295-E18EA1F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</p:spTree>
    <p:extLst>
      <p:ext uri="{BB962C8B-B14F-4D97-AF65-F5344CB8AC3E}">
        <p14:creationId xmlns:p14="http://schemas.microsoft.com/office/powerpoint/2010/main" val="1684650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2026-09-14T03:54:23.9270000Z</dcterms:created>
  <dcterms:modified xsi:type="dcterms:W3CDTF">2026-09-14T03:54:23.9270000Z</dcterms:modified>
</coreProperties>
</file>