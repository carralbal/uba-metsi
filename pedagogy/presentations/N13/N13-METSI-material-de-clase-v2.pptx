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ddd116933434eb0" /><Relationship Type="http://schemas.openxmlformats.org/officeDocument/2006/relationships/extended-properties" Target="/docProps/app.xml" Id="R54ee488946b34221" /><Relationship Type="http://schemas.openxmlformats.org/officeDocument/2006/relationships/officeDocument" Target="/ppt/presentation.xml" Id="R359f8ca54929487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b9ee265126d4e0b"/>
  </p:sldMasterIdLst>
  <p:notesMasterIdLst>
    <p:notesMasterId xmlns:r="http://schemas.openxmlformats.org/officeDocument/2006/relationships" r:id="R13128061a9db42e8"/>
  </p:notesMasterIdLst>
  <p:sldIdLst>
    <p:sldId xmlns:r="http://schemas.openxmlformats.org/officeDocument/2006/relationships" id="256" r:id="R52cc24c08ff8492f"/>
    <p:sldId xmlns:r="http://schemas.openxmlformats.org/officeDocument/2006/relationships" id="257" r:id="R329d2539af494721"/>
    <p:sldId xmlns:r="http://schemas.openxmlformats.org/officeDocument/2006/relationships" id="258" r:id="Ra4e3c986d43c4d61"/>
    <p:sldId xmlns:r="http://schemas.openxmlformats.org/officeDocument/2006/relationships" id="259" r:id="R97dfe292f0cf4f2f"/>
    <p:sldId xmlns:r="http://schemas.openxmlformats.org/officeDocument/2006/relationships" id="260" r:id="R522d78337514482a"/>
    <p:sldId xmlns:r="http://schemas.openxmlformats.org/officeDocument/2006/relationships" id="261" r:id="R00d78a976e7f4902"/>
    <p:sldId xmlns:r="http://schemas.openxmlformats.org/officeDocument/2006/relationships" id="262" r:id="Rd34fbf015c0d449d"/>
    <p:sldId xmlns:r="http://schemas.openxmlformats.org/officeDocument/2006/relationships" id="263" r:id="R0f1526131a444067"/>
    <p:sldId xmlns:r="http://schemas.openxmlformats.org/officeDocument/2006/relationships" id="264" r:id="Raffaaf604bc34f3e"/>
    <p:sldId xmlns:r="http://schemas.openxmlformats.org/officeDocument/2006/relationships" id="265" r:id="Rfc0065ad48b9457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6f4bc66b08e4cde" /><Relationship Type="http://schemas.openxmlformats.org/officeDocument/2006/relationships/slideMaster" Target="/ppt/slideMasters/slideMaster1.xml" Id="Rfb9ee265126d4e0b" /><Relationship Type="http://schemas.openxmlformats.org/officeDocument/2006/relationships/notesMaster" Target="/ppt/notesMasters/notesMaster1.xml" Id="R13128061a9db42e8" /><Relationship Type="http://schemas.openxmlformats.org/officeDocument/2006/relationships/presProps" Target="/ppt/presProps.xml" Id="R5554d10b76f543e0" /><Relationship Type="http://schemas.openxmlformats.org/officeDocument/2006/relationships/tableStyles" Target="/ppt/tableStyles.xml" Id="Rda75de74243a4db7" /><Relationship Type="http://schemas.openxmlformats.org/officeDocument/2006/relationships/slide" Target="/ppt/slides/slide1.xml" Id="R52cc24c08ff8492f" /><Relationship Type="http://schemas.openxmlformats.org/officeDocument/2006/relationships/slide" Target="/ppt/slides/slide2.xml" Id="R329d2539af494721" /><Relationship Type="http://schemas.openxmlformats.org/officeDocument/2006/relationships/slide" Target="/ppt/slides/slide3.xml" Id="Ra4e3c986d43c4d61" /><Relationship Type="http://schemas.openxmlformats.org/officeDocument/2006/relationships/slide" Target="/ppt/slides/slide4.xml" Id="R97dfe292f0cf4f2f" /><Relationship Type="http://schemas.openxmlformats.org/officeDocument/2006/relationships/slide" Target="/ppt/slides/slide5.xml" Id="R522d78337514482a" /><Relationship Type="http://schemas.openxmlformats.org/officeDocument/2006/relationships/slide" Target="/ppt/slides/slide6.xml" Id="R00d78a976e7f4902" /><Relationship Type="http://schemas.openxmlformats.org/officeDocument/2006/relationships/slide" Target="/ppt/slides/slide7.xml" Id="Rd34fbf015c0d449d" /><Relationship Type="http://schemas.openxmlformats.org/officeDocument/2006/relationships/slide" Target="/ppt/slides/slide8.xml" Id="R0f1526131a444067" /><Relationship Type="http://schemas.openxmlformats.org/officeDocument/2006/relationships/slide" Target="/ppt/slides/slide9.xml" Id="Raffaaf604bc34f3e" /><Relationship Type="http://schemas.openxmlformats.org/officeDocument/2006/relationships/slide" Target="/ppt/slides/slide10.xml" Id="Rfc0065ad48b9457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80c34c54f1c4af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40383d7946d45ea" /><Relationship Type="http://schemas.openxmlformats.org/officeDocument/2006/relationships/notesMaster" Target="/ppt/notesMasters/notesMaster1.xml" Id="Rf3dc168669cf4d9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b9eb5f965e247aa" /><Relationship Type="http://schemas.openxmlformats.org/officeDocument/2006/relationships/notesMaster" Target="/ppt/notesMasters/notesMaster1.xml" Id="R56e8dc9b0bd4463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5d8128d1ba34117" /><Relationship Type="http://schemas.openxmlformats.org/officeDocument/2006/relationships/notesMaster" Target="/ppt/notesMasters/notesMaster1.xml" Id="R3712354ad0a04f1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00d49bab54c4d82" /><Relationship Type="http://schemas.openxmlformats.org/officeDocument/2006/relationships/notesMaster" Target="/ppt/notesMasters/notesMaster1.xml" Id="R92650b41222c452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7d6f22a442f4433" /><Relationship Type="http://schemas.openxmlformats.org/officeDocument/2006/relationships/notesMaster" Target="/ppt/notesMasters/notesMaster1.xml" Id="R7fd87cbb1365490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c7a78f2c2944a93" /><Relationship Type="http://schemas.openxmlformats.org/officeDocument/2006/relationships/notesMaster" Target="/ppt/notesMasters/notesMaster1.xml" Id="R473877f8cc5048a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80af2a78fc54435" /><Relationship Type="http://schemas.openxmlformats.org/officeDocument/2006/relationships/notesMaster" Target="/ppt/notesMasters/notesMaster1.xml" Id="R4c17687b82fa4bb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bff125cdc8b4052" /><Relationship Type="http://schemas.openxmlformats.org/officeDocument/2006/relationships/notesMaster" Target="/ppt/notesMasters/notesMaster1.xml" Id="R8d5721f1c515418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17416d5005849b2" /><Relationship Type="http://schemas.openxmlformats.org/officeDocument/2006/relationships/notesMaster" Target="/ppt/notesMasters/notesMaster1.xml" Id="Rd96f49a97fcf4ed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d27b0facaae4cb3" /><Relationship Type="http://schemas.openxmlformats.org/officeDocument/2006/relationships/notesMaster" Target="/ppt/notesMasters/notesMaster1.xml" Id="R57885f7b2ed04a3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Pregunta profesional de N13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Pedir decisión ante timeout y grado de conocimiento.</a:t>
            </a:r>
          </a:p>
          <a:p xmlns:a="http://schemas.openxmlformats.org/drawingml/2006/main">
            <a:r>
              <a:t>Señal para avanzar: Se distingue ambigüedad de fracaso.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sabe quien inició la operación?</a:t>
            </a:r>
          </a:p>
          <a:p xmlns:a="http://schemas.openxmlformats.org/drawingml/2006/main">
            <a:r>
              <a:t>• ¿La ausencia de respuesta prueba ausencia de efecto?</a:t>
            </a:r>
          </a:p>
          <a:p xmlns:a="http://schemas.openxmlformats.org/drawingml/2006/main">
            <a:r>
              <a:t>• ¿Cuál es la identidad estable de la intención?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expediente de convergencia para HH-13 que protege la última habitación, conserva estados ambiguos y define idempotencia, consistencia, reconciliación y reparación.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Reglas de la red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Cada estación sólo usa mensajes recibidos.</a:t>
            </a:r>
          </a:p>
          <a:p xmlns:a="http://schemas.openxmlformats.org/drawingml/2006/main">
            <a:r>
              <a:t>Señal para avanzar: Los estados locales pueden divergir.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¿La ausencia de respuesta prueba ausencia de efecto?</a:t>
            </a:r>
          </a:p>
          <a:p xmlns:a="http://schemas.openxmlformats.org/drawingml/2006/main">
            <a:r>
              <a:t>• ¿Cuál es la identidad estable de la intención?</a:t>
            </a:r>
          </a:p>
          <a:p xmlns:a="http://schemas.openxmlformats.org/drawingml/2006/main">
            <a:r>
              <a:t>• ¿Qué invariante merece coordinación?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expediente de convergencia para HH-13 que protege la última habitación, conserva estados ambiguos y define idempotencia, consistencia, reconciliación y reparación.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Cinco garantías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Separar envío, entrega, proceso, respuesta y efecto.</a:t>
            </a:r>
          </a:p>
          <a:p xmlns:a="http://schemas.openxmlformats.org/drawingml/2006/main">
            <a:r>
              <a:t>Señal para avanzar: El grupo nombra qué ocurrió realmente.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¿Cuál es la identidad estable de la intención?</a:t>
            </a:r>
          </a:p>
          <a:p xmlns:a="http://schemas.openxmlformats.org/drawingml/2006/main">
            <a:r>
              <a:t>• ¿Qué invariante merece coordinación?</a:t>
            </a:r>
          </a:p>
          <a:p xmlns:a="http://schemas.openxmlformats.org/drawingml/2006/main">
            <a:r>
              <a:t>• ¿Qué observador puede tolerar demora?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expediente de convergencia para HH-13 que protege la última habitación, conserva estados ambiguos y define idempotencia, consistencia, reconciliación y reparación.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Invariante de la última habitación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Evitar la solución por reloj global implícito.</a:t>
            </a:r>
          </a:p>
          <a:p xmlns:a="http://schemas.openxmlformats.org/drawingml/2006/main">
            <a:r>
              <a:t>Señal para avanzar: Se protege el efecto crítico.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invariante merece coordinación?</a:t>
            </a:r>
          </a:p>
          <a:p xmlns:a="http://schemas.openxmlformats.org/drawingml/2006/main">
            <a:r>
              <a:t>• ¿Qué observador puede tolerar demora?</a:t>
            </a:r>
          </a:p>
          <a:p xmlns:a="http://schemas.openxmlformats.org/drawingml/2006/main">
            <a:r>
              <a:t>• ¿Qué diferencia debe explicarse antes de corregir?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expediente de convergencia para HH-13 que protege la última habitación, conserva estados ambiguos y define idempotencia, consistencia, reconciliación y reparación.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Clave de intención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Repetir mensajes y observar efectos.</a:t>
            </a:r>
          </a:p>
          <a:p xmlns:a="http://schemas.openxmlformats.org/drawingml/2006/main">
            <a:r>
              <a:t>Señal para avanzar: Se distingue deduplicación de idempotencia.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observador puede tolerar demora?</a:t>
            </a:r>
          </a:p>
          <a:p xmlns:a="http://schemas.openxmlformats.org/drawingml/2006/main">
            <a:r>
              <a:t>• ¿Qué diferencia debe explicarse antes de corregir?</a:t>
            </a:r>
          </a:p>
          <a:p xmlns:a="http://schemas.openxmlformats.org/drawingml/2006/main">
            <a:r>
              <a:t>• ¿Qué daño no revierte una compensación técnica?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expediente de convergencia para HH-13 que protege la última habitación, conserva estados ambiguos y define idempotencia, consistencia, reconciliación y reparación.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Matriz de consistencia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Pedir observador, ventana, invariante y consecuencia.</a:t>
            </a:r>
          </a:p>
          <a:p xmlns:a="http://schemas.openxmlformats.org/drawingml/2006/main">
            <a:r>
              <a:t>Señal para avanzar: La garantía deja de ser universal.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diferencia debe explicarse antes de corregir?</a:t>
            </a:r>
          </a:p>
          <a:p xmlns:a="http://schemas.openxmlformats.org/drawingml/2006/main">
            <a:r>
              <a:t>• ¿Qué daño no revierte una compensación técnica?</a:t>
            </a:r>
          </a:p>
          <a:p xmlns:a="http://schemas.openxmlformats.org/drawingml/2006/main">
            <a:r>
              <a:t>• ¿Qué sabe quien inició la operación?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expediente de convergencia para HH-13 que protege la última habitación, conserva estados ambiguos y define idempotencia, consistencia, reconciliación y reparación.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Tres registros divergentes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Exigir explicación antes de elegir fuente.</a:t>
            </a:r>
          </a:p>
          <a:p xmlns:a="http://schemas.openxmlformats.org/drawingml/2006/main">
            <a:r>
              <a:t>Señal para avanzar: La reconciliación conserva historia.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daño no revierte una compensación técnica?</a:t>
            </a:r>
          </a:p>
          <a:p xmlns:a="http://schemas.openxmlformats.org/drawingml/2006/main">
            <a:r>
              <a:t>• ¿Qué sabe quien inició la operación?</a:t>
            </a:r>
          </a:p>
          <a:p xmlns:a="http://schemas.openxmlformats.org/drawingml/2006/main">
            <a:r>
              <a:t>• ¿La ausencia de respuesta prueba ausencia de efecto?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expediente de convergencia para HH-13 que protege la última habitación, conserva estados ambiguos y define idempotencia, consistencia, reconciliación y reparación.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Compensación y daño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Preguntar qué no puede deshacerse técnicamente.</a:t>
            </a:r>
          </a:p>
          <a:p xmlns:a="http://schemas.openxmlformats.org/drawingml/2006/main">
            <a:r>
              <a:t>Señal para avanzar: Aparece reparación organizacional.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sabe quien inició la operación?</a:t>
            </a:r>
          </a:p>
          <a:p xmlns:a="http://schemas.openxmlformats.org/drawingml/2006/main">
            <a:r>
              <a:t>• ¿La ausencia de respuesta prueba ausencia de efecto?</a:t>
            </a:r>
          </a:p>
          <a:p xmlns:a="http://schemas.openxmlformats.org/drawingml/2006/main">
            <a:r>
              <a:t>• ¿Cuál es la identidad estable de la intención?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expediente de convergencia para HH-13 que protege la última habitación, conserva estados ambiguos y define idempotencia, consistencia, reconciliación y reparación.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Prueba de perturbación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Introducir fallas durante la propia recuperación.</a:t>
            </a:r>
          </a:p>
          <a:p xmlns:a="http://schemas.openxmlformats.org/drawingml/2006/main">
            <a:r>
              <a:t>Señal para avanzar: Hay presupuesto y escalamiento.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¿La ausencia de respuesta prueba ausencia de efecto?</a:t>
            </a:r>
          </a:p>
          <a:p xmlns:a="http://schemas.openxmlformats.org/drawingml/2006/main">
            <a:r>
              <a:t>• ¿Cuál es la identidad estable de la intención?</a:t>
            </a:r>
          </a:p>
          <a:p xmlns:a="http://schemas.openxmlformats.org/drawingml/2006/main">
            <a:r>
              <a:t>• ¿Qué invariante merece coordinación?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expediente de convergencia para HH-13 que protege la última habitación, conserva estados ambiguos y define idempotencia, consistencia, reconciliación y reparación.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Puente a N14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Seguir el caso más allá de los sistemas.</a:t>
            </a:r>
          </a:p>
          <a:p xmlns:a="http://schemas.openxmlformats.org/drawingml/2006/main">
            <a:r>
              <a:t>Señal para avanzar: Surgen handoff, cola y excepción.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¿Cuál es la identidad estable de la intención?</a:t>
            </a:r>
          </a:p>
          <a:p xmlns:a="http://schemas.openxmlformats.org/drawingml/2006/main">
            <a:r>
              <a:t>• ¿Qué invariante merece coordinación?</a:t>
            </a:r>
          </a:p>
          <a:p xmlns:a="http://schemas.openxmlformats.org/drawingml/2006/main">
            <a:r>
              <a:t>• ¿Qué observador puede tolerar demora?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expediente de convergencia para HH-13 que protege la última habitación, conserva estados ambiguos y define idempotencia, consistencia, reconciliación y reparación.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da8e6e48084a4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1a103469bf14160" /><Relationship Type="http://schemas.openxmlformats.org/officeDocument/2006/relationships/slideLayout" Target="/ppt/slideLayouts/slideLayout1.xml" Id="Rab3f80c348a0462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b3f80c348a0462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8414906d1b41dc" /><Relationship Type="http://schemas.openxmlformats.org/officeDocument/2006/relationships/notesSlide" Target="/ppt/notesSlides/notesSlide1.xml" Id="Rce1737c879d24bb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e5a3d1a6074ba1" /><Relationship Type="http://schemas.openxmlformats.org/officeDocument/2006/relationships/notesSlide" Target="/ppt/notesSlides/notesSlide2.xml" Id="Rdec7af85a87e495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61e8065bb548dd" /><Relationship Type="http://schemas.openxmlformats.org/officeDocument/2006/relationships/notesSlide" Target="/ppt/notesSlides/notesSlide3.xml" Id="R81bf619237ef470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71fca847db4307" /><Relationship Type="http://schemas.openxmlformats.org/officeDocument/2006/relationships/notesSlide" Target="/ppt/notesSlides/notesSlide4.xml" Id="Rf3da955543ec473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a214aec9324f2b" /><Relationship Type="http://schemas.openxmlformats.org/officeDocument/2006/relationships/notesSlide" Target="/ppt/notesSlides/notesSlide5.xml" Id="R87c6e9f43a2b47e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af6e8dff3e404e" /><Relationship Type="http://schemas.openxmlformats.org/officeDocument/2006/relationships/notesSlide" Target="/ppt/notesSlides/notesSlide6.xml" Id="R43a0a0c5b68f4e0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7d90b7db0f4e3a" /><Relationship Type="http://schemas.openxmlformats.org/officeDocument/2006/relationships/notesSlide" Target="/ppt/notesSlides/notesSlide7.xml" Id="R683ae4070f0940b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a141a8d7354bda" /><Relationship Type="http://schemas.openxmlformats.org/officeDocument/2006/relationships/notesSlide" Target="/ppt/notesSlides/notesSlide8.xml" Id="Rd81d38ad4f5b4cd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b15545b0ac449d" /><Relationship Type="http://schemas.openxmlformats.org/officeDocument/2006/relationships/notesSlide" Target="/ppt/notesSlides/notesSlide9.xml" Id="Rf1596441d659458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9637556c7c4578" /><Relationship Type="http://schemas.openxmlformats.org/officeDocument/2006/relationships/notesSlide" Target="/ppt/notesSlides/notesSlide10.xml" Id="Rbe0193c21555497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6DD07F-E85B-4DD3-B53F-840D6B3C0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6061DF-1477-4AA4-809F-469221472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N13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5EB770-E88A-42FF-A8E2-1D9C6FC12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ACFD40-BA6C-42B9-A338-8AC4FCE6E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9402CA-868C-4687-8EA9-7751AC4DA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858AB7-8C62-4077-BE54-6DE977F5C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F5DC2F-7A6C-4AEB-A3AA-40FB9E62C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270F8A-F1EE-418B-8BF6-03CE62891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PREGUNTA PROFESIONAL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E05393-8611-43B3-A922-A4BCFABC3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24000"/>
            <a:ext cx="99060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6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¿Cómo sostener una transición cuando los mensajes llegan tarde, se repiten, se cruzan o fallan después de haber producido parte de sus efectos?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CFC827-C063-431F-865A-1FF654B50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95850"/>
            <a:ext cx="838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E3076A-4F13-4056-A1CA-41EA7DD3E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8667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6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Respondé antes de explicar. La primera posición queda registrada para revisarla al cierre.</a:t>
            </a:r>
          </a:p>
        </p:txBody>
      </p:sp>
    </p:spTree>
    <p:extLst>
      <p:ext uri="{BB962C8B-B14F-4D97-AF65-F5344CB8AC3E}">
        <p14:creationId xmlns:p14="http://schemas.microsoft.com/office/powerpoint/2010/main" val="93441607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043E08-3BF9-4F00-9984-CB8F98116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D89920-C11F-4B0D-BA45-B66382883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N13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641C02-A4BC-407E-BBF1-47E9FA5B5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38EA16-2EB3-4799-9A33-98A3CDC3E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A96AD7-00C3-49D2-A5F5-229D5BAA0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243952-FD8B-4EFE-959D-F304C206E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2DF253-74F2-48A3-9B87-573BFFF2B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C18BC4-D694-4A7B-B68C-04C0A0F86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Reglas de la red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4BA071-AB33-45B8-BA31-D36A14BFF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86000"/>
            <a:ext cx="10763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AAA4E7-9A28-411F-A7F7-BFDD01444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670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POSICIÓN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7502F0-8761-4B93-B4F1-190A00BDD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6230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A81BE9-2D18-4D91-8B5E-BCD38116F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48050"/>
            <a:ext cx="2781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Tomá una posición antes de escuchar la explicación.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97CF6A-D4F3-49AF-A6F2-5B878B088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6670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RAZÓN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62B72B-7F10-4EFC-BAE8-9A06FD38B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16230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6662CC-67B3-4AF0-82D4-C30696A68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448050"/>
            <a:ext cx="2781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Dejala escrita en una frase verificable.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80CF62-61E8-4A5D-83CC-5D2FFAAC9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6670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EVIDENCIA FALTANTE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A83435-E595-4E64-AD49-F4BA9BB04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16230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FD7074-D546-40E5-B02A-883CDA099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448050"/>
            <a:ext cx="2781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Dejala escrita en una frase verificable.</a:t>
            </a:r>
          </a:p>
        </p:txBody>
      </p:sp>
    </p:spTree>
    <p:extLst>
      <p:ext uri="{BB962C8B-B14F-4D97-AF65-F5344CB8AC3E}">
        <p14:creationId xmlns:p14="http://schemas.microsoft.com/office/powerpoint/2010/main" val="14323844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261BA99-1B7E-4A44-BABE-28ADAAD02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5F4E18-AA42-4D6A-9AA2-79D608D8F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N13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E31736-81F8-4CCE-B26E-95A9EEC74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74FABE-9B9D-40B0-AA7D-4363A3A19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BD82AC-3CFE-48AD-A56E-E7A5CC235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50D19E-1439-4062-ABBE-41AEE5590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E67AC1-25E8-4557-9253-86BD468D6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253561-7D2C-4297-B575-C86314B8E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Cinco garantías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40D671-D2AE-47C4-8F6A-C7FB8E9CD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431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D850F3-3522-430E-999C-E1CFB4E53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241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4BA3EE-64DB-4DAE-AF50-49DB4A3F3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71800"/>
            <a:ext cx="314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Primera lectura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9649DB-FDA2-42B3-8336-3CF8AA1B4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67200"/>
            <a:ext cx="304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cambia si esta distinción se formula de otro modo?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6A8433-4E07-4F39-92C0-332E36375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3431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ECC779-A75B-477A-8F45-C9A73EFCE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7241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C4C040-4AF9-471D-9B76-419FE8AF7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971800"/>
            <a:ext cx="314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Tensión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874757-83A3-48C8-8A99-0AC874624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267200"/>
            <a:ext cx="304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cambia si esta distinción se formula de otro modo?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3858A9-C4C8-4589-B516-674EB23FA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3431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934A1A-6BEB-43A9-A481-9DC464C71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7241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18FCAD-9C89-40DC-9BCD-8E04F2485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971800"/>
            <a:ext cx="314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Decisión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583DB2-1212-4806-9447-9E5B1FCCD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267200"/>
            <a:ext cx="304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cambia si esta distinción se formula de otro modo?</a:t>
            </a:r>
          </a:p>
        </p:txBody>
      </p:sp>
    </p:spTree>
    <p:extLst>
      <p:ext uri="{BB962C8B-B14F-4D97-AF65-F5344CB8AC3E}">
        <p14:creationId xmlns:p14="http://schemas.microsoft.com/office/powerpoint/2010/main" val="113221016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92FEF2-EE27-4A51-930D-CEA814FEA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A97EF9-73C8-44F2-8715-CE7D8A619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N13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07C63F-2E93-4248-9191-74F205B93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EA06EE-1F02-4296-B5AA-99B8E5776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47B13A-7A44-4EEC-B4DE-AE5132482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1BD069-791F-4E2B-90DB-07ACFBCA4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F6D53B-43E1-403D-879F-B26F59671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F7BFF0-B17C-4A1C-97DB-85CB62B4D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Invariante de la última habitación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8BAE6F-36B6-4C64-854C-2FB1696DB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7650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304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B6A0C2-75FD-466C-9E23-004C20B78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476500"/>
            <a:ext cx="390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10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Primera evidencia o formulación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FD28B4-F719-48C0-B95C-97EE7CEE8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152650"/>
            <a:ext cx="190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B512F8-0018-482E-96F0-9E9BFB7A7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7650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304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07251F-7A5E-40BF-8C35-B59CA1B95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476500"/>
            <a:ext cx="390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10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Evidencia o formulación contrastante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5035DB-E4C7-4889-9BC7-80557422E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9575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0" i="0">
                <a:solidFill>
                  <a:srgbClr val="5B5D59"/>
                </a:solidFill>
                <a:latin typeface="Didot"/>
                <a:ea typeface="Didot"/>
                <a:cs typeface="Didot"/>
              </a:defRPr>
            </a:pPr>
            <a:r>
              <a:rPr sz="2400" b="0" i="0">
                <a:solidFill>
                  <a:srgbClr val="5B5D59"/>
                </a:solidFill>
                <a:latin typeface="Didot"/>
                <a:ea typeface="Didot"/>
                <a:cs typeface="Didot"/>
              </a:rPr>
              <a:t>¿Qué diferencia modifica una decisión concreta?</a:t>
            </a:r>
          </a:p>
        </p:txBody>
      </p:sp>
    </p:spTree>
    <p:extLst>
      <p:ext uri="{BB962C8B-B14F-4D97-AF65-F5344CB8AC3E}">
        <p14:creationId xmlns:p14="http://schemas.microsoft.com/office/powerpoint/2010/main" val="177558893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F4B3E9-00AE-40E4-BFB1-3AD93E09D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59175E-155E-484A-A081-9363C49E6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N13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6EE69D-73A9-463A-95F9-D03123AE8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5E4A3B-3EC4-4891-AEE5-40109F5E8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F5AB29-F94A-4AAA-A641-B1E57A08A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0B452C-7F05-46A4-B7F1-9D9796554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E3FD36-FE27-4B09-ADCD-A7A9712DB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484886-E154-4AC0-8AD7-E854D4ACA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Clave de intención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62D1E5-ECB4-4F0F-9675-DC5E022C9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907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9BC063-E08A-4247-B222-C1645791D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15265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se intenta sostener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BC8E70-7DEA-4641-A925-F41C87893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6479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464BFE-7865-4A19-8F81-615DAE266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480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B7100E-B4B2-4890-B73B-ECAD07941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00990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evidencia existe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7DCBE7-BDA1-4E60-B344-B3A014C5D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50520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B8212A-BE5A-429E-A855-614E40E33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052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C41F61-6CB1-400E-BA85-CDEFD0EB1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86715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falta distinguir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25754A-4915-4CDC-995B-2F56856A4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3624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E77DB5-1F74-4B88-ADDD-5FC1E12E1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625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F235C7-3EE1-44B3-8B0A-0011925F4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72440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decisión cambia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A333B8-F3BA-420F-B680-02102CB72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21970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22466977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FA35EC-E3A5-42EC-ABB4-BC662EB4D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DF9DBD-0CFE-4313-8AE3-883596B51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N13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00F70F-68D2-4FA9-A675-7E9377FCB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71AA12-5ACC-463F-83BB-1B66C5C04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E22AF2-194B-4EB2-A998-F8266B064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610B35-CE04-4539-812F-4184FE5F7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96A4E2-E413-4B83-B904-945A89913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3E0657-E964-48F8-8F9C-77FC83CDD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Matriz de consistencia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5CDF5F-21ED-476F-9FEE-1DD449EEF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14550"/>
            <a:ext cx="10763250" cy="3219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493BEB-3A52-4D2B-A7FC-7F3D3D553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622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TRABAJO DE EQUIPO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8B65D4-5339-443E-9F62-365577A07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00350"/>
            <a:ext cx="781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7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Artefacto en construcción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0DD3A9-D86E-46D8-BF63-1393FCFE5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05250"/>
            <a:ext cx="8382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7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Dejen visible la hipótesis, la evidencia usada, la decisión que habilita y la condición que podría revisarla.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A06C67-77B1-4BC4-B040-5D48F4A87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4574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05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TIEMPO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A6272F-021B-4C71-9D79-533F0E692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933700"/>
            <a:ext cx="1190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906"/>
          </a:bodyPr>
          <a:lstStyle xmlns:a="http://schemas.openxmlformats.org/drawingml/2006/main"/>
          <a:p xmlns:a="http://schemas.openxmlformats.org/drawingml/2006/main">
            <a:pPr>
              <a:defRPr sz="19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19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en pantalla</a:t>
            </a:r>
          </a:p>
        </p:txBody>
      </p:sp>
    </p:spTree>
    <p:extLst>
      <p:ext uri="{BB962C8B-B14F-4D97-AF65-F5344CB8AC3E}">
        <p14:creationId xmlns:p14="http://schemas.microsoft.com/office/powerpoint/2010/main" val="75070759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6F3920-DC66-45A2-BAAB-C41F46B9D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99FCF9-A947-4065-B05C-7CC525BF3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N13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7C68F3-7D8E-43C9-81B9-50898D5BE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9032AD-738D-4923-83B0-02BB290C7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6AA652-25F6-4FA5-904D-CA5F6DA6D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46E377-E42A-4AD4-A1AD-9434E3C9A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D44FF4-BA2B-4B5A-9975-CF8AAE7E8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AD947D-E49B-45F5-B5EA-AFD666731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Tres registros divergentes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3A7CE3-952A-438B-9D9D-EB3D906BB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33625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210"/>
          </a:bodyPr>
          <a:lstStyle xmlns:a="http://schemas.openxmlformats.org/drawingml/2006/main"/>
          <a:p xmlns:a="http://schemas.openxmlformats.org/drawingml/2006/main">
            <a:pPr>
              <a:defRPr sz="40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40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EVIDENCIA NUEVA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FDF69C-23AA-48A1-B178-0A12A826E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38500"/>
            <a:ext cx="1066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2E7BFE-5E66-49E6-85D6-850D05198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14750"/>
            <a:ext cx="9715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7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47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No la usen para defender la primera respuesta. Úsenla para localizar qué parte del razonamiento debe cambiar y qué parte todavía se sostiene.</a:t>
            </a:r>
          </a:p>
        </p:txBody>
      </p:sp>
    </p:spTree>
    <p:extLst>
      <p:ext uri="{BB962C8B-B14F-4D97-AF65-F5344CB8AC3E}">
        <p14:creationId xmlns:p14="http://schemas.microsoft.com/office/powerpoint/2010/main" val="5981446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A84250-4B77-4FB4-A943-DE8FF5BA5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A68B02-E64E-46DA-A8A2-EBA3617BD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N13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B0379B-8969-41FE-BF1C-8199F8348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8FC59A-41AD-414A-A531-C745700EA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885106-593A-477D-BB6E-3DD02C668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79EAE5-9C21-45F9-AA21-06B94EDD9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F9E1FD-551F-4F3B-B8E1-ED1B3B6A1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4958AE-BB7A-408D-807B-47E10F481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Compensación y daño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DC6C42-188D-4E35-A4D8-D560FCC50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38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D62BAF-DF62-41E8-894E-F2E8420B2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181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Citar el punto observado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68BAED-B876-44A0-BFAC-191588912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981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67C30F-A4CA-4A7F-B621-715587960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2238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C609A0-1F87-4FE1-A6D8-55D60F853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181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Nombrar la relación débil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1157DB-4E39-4AEA-9B71-62088D641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981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B006BB-68A8-45E4-8981-E4A3F62B3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62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CA367C-3BDF-4964-9FE2-1AF9BDF4D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705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Proponer una prueba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E7E88D-F9C2-4AE8-8863-3F3128D12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505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57B781-D37C-452B-85E3-5065FEB55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3762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02C2B0-805C-4CCF-8F7E-6ABC67502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3705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Evitar resolver por el otro equipo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07205D-FEFC-47CB-B8EE-A3687E4D6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4505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50156502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7DD303C-DFDB-4DA5-8F02-BD6A461A4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7F71AE-5928-49D5-994C-22A0AED05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N13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0096E5-93DF-4E53-9F61-D580E13D7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84FF7C-1D94-4DD1-8DC9-316EA0797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CBC2B0-BFB0-4BEC-A043-9A23D3997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32A14C-6B8C-499E-8D8E-92AB0C996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44A64B-A1E3-4A37-A952-C1E5F6BC1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EA22CB-C5AD-4F46-96CD-4EFD7A822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Prueba de perturbación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FEB983-501D-4F6A-9F81-B1F809676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33600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37E48D-AAB5-4AF7-820E-FD0B44D9A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066925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sostenemos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5E25C6-0069-41A1-9B75-F1789C727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2669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6A86B2-7521-4596-9976-633A30A14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09900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8FE480-F9C7-447A-A091-E824D8CBA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943225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evidencia usamos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6EDDAD-BE27-46CD-BCEC-B63A1B862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1432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E82E10-DA46-440D-8646-92D5D997A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86200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81B1CD-0A67-43DA-86EC-F06C18DC4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819525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decidimos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880F87-1389-4D89-B04F-871F449A8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0195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211681-4AB7-469C-9D9E-B4C03E189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0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0B7ED8-BFB7-4A07-92CA-C50E34FF3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695825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podría hacernos revisar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9DB7BA-5AC2-4597-A0D1-F0EDE957E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8958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26529680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06066E-1008-40BB-924F-8E55B5355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5C2D1C-C1B6-434A-B058-C3CDA7396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N13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A88550-B102-41E7-8385-5717ABBA4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A5FA32-F8D3-4A80-867F-A47A5A5A3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CIERRE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B9D26C-05A1-4F94-A172-40AD365C2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478006-3928-492A-AA45-6C9AD5A9E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4AE4B3-36E6-4B6B-87AC-A88578F50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B884FB-B3AC-4B5E-89C6-EDF3C1A2B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Puente a N14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11009C-5C33-47E0-B3C7-37BF18313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ANTES PENSABA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D448C3-50AA-46CD-87EB-80D161B2C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AHORA SOSTENGO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C6FF5C-D6C6-4F29-A47B-13B3F7166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TODAVÍA REVISARÍA SI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E01DA4-10CC-4920-86B8-820758520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68E878-B064-4A80-8329-E6ACC2E99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998B98-A823-47DD-A6DB-FB1540AEE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8466C2-D429-457E-95CD-36621F9A7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Cada equipo entrega un expediente de convergencia para HH-13 que protege la última habitación, conserva estados ambiguos y define idempotencia, consistencia, reconciliación y reparación.</a:t>
            </a:r>
          </a:p>
        </p:txBody>
      </p:sp>
    </p:spTree>
    <p:extLst>
      <p:ext uri="{BB962C8B-B14F-4D97-AF65-F5344CB8AC3E}">
        <p14:creationId xmlns:p14="http://schemas.microsoft.com/office/powerpoint/2010/main" val="160428340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2026-09-12T16:22:59.3930000Z</dcterms:created>
  <dcterms:modified xsi:type="dcterms:W3CDTF">2026-09-12T16:22:59.3930000Z</dcterms:modified>
</coreProperties>
</file>