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463407e989483b" /><Relationship Type="http://schemas.openxmlformats.org/officeDocument/2006/relationships/extended-properties" Target="/docProps/app.xml" Id="R45a72bc291e3406d" /><Relationship Type="http://schemas.openxmlformats.org/officeDocument/2006/relationships/officeDocument" Target="/ppt/presentation.xml" Id="Rc4a2abd81fd445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d66b47d0cc4d3c"/>
  </p:sldMasterIdLst>
  <p:notesMasterIdLst>
    <p:notesMasterId xmlns:r="http://schemas.openxmlformats.org/officeDocument/2006/relationships" r:id="Rbf875acdda6247e6"/>
  </p:notesMasterIdLst>
  <p:sldIdLst>
    <p:sldId xmlns:r="http://schemas.openxmlformats.org/officeDocument/2006/relationships" id="256" r:id="R1c5d19dc2bf146a1"/>
    <p:sldId xmlns:r="http://schemas.openxmlformats.org/officeDocument/2006/relationships" id="257" r:id="R1c3a5ee1acef48ef"/>
    <p:sldId xmlns:r="http://schemas.openxmlformats.org/officeDocument/2006/relationships" id="258" r:id="R6b9aeb96b07347dc"/>
    <p:sldId xmlns:r="http://schemas.openxmlformats.org/officeDocument/2006/relationships" id="259" r:id="Ref0d0737585c4627"/>
    <p:sldId xmlns:r="http://schemas.openxmlformats.org/officeDocument/2006/relationships" id="260" r:id="Rdcdc8bf9f8994205"/>
    <p:sldId xmlns:r="http://schemas.openxmlformats.org/officeDocument/2006/relationships" id="261" r:id="Rfe494f8afdc545f8"/>
    <p:sldId xmlns:r="http://schemas.openxmlformats.org/officeDocument/2006/relationships" id="262" r:id="R6ae6764c9b7544de"/>
    <p:sldId xmlns:r="http://schemas.openxmlformats.org/officeDocument/2006/relationships" id="263" r:id="Re9f1e499432f4136"/>
    <p:sldId xmlns:r="http://schemas.openxmlformats.org/officeDocument/2006/relationships" id="264" r:id="Rb33b79dced544c4f"/>
    <p:sldId xmlns:r="http://schemas.openxmlformats.org/officeDocument/2006/relationships" id="265" r:id="R267991f31f2841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4a869a2bdc45a9" /><Relationship Type="http://schemas.openxmlformats.org/officeDocument/2006/relationships/slideMaster" Target="/ppt/slideMasters/slideMaster1.xml" Id="R59d66b47d0cc4d3c" /><Relationship Type="http://schemas.openxmlformats.org/officeDocument/2006/relationships/notesMaster" Target="/ppt/notesMasters/notesMaster1.xml" Id="Rbf875acdda6247e6" /><Relationship Type="http://schemas.openxmlformats.org/officeDocument/2006/relationships/presProps" Target="/ppt/presProps.xml" Id="R0a9d47b5288b460b" /><Relationship Type="http://schemas.openxmlformats.org/officeDocument/2006/relationships/tableStyles" Target="/ppt/tableStyles.xml" Id="R4ec631af764e492b" /><Relationship Type="http://schemas.openxmlformats.org/officeDocument/2006/relationships/slide" Target="/ppt/slides/slide1.xml" Id="R1c5d19dc2bf146a1" /><Relationship Type="http://schemas.openxmlformats.org/officeDocument/2006/relationships/slide" Target="/ppt/slides/slide2.xml" Id="R1c3a5ee1acef48ef" /><Relationship Type="http://schemas.openxmlformats.org/officeDocument/2006/relationships/slide" Target="/ppt/slides/slide3.xml" Id="R6b9aeb96b07347dc" /><Relationship Type="http://schemas.openxmlformats.org/officeDocument/2006/relationships/slide" Target="/ppt/slides/slide4.xml" Id="Ref0d0737585c4627" /><Relationship Type="http://schemas.openxmlformats.org/officeDocument/2006/relationships/slide" Target="/ppt/slides/slide5.xml" Id="Rdcdc8bf9f8994205" /><Relationship Type="http://schemas.openxmlformats.org/officeDocument/2006/relationships/slide" Target="/ppt/slides/slide6.xml" Id="Rfe494f8afdc545f8" /><Relationship Type="http://schemas.openxmlformats.org/officeDocument/2006/relationships/slide" Target="/ppt/slides/slide7.xml" Id="R6ae6764c9b7544de" /><Relationship Type="http://schemas.openxmlformats.org/officeDocument/2006/relationships/slide" Target="/ppt/slides/slide8.xml" Id="Re9f1e499432f4136" /><Relationship Type="http://schemas.openxmlformats.org/officeDocument/2006/relationships/slide" Target="/ppt/slides/slide9.xml" Id="Rb33b79dced544c4f" /><Relationship Type="http://schemas.openxmlformats.org/officeDocument/2006/relationships/slide" Target="/ppt/slides/slide10.xml" Id="R267991f31f2841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256cd9f3f544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8c10271e67483d" /><Relationship Type="http://schemas.openxmlformats.org/officeDocument/2006/relationships/notesMaster" Target="/ppt/notesMasters/notesMaster1.xml" Id="R6602e297139045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d6d190a9804eac" /><Relationship Type="http://schemas.openxmlformats.org/officeDocument/2006/relationships/notesMaster" Target="/ppt/notesMasters/notesMaster1.xml" Id="Ra8ccc9e057084c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10c9378c69407e" /><Relationship Type="http://schemas.openxmlformats.org/officeDocument/2006/relationships/notesMaster" Target="/ppt/notesMasters/notesMaster1.xml" Id="R64cb03b1ad7d43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09ec1f3c114c28" /><Relationship Type="http://schemas.openxmlformats.org/officeDocument/2006/relationships/notesMaster" Target="/ppt/notesMasters/notesMaster1.xml" Id="Rafa4d71739fe4d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fdd081de44435f" /><Relationship Type="http://schemas.openxmlformats.org/officeDocument/2006/relationships/notesMaster" Target="/ppt/notesMasters/notesMaster1.xml" Id="R1418bbd35af546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0923e3e9c84f3a" /><Relationship Type="http://schemas.openxmlformats.org/officeDocument/2006/relationships/notesMaster" Target="/ppt/notesMasters/notesMaster1.xml" Id="R27175f9164154e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d6b688722a4b5d" /><Relationship Type="http://schemas.openxmlformats.org/officeDocument/2006/relationships/notesMaster" Target="/ppt/notesMasters/notesMaster1.xml" Id="Rcaf3c30a53be4d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ac6ab5b4324854" /><Relationship Type="http://schemas.openxmlformats.org/officeDocument/2006/relationships/notesMaster" Target="/ppt/notesMasters/notesMaster1.xml" Id="R779908bafc2a4e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9f1f6f804f4933" /><Relationship Type="http://schemas.openxmlformats.org/officeDocument/2006/relationships/notesMaster" Target="/ppt/notesMasters/notesMaster1.xml" Id="R50e569243edf40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69f505300345b7" /><Relationship Type="http://schemas.openxmlformats.org/officeDocument/2006/relationships/notesMaster" Target="/ppt/notesMasters/notesMaster1.xml" Id="Rc922ed1f11504b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una pregunta habitual para relevar requisitos.</a:t>
            </a:r>
          </a:p>
          <a:p xmlns:a="http://schemas.openxmlformats.org/drawingml/2006/main">
            <a:r>
              <a:t>Señal para avanzar: Hay presuposiciones que pueden examinarse.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protocolo de entrevista que reconstruya episodios y preserve contradicciones, en lugar de pedir requisitos o confirmar una solución preferida.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¿Podría reconstruir la última vez que ocurrió?</a:t>
            </a:r>
          </a:p>
          <a:p xmlns:a="http://schemas.openxmlformats.org/drawingml/2006/main">
            <a:r>
              <a:t>• ¿Qué pasó inmediatamente antes y después?</a:t>
            </a:r>
          </a:p>
          <a:p xmlns:a="http://schemas.openxmlformats.org/drawingml/2006/main">
            <a:r>
              <a:t>• ¿Qué decisión tomó y con qué información?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cierres prematuros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Detector de preguntas que fabrican respuestas · 10 minutos</a:t>
            </a:r>
          </a:p>
          <a:p xmlns:a="http://schemas.openxmlformats.org/drawingml/2006/main">
            <a:r>
              <a:t>Cada persona marca en protocolos ajenos una presuposición, una solución anticipada y una pregunta demasiado general. Propone una reformulación episódica.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Marcar solución anticipada, generalización e inducción.</a:t>
            </a:r>
          </a:p>
          <a:p xmlns:a="http://schemas.openxmlformats.org/drawingml/2006/main">
            <a:r>
              <a:t>Señal para avanzar: Cada cierre tiene una reformulación episódica.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protocolo de entrevista que reconstruya episodios y preserve contradicciones, en lugar de pedir requisitos o confirmar una solución preferida.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pasó inmediatamente antes y después?</a:t>
            </a:r>
          </a:p>
          <a:p xmlns:a="http://schemas.openxmlformats.org/drawingml/2006/main">
            <a:r>
              <a:t>• ¿Qué decisión tomó y con qué información?</a:t>
            </a:r>
          </a:p>
          <a:p xmlns:a="http://schemas.openxmlformats.org/drawingml/2006/main">
            <a:r>
              <a:t>• ¿Qué artefacto consultó o modificó?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Familias de sondas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Laboratorio de sondas · 15 minutos</a:t>
            </a:r>
          </a:p>
          <a:p xmlns:a="http://schemas.openxmlformats.org/drawingml/2006/main">
            <a:r>
              <a:t>En parejas, una persona relata un episodio cotidiano durante tres minutos. La otra sólo puede usar sondas de secuencia, decisión, excepción, artefacto y consecuencia. Luego intercambian roles y registran qué pregunta abrió evidencia nueva.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Usarlas en un relato real, no definirlas en abstracto.</a:t>
            </a:r>
          </a:p>
          <a:p xmlns:a="http://schemas.openxmlformats.org/drawingml/2006/main">
            <a:r>
              <a:t>Señal para avanzar: Una sonda produce detalle de secuencia o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protocolo de entrevista que reconstruya episodios y preserve contradicciones, en lugar de pedir requisitos o confirmar una solución preferida.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tomó y con qué información?</a:t>
            </a:r>
          </a:p>
          <a:p xmlns:a="http://schemas.openxmlformats.org/drawingml/2006/main">
            <a:r>
              <a:t>• ¿Qué artefacto consultó o modificó?</a:t>
            </a:r>
          </a:p>
          <a:p xmlns:a="http://schemas.openxmlformats.org/drawingml/2006/main">
            <a:r>
              <a:t>• ¿Recuerda un caso en que no ocurrió?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Roles de la primera entrevista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situada · 10 minutos</a:t>
            </a:r>
          </a:p>
          <a:p xmlns:a="http://schemas.openxmlformats.org/drawingml/2006/main">
            <a:r>
              <a:t>El docente distingue opinión general, incidente crítico, sonda y cadena de inferencia mediante fragmentos producidos en el laboratorio.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Recordar que el observador no evalúa a la persona entrevistada.</a:t>
            </a:r>
          </a:p>
          <a:p xmlns:a="http://schemas.openxmlformats.org/drawingml/2006/main">
            <a:r>
              <a:t>Señal para avanzar: Se registran intervenciones del entrevistador.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protocolo de entrevista que reconstruya episodios y preserve contradicciones, en lugar de pedir requisitos o confirmar una solución preferida.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artefacto consultó o modificó?</a:t>
            </a:r>
          </a:p>
          <a:p xmlns:a="http://schemas.openxmlformats.org/drawingml/2006/main">
            <a:r>
              <a:t>• ¿Recuerda un caso en que no ocurrió?</a:t>
            </a:r>
          </a:p>
          <a:p xmlns:a="http://schemas.openxmlformats.org/drawingml/2006/main">
            <a:r>
              <a:t>• ¿Qué condición haría difícil decir esto frente a otra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Artefacto contradictorio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Primera entrevista HH-07 · 18 minutos</a:t>
            </a:r>
          </a:p>
          <a:p xmlns:a="http://schemas.openxmlformats.org/drawingml/2006/main">
            <a:r>
              <a:t>En tríos se distribuyen entrevistador, participante y observador de sesgo. La persona participante recibe un rol de Recepción o Housekeeping. El observador registra interrupciones, reformulaciones, silencios y saltos interpretativos.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curiosidad por las condiciones, no veredicto.</a:t>
            </a:r>
          </a:p>
          <a:p xmlns:a="http://schemas.openxmlformats.org/drawingml/2006/main">
            <a:r>
              <a:t>Señal para avanzar: Coexisten dos reconstrucciones contrastables.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protocolo de entrevista que reconstruya episodios y preserve contradicciones, en lugar de pedir requisitos o confirmar una solución preferida.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¿Recuerda un caso en que no ocurrió?</a:t>
            </a:r>
          </a:p>
          <a:p xmlns:a="http://schemas.openxmlformats.org/drawingml/2006/main">
            <a:r>
              <a:t>• ¿Qué condición haría difícil decir esto frente a otra persona?</a:t>
            </a:r>
          </a:p>
          <a:p xmlns:a="http://schemas.openxmlformats.org/drawingml/2006/main">
            <a:r>
              <a:t>• ¿Qué parte es cita y qué parte es interpretación del equipo?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Condición de poder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Reproducción adversa · 17 minutos</a:t>
            </a:r>
          </a:p>
          <a:p xmlns:a="http://schemas.openxmlformats.org/drawingml/2006/main">
            <a:r>
              <a:t>El docente introduce un artefacto que contradice parte del relato. El entrevistador debe explorar la diferencia sin interrogar ni decidir cuál fuente miente. El equipo registra condiciones, tiempos y significados alternativos.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Cambiar audiencia o uso del registro.</a:t>
            </a:r>
          </a:p>
          <a:p xmlns:a="http://schemas.openxmlformats.org/drawingml/2006/main">
            <a:r>
              <a:t>Señal para avanzar: El grupo reconoce qué deja de poder decirse.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protocolo de entrevista que reconstruya episodios y preserve contradicciones, en lugar de pedir requisitos o confirmar una solución preferida.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condición haría difícil decir esto frente a otra persona?</a:t>
            </a:r>
          </a:p>
          <a:p xmlns:a="http://schemas.openxmlformats.org/drawingml/2006/main">
            <a:r>
              <a:t>• ¿Qué parte es cita y qué parte es interpretación del equipo?</a:t>
            </a:r>
          </a:p>
          <a:p xmlns:a="http://schemas.openxmlformats.org/drawingml/2006/main">
            <a:r>
              <a:t>• ¿Podría reconstruir la última vez que ocurrió?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Capas de registro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Segunda entrevista con condición de poder · 20 minutos</a:t>
            </a:r>
          </a:p>
          <a:p xmlns:a="http://schemas.openxmlformats.org/drawingml/2006/main">
            <a:r>
              <a:t>Se repite el episodio, pero ahora Dirección está presente o la grabación será compartida. El equipo identifica qué cambia en lo decible y rediseña canal, consentimiento y muestra.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cita, secuencia, interpretación y pregunta.</a:t>
            </a:r>
          </a:p>
          <a:p xmlns:a="http://schemas.openxmlformats.org/drawingml/2006/main">
            <a:r>
              <a:t>Señal para avanzar: La fuente no desaparece en el resumen.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protocolo de entrevista que reconstruya episodios y preserve contradicciones, en lugar de pedir requisitos o confirmar una solución preferida.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parte es cita y qué parte es interpretación del equipo?</a:t>
            </a:r>
          </a:p>
          <a:p xmlns:a="http://schemas.openxmlformats.org/drawingml/2006/main">
            <a:r>
              <a:t>• ¿Podría reconstruir la última vez que ocurrió?</a:t>
            </a:r>
          </a:p>
          <a:p xmlns:a="http://schemas.openxmlformats.org/drawingml/2006/main">
            <a:r>
              <a:t>• ¿Qué pasó inmediatamente antes y después?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Cadena de inferencia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De relato a afirmación trazable · 22 minutos</a:t>
            </a:r>
          </a:p>
          <a:p xmlns:a="http://schemas.openxmlformats.org/drawingml/2006/main">
            <a:r>
              <a:t>Cada equipo produce una cadena: fragmento, episodio reconstruido, interpretación, hipótesis rival, evidencia adicional y decisión afectada. Otro equipo intenta localizar un salto no justificado.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dónde se salta del relato a la causa.</a:t>
            </a:r>
          </a:p>
          <a:p xmlns:a="http://schemas.openxmlformats.org/drawingml/2006/main">
            <a:r>
              <a:t>Señal para avanzar: Existe una hipótesis rival y evidencia faltante.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protocolo de entrevista que reconstruya episodios y preserve contradicciones, en lugar de pedir requisitos o confirmar una solución preferida.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¿Podría reconstruir la última vez que ocurrió?</a:t>
            </a:r>
          </a:p>
          <a:p xmlns:a="http://schemas.openxmlformats.org/drawingml/2006/main">
            <a:r>
              <a:t>• ¿Qué pasó inmediatamente antes y después?</a:t>
            </a:r>
          </a:p>
          <a:p xmlns:a="http://schemas.openxmlformats.org/drawingml/2006/main">
            <a:r>
              <a:t>• ¿Qué decisión tomó y con qué información?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Calidad y ética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Cada persona conserva una diferencia entre lo dicho y lo que sería necesario observar en N08. Registra además una pregunta que retiró del protocolo.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propósito, consentimiento, protección y devolución.</a:t>
            </a:r>
          </a:p>
          <a:p xmlns:a="http://schemas.openxmlformats.org/drawingml/2006/main">
            <a:r>
              <a:t>Señal para avanzar: El protocolo puede ejecutarse responsablemente.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protocolo de entrevista que reconstruya episodios y preserve contradicciones, en lugar de pedir requisitos o confirmar una solución preferida.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pasó inmediatamente antes y después?</a:t>
            </a:r>
          </a:p>
          <a:p xmlns:a="http://schemas.openxmlformats.org/drawingml/2006/main">
            <a:r>
              <a:t>• ¿Qué decisión tomó y con qué información?</a:t>
            </a:r>
          </a:p>
          <a:p xmlns:a="http://schemas.openxmlformats.org/drawingml/2006/main">
            <a:r>
              <a:t>• ¿Qué artefacto consultó o modificó?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parte del trabajo no puede conocerse sólo conversando.</a:t>
            </a:r>
          </a:p>
          <a:p xmlns:a="http://schemas.openxmlformats.org/drawingml/2006/main">
            <a:r>
              <a:t>Señal para avanzar: Surge una unidad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protocolo de entrevista que reconstruya episodios y preserve contradicciones, en lugar de pedir requisitos o confirmar una solución preferida.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tomó y con qué información?</a:t>
            </a:r>
          </a:p>
          <a:p xmlns:a="http://schemas.openxmlformats.org/drawingml/2006/main">
            <a:r>
              <a:t>• ¿Qué artefacto consultó o modificó?</a:t>
            </a:r>
          </a:p>
          <a:p xmlns:a="http://schemas.openxmlformats.org/drawingml/2006/main">
            <a:r>
              <a:t>• ¿Recuerda un caso en que no ocurrió?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f30c29b324a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bce59bb82441a8" /><Relationship Type="http://schemas.openxmlformats.org/officeDocument/2006/relationships/slideLayout" Target="/ppt/slideLayouts/slideLayout1.xml" Id="R1a876c32080e4c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876c32080e4c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bd8e251ec4506" /><Relationship Type="http://schemas.openxmlformats.org/officeDocument/2006/relationships/notesSlide" Target="/ppt/notesSlides/notesSlide1.xml" Id="Rcb5708eb49644e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1d204034d49d8" /><Relationship Type="http://schemas.openxmlformats.org/officeDocument/2006/relationships/notesSlide" Target="/ppt/notesSlides/notesSlide2.xml" Id="R96e0ee3c08c242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74013bbbd4ef9" /><Relationship Type="http://schemas.openxmlformats.org/officeDocument/2006/relationships/notesSlide" Target="/ppt/notesSlides/notesSlide3.xml" Id="R18921455c4ed4e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3c52d6430418a" /><Relationship Type="http://schemas.openxmlformats.org/officeDocument/2006/relationships/notesSlide" Target="/ppt/notesSlides/notesSlide4.xml" Id="R95c53bd94ebb46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96c55563e4711" /><Relationship Type="http://schemas.openxmlformats.org/officeDocument/2006/relationships/notesSlide" Target="/ppt/notesSlides/notesSlide5.xml" Id="R5e721885ed804e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42d36aa6f4815" /><Relationship Type="http://schemas.openxmlformats.org/officeDocument/2006/relationships/notesSlide" Target="/ppt/notesSlides/notesSlide6.xml" Id="Ref935c67091e4e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2486bea6c4a3c" /><Relationship Type="http://schemas.openxmlformats.org/officeDocument/2006/relationships/notesSlide" Target="/ppt/notesSlides/notesSlide7.xml" Id="Rca3e6a74e14242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527f25d604802" /><Relationship Type="http://schemas.openxmlformats.org/officeDocument/2006/relationships/notesSlide" Target="/ppt/notesSlides/notesSlide8.xml" Id="R22c920155ec14a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7f41cebfe4e14" /><Relationship Type="http://schemas.openxmlformats.org/officeDocument/2006/relationships/notesSlide" Target="/ppt/notesSlides/notesSlide9.xml" Id="R7a7da6ff5fdc41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4d152f3474bc6" /><Relationship Type="http://schemas.openxmlformats.org/officeDocument/2006/relationships/notesSlide" Target="/ppt/notesSlides/notesSlide10.xml" Id="Ref0645ba400b4b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5FF44-A692-41F9-8581-405B40A2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4D98B-8778-421E-8949-18F2E156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91E86-68AA-4040-BE37-6329F9AB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EFE66-C6D9-4225-B4AA-D850DF0E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E075A-8A94-453B-9193-14CF8C5D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56DFB-1C34-43A2-B949-11B2C916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B6E08-4DD0-40E0-BA21-512A9870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4E164-E659-479C-97F5-AE9D6D37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1B1EF-501F-4021-AAFC-98F893FE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Entrevistar no es pedir requisitos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0BBD8-4DB1-4B16-96CB-B4460C42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producir evidencia sobre trabajo, decisiones y necesidades sin convertir preferencias declaradas en especificaciones?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51B54-63F4-4BD2-BF88-1EA0C9B6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C4E31-9A36-4DCC-BAAB-DC8755E6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9678935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65DC2E-4F91-4C68-ADF3-6A7D334E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01AB5-52B5-48BF-86C4-55659DD8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C15C5-3FE7-4412-96C0-B04836B9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72527-9981-40C9-AAAE-7064F884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93BEB-BF55-42FD-A587-23598A80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13AE2-FD64-4926-B28D-45341403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8F098-9F72-4212-A9B6-0881D580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0115F-B387-40EF-B439-712093F0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Detector de preguntas que fabrican respuestas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FE97A-2FB6-4CD9-BB7E-85065E76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B9454-0D2D-43C0-B02D-23C29F51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94484-BEA1-434C-A574-4E9A5EBB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marca en protocolos ajenos una presuposición, una solución anticipada y una pregunta demasiado general. Propone una reformulación episódica.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261A0-EB1A-4A59-9DCE-56553248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F7B37-1594-402D-B97D-1B4E4FF3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482D8-ADBA-46A8-AA15-DA0A2F0B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D3AFA-402F-448F-9DB9-202694E0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561A2-EDAE-4C8E-A15C-44941BCB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8A035-9421-4A4B-9938-6F293F81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95557-96E9-4323-8137-C610F966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8287F-19A7-49F1-92F0-61AAE8A8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4C874-6EEC-4C73-B7B7-E499B86A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0E48BD-834D-44F9-9AF5-774FFA95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4566833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A90CC6-2281-462E-8B81-5221E458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1DDC0-5DF1-4232-9217-5637DBC5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1042E-C6D1-4116-A6AD-1B313D71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1F114-F4F2-428B-9CA1-64FA3781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EECA6-E0C9-4B36-A6A3-7182D813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0688E-245A-4D3D-AFEC-01F3A2C6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185E1-5261-45A0-B198-8872035C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26710-BE5D-4ECF-A476-7FE8E52C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Laboratorio de sondas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BF81B-8FFE-473A-850A-ADA04E05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D4260-FE2A-4516-991C-4531B237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63BB6-4863-4D54-9044-9DBD21F5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3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 parejas, una persona relata un episodio cotidiano durante tres minutos. La otra sólo puede usar sondas de secuencia, decisión, excepción, artefacto y consecuencia. Luego intercambian roles y registran qué pregunta abrió evidencia nueva.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F6C0E-E6A2-4C94-B288-B2269CB1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D8B45-38D4-4DE4-B5CC-7C663477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38534-1C07-413E-A432-7A4B38E3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02508-63E1-45E6-AC4D-D331E97E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22CA4-30B1-46B4-9029-DA38B52A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E31917-557B-4E1D-BFE0-8A0A1AF2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9F193-9EC2-4448-B070-82F60573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B70AA-4E3A-4461-A623-F04AE044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310C90-2BFA-4F7B-ADFA-E9692E46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D8DF72-BF61-4AC7-B340-2A7D53DD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42BC5-D627-4DD0-8D73-0EA2BF8C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C402C-144F-42F2-8646-FED8D6DD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440257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A149A-5CF2-49BB-923E-CE2D36E9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8AC57-F8D2-47E6-A702-063A2752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3A989-7743-4D4E-A7EB-E4A2B3A8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39E1C-E9DF-404F-8B26-19B307BD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34851-A834-47A5-9B19-6960E886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6930F-62E4-433F-AB96-D16FE10B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A3E82-B442-4E98-B6F7-629C1BB3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B28F3-B984-40B7-B3A6-7F4E79FA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situada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16050-C41F-4091-8FD9-0D5AB8EF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8087D-A124-41C7-94EB-3193126D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F8EE0-E633-4A99-A310-D66B2379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distingue opinión general, incidente crítico, sonda y cadena de inferencia mediante fragmentos producidos en el laboratorio.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E9494-9077-49A3-86AE-C7C6EAA1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D2A56-E491-49BD-86F9-73735BCF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6D93B-D0AD-45CB-B394-8A78D1F0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C968E-38BA-4F7F-8E2D-0CD39DA7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B6621-13C1-4A86-900E-FE7DD607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26EFD-EE62-4393-B8E3-6D9369D7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367907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14FA8F-75F8-4B53-8FF2-CA2A26D0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235C4-875B-4184-A84E-5C473EEC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DAD29-7EF6-43EC-A88A-5DF64978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34E56-FE1E-49F5-8DC1-71601BEC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DB0D8-AD65-4013-98CC-7FFE3449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E2863-8D04-4DA1-BAA2-3E63E88D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CAC09-48A9-4EBD-A328-F6A29290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73C9A-B797-4645-A068-BDA3FBBF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entrevista HH-07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1A6AE-9605-4C07-8C68-B74E59E4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2C768-68FC-4367-89C3-36AA79DB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138D9-A17F-416E-8580-8B4363DD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 tríos se distribuyen entrevistador, participante y observador de sesgo. La persona participante recibe un rol de Recepción o Housekeeping. El observador registra interrupciones, reformulaciones, silencios y saltos interpretativos.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D51A3-1C02-4632-A36A-979FA456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B566F-70F7-4DAE-A4F8-7C6EB96C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ED9DB-C69A-4E6F-B3CE-E582F8A4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158FA-17CB-406D-BC68-07B67192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6907C-82DF-4DC4-9149-6D78F03D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987AC-1D36-4B44-9269-B86AEE57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15975-9135-4F2E-9947-0F5754AC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FAB4A1-3CBE-44C2-8186-90F170CF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532F27-5854-44CC-AB54-8C51DB0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84B70-972A-4885-8EDD-79380A62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22E92-6166-4F1B-BA33-745AF12F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624634-0489-4960-A616-0056F916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584443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946FFD-4BD3-4EB2-9F30-6904AF7A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280FE-DA7E-4A3E-8066-FAC479E0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0F173-4A16-4C7E-8E0C-A8DD6AD5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63F86-6F74-464D-8FAE-77623157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0159F-C809-4BCE-A8AC-C2787127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6F09D-36D7-4F49-A1EC-A4FD0429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4C180-8904-4B5E-A65C-94523EA1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B82D1-7243-42BE-97B1-3D1AA1C8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Reproducción adversa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B1B59-DFD9-42FA-BAA2-A72D1D16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E7A6E-66A3-473B-9594-A9276DDE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261A2-8FF5-4F76-8E3A-4874BE46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8AADC-ADF1-4C75-9D51-2927401C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735EA-E7B1-40A0-9177-31D2661D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Condición de poder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FAD1E-7708-4508-8C70-35C9DE95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El docente introduce un artefacto que contradice parte del relato. El entrevistador debe explorar la diferencia sin interrogar ni decidir cuál fuente miente. El equipo registra condiciones, tiempos y significados alternativos.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CE953-5756-4E4B-9FA0-795E8D4E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C50F8-C230-4CD5-AD31-C965A92A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17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720195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96050-7503-4BEB-A748-0D925BCC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D90C9-D946-4FAB-B8B6-F9AF0F52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36470-F807-4D2F-AB29-E5BE3630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F2A36-B321-4AD7-9691-44CCEF1C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E879F-D836-41CB-8364-7DB79ACC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00D0A-BC3B-4688-85DB-20417C7F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B6132-8CCE-4EEF-B2EF-8453F753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5D286-A68B-491B-BC68-D53631D1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Segunda entrevista con condición de poder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61252-7C65-40FF-9CB0-7FF0F537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DE533-1235-47BA-8EFA-B47B0A73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960B7-F63A-42CD-903D-6F1ACE2D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D2A6A-3F9D-4742-8E7A-247F99DF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564C0-A3CA-4D81-9FC4-D7B5CE03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 repite el episodio, pero ahora Dirección está presente o la grabación será compartida. El equipo identifica qué cambia en lo decible y rediseña canal, consentimiento y muestra.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FD4D4-56F9-484D-B7D7-16FD2E65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81908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4E32D9-DA9B-4127-9572-05FEDB7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24467-3876-471D-BFCA-B3240B1F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64204-BE63-496E-8C02-FE1FB3E5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49BB9-85D5-4F4D-9243-F3410D20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DFBE7-E9DF-4E61-A36E-6B941690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28E67-41D2-4C17-A495-E64B7DE4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AC530-6021-4D41-B9FF-692FC1F5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53FF1-19B8-48BD-A609-6DCECCC0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 relato a afirmación trazable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2012E-5BC8-4272-A6FA-FDDFAFDD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2933E-B150-4702-BBB9-68F34543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1FB90-2A53-464C-8638-B8996991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produce una cadena: fragmento, episodio reconstruido, interpretación, hipótesis rival, evidencia adicional y decisión afectada. Otro equipo intenta localizar un salto no justificado.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019D3-4D66-48F1-A19A-FAD25044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DF1C9-5D20-45D8-9FFA-98242035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F3308-BA44-43A2-BADE-5B28F37C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98D0C-6705-44E4-994E-FB78D82C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88153-1161-42CA-A6E9-0FA8EF12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C501D-F11E-466E-A7A0-A5DB479C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CDB07-FE3D-4039-A95F-B186FB6E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9E2D4-3EA0-475E-9E22-F61A76A0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16A6C-D562-4695-B6CA-A4841C1F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0165D9-5338-462F-8B11-6716D1BB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D31DE-25F5-4E95-ABB3-0A27FB39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30AA3F-0E35-40FA-A083-ED03FB10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551300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105AA9-D5B1-4F49-8B1D-80BC8985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406B6-F613-47A6-A809-75011013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0980D-A369-40FC-AA5E-A4113811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FB3FF-5EF2-4FA4-A1C8-96C86465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AB85B-A96E-4816-8403-53A6BE98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6AF8D-F75B-4439-A931-B0459BF7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C3323-E067-4748-A92D-64645EEE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B25E2-F0D9-440A-81D7-373BF28C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4F0F8-33A2-43DA-AF73-D8E2CDF8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EF6A0-D446-4EAE-9053-6B69BF73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61882-E094-48ED-B31A-70AB7CBE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conserva una diferencia entre lo dicho y lo que sería necesario observar en N08. Registra además una pregunta que retiró del protocolo.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24174-675A-4D47-9CD7-DA10BBF0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F0086-13BE-427A-8CA0-F28C3DF8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1A819-BD82-465B-B034-390E9087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9E756-773D-4AB4-8C60-89577D3A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AC5DA-85B1-45EC-ABDA-D758A55F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B9DC5-6F11-4234-896B-67187ABD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1AAED-9B43-4883-8FA8-9B5D5673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82708-C72F-49C9-A121-98A2832E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ADD46-3610-4A3B-9C29-572264EA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DEFF4-60CF-40F4-83E6-FFBDD801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0098BC-DD9B-4B04-AF50-63BC6E3B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F772C-7910-40E3-A02E-29CE006A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76870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99760-1532-4A89-B67C-1F9C4E49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B63A7-60F7-40EA-8C65-92404A8E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31EFC-30EA-445F-A4B6-316CB49E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CE996-699A-4E76-9A7A-F92C7705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55980-AB51-4590-B19A-F4576464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92933-967F-45D3-B97D-6D896FBB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4D9CC-B674-44C3-90A1-7EB9926C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7381F-CAED-4E6E-8E2D-4B3B8602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2967D-E342-4021-95E9-25B53BE4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E1AC8-667C-4D73-919B-EFEE5FB5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D7BFC-65E7-43A2-AEF3-E2E6BE68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25FBB-74F3-451A-BE1D-08F5A923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049E0-BA7C-4BC0-9749-06500854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C54B8-764F-46E1-9D11-776B772B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AA929-2A0D-4F93-9C62-ABB84999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protocolo probado, un registro trazable de episodio y una afirmación contrastable que conserva fuente, incertidumbre y explicación rival.</a:t>
            </a:r>
          </a:p>
        </p:txBody>
      </p:sp>
    </p:spTree>
    <p:extLst>
      <p:ext uri="{BB962C8B-B14F-4D97-AF65-F5344CB8AC3E}">
        <p14:creationId xmlns:p14="http://schemas.microsoft.com/office/powerpoint/2010/main" val="1700481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2026-09-14T03:54:13.9080000Z</dcterms:created>
  <dcterms:modified xsi:type="dcterms:W3CDTF">2026-09-14T03:54:13.9080000Z</dcterms:modified>
</coreProperties>
</file>