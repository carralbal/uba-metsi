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3d9d817264a20" /><Relationship Type="http://schemas.openxmlformats.org/officeDocument/2006/relationships/extended-properties" Target="/docProps/app.xml" Id="R5e1a19662fdb4a9f" /><Relationship Type="http://schemas.openxmlformats.org/officeDocument/2006/relationships/officeDocument" Target="/ppt/presentation.xml" Id="R94760792073747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139ae9d0b464b"/>
  </p:sldMasterIdLst>
  <p:notesMasterIdLst>
    <p:notesMasterId xmlns:r="http://schemas.openxmlformats.org/officeDocument/2006/relationships" r:id="Rd4f52302481645e5"/>
  </p:notesMasterIdLst>
  <p:sldIdLst>
    <p:sldId xmlns:r="http://schemas.openxmlformats.org/officeDocument/2006/relationships" id="256" r:id="Rfb7e691f86e64173"/>
    <p:sldId xmlns:r="http://schemas.openxmlformats.org/officeDocument/2006/relationships" id="257" r:id="R91a008631e704f09"/>
    <p:sldId xmlns:r="http://schemas.openxmlformats.org/officeDocument/2006/relationships" id="258" r:id="R06f8607680514916"/>
    <p:sldId xmlns:r="http://schemas.openxmlformats.org/officeDocument/2006/relationships" id="259" r:id="Re20698040242458f"/>
    <p:sldId xmlns:r="http://schemas.openxmlformats.org/officeDocument/2006/relationships" id="260" r:id="Rf5aad86f29ff4be8"/>
    <p:sldId xmlns:r="http://schemas.openxmlformats.org/officeDocument/2006/relationships" id="261" r:id="R4fdc870fa77c436d"/>
    <p:sldId xmlns:r="http://schemas.openxmlformats.org/officeDocument/2006/relationships" id="262" r:id="Rcd939066c5e44b72"/>
    <p:sldId xmlns:r="http://schemas.openxmlformats.org/officeDocument/2006/relationships" id="263" r:id="Reaa313434f8e4cc7"/>
    <p:sldId xmlns:r="http://schemas.openxmlformats.org/officeDocument/2006/relationships" id="264" r:id="R5dc7265c0f4c4c3a"/>
    <p:sldId xmlns:r="http://schemas.openxmlformats.org/officeDocument/2006/relationships" id="265" r:id="Re62fef0a4a984e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257d4fb274592" /><Relationship Type="http://schemas.openxmlformats.org/officeDocument/2006/relationships/slideMaster" Target="/ppt/slideMasters/slideMaster1.xml" Id="Rfb3139ae9d0b464b" /><Relationship Type="http://schemas.openxmlformats.org/officeDocument/2006/relationships/notesMaster" Target="/ppt/notesMasters/notesMaster1.xml" Id="Rd4f52302481645e5" /><Relationship Type="http://schemas.openxmlformats.org/officeDocument/2006/relationships/presProps" Target="/ppt/presProps.xml" Id="R5219fd5529a54bc9" /><Relationship Type="http://schemas.openxmlformats.org/officeDocument/2006/relationships/tableStyles" Target="/ppt/tableStyles.xml" Id="R77f0efab0e144122" /><Relationship Type="http://schemas.openxmlformats.org/officeDocument/2006/relationships/slide" Target="/ppt/slides/slide1.xml" Id="Rfb7e691f86e64173" /><Relationship Type="http://schemas.openxmlformats.org/officeDocument/2006/relationships/slide" Target="/ppt/slides/slide2.xml" Id="R91a008631e704f09" /><Relationship Type="http://schemas.openxmlformats.org/officeDocument/2006/relationships/slide" Target="/ppt/slides/slide3.xml" Id="R06f8607680514916" /><Relationship Type="http://schemas.openxmlformats.org/officeDocument/2006/relationships/slide" Target="/ppt/slides/slide4.xml" Id="Re20698040242458f" /><Relationship Type="http://schemas.openxmlformats.org/officeDocument/2006/relationships/slide" Target="/ppt/slides/slide5.xml" Id="Rf5aad86f29ff4be8" /><Relationship Type="http://schemas.openxmlformats.org/officeDocument/2006/relationships/slide" Target="/ppt/slides/slide6.xml" Id="R4fdc870fa77c436d" /><Relationship Type="http://schemas.openxmlformats.org/officeDocument/2006/relationships/slide" Target="/ppt/slides/slide7.xml" Id="Rcd939066c5e44b72" /><Relationship Type="http://schemas.openxmlformats.org/officeDocument/2006/relationships/slide" Target="/ppt/slides/slide8.xml" Id="Reaa313434f8e4cc7" /><Relationship Type="http://schemas.openxmlformats.org/officeDocument/2006/relationships/slide" Target="/ppt/slides/slide9.xml" Id="R5dc7265c0f4c4c3a" /><Relationship Type="http://schemas.openxmlformats.org/officeDocument/2006/relationships/slide" Target="/ppt/slides/slide10.xml" Id="Re62fef0a4a984e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2d25424070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d42f6c2dda44b8" /><Relationship Type="http://schemas.openxmlformats.org/officeDocument/2006/relationships/notesMaster" Target="/ppt/notesMasters/notesMaster1.xml" Id="R36bc17b8c9494b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08248957124886" /><Relationship Type="http://schemas.openxmlformats.org/officeDocument/2006/relationships/notesMaster" Target="/ppt/notesMasters/notesMaster1.xml" Id="Rdd726e2984c447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8e08b656604409" /><Relationship Type="http://schemas.openxmlformats.org/officeDocument/2006/relationships/notesMaster" Target="/ppt/notesMasters/notesMaster1.xml" Id="Rb90b3665047944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13b46826fa4d00" /><Relationship Type="http://schemas.openxmlformats.org/officeDocument/2006/relationships/notesMaster" Target="/ppt/notesMasters/notesMaster1.xml" Id="R1e640effca5e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fa15d73e5e4c3a" /><Relationship Type="http://schemas.openxmlformats.org/officeDocument/2006/relationships/notesMaster" Target="/ppt/notesMasters/notesMaster1.xml" Id="Rda79b3f26fcf4c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7655b43d244625" /><Relationship Type="http://schemas.openxmlformats.org/officeDocument/2006/relationships/notesMaster" Target="/ppt/notesMasters/notesMaster1.xml" Id="R0ed9cfd4f2c345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2cac0fdb3a4f62" /><Relationship Type="http://schemas.openxmlformats.org/officeDocument/2006/relationships/notesMaster" Target="/ppt/notesMasters/notesMaster1.xml" Id="Rbe4ac5adc0484e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5a90602fc24f68" /><Relationship Type="http://schemas.openxmlformats.org/officeDocument/2006/relationships/notesMaster" Target="/ppt/notesMasters/notesMaster1.xml" Id="Rcdc5c9d3325d4b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47d55f26b0409b" /><Relationship Type="http://schemas.openxmlformats.org/officeDocument/2006/relationships/notesMaster" Target="/ppt/notesMasters/notesMaster1.xml" Id="R138dadb73b7646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0ad0b38194412d" /><Relationship Type="http://schemas.openxmlformats.org/officeDocument/2006/relationships/notesMaster" Target="/ppt/notesMasters/notesMaster1.xml" Id="Raa8d076c947a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Entrevistar no es pedir requisitos.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producir evidencia sobre trabajo, decisiones y necesidades sin convertir preferencias declaradas en especificaciones?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¿Podría reconstruir la última vez que ocurrió? ¿Qué pasó inmediatamente antes y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marca en protocolos ajenos una presuposición, una solución anticipada y una pregunta demasiado general. Propone una reformulación episódica.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pasó inmediatamente antes y después? ¿Qué decisión tomó y con qué información?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parejas, una persona relata un episodio cotidiano durante tres minutos. La otra sólo puede usar sondas de secuencia, decisión, excepción, artefacto y consecuencia. Luego intercambian roles y registran qué pregunta abrió evidencia nueva.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tomó y con qué información? ¿Qué artefacto consultó o modificó?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distinguir opinión general, incidente crítico, sonda y cadena de inferencia mediante fragmentos producidos en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artefacto consultó o modificó? ¿Recuerda un caso en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tríos se distribuyen entrevistador, participante y observador de sesgo. La persona participante recibe un rol de Recepción o Housekeeping. El observador registra interrupciones, reformulaciones, silencios y saltos interpretativos.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¿Recuerda un caso en que no ocurrió? ¿Qué condición haría difícil decir esto frente a otra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introducir un artefacto que contradice parte del relato. El entrevistador debe explorar la diferencia sin interrogar ni decidir cuál fuente miente. El equipo registra condiciones, tiempos y significados alternativos.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condición haría difícil decir esto frente a otra persona? ¿Qué parte es cita y qué parte es interpretación del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repite el episodio, pero ahora Dirección está presente o la grabación será compartida. El equipo identifica qué cambia en lo decible y rediseña canal, consentimiento y muestra.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parte es cita y qué parte es interpretación del equipo? ¿Podría reconstruir la última vez que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produce una cadena: fragmento, episodio reconstruido, interpretación, hipótesis rival, evidencia adicional y decisión afectada. Otro equipo intenta localizar un salto no justificado.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¿Podría reconstruir la última vez que ocurrió? ¿Qué pasó inmediatamente antes y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conserva una diferencia entre lo dicho y lo que sería necesario observar en N08. Registra además una pregunta que retiró del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pasó inmediatamente antes y después? ¿Qué decisión tomó y con qué información?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protocolo probado, un registro trazable de episodio y una afirmación contrastable que conserva fuente, incertidumbre y explicación rival.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3cca9131b4d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4ae7bad64494f" /><Relationship Type="http://schemas.openxmlformats.org/officeDocument/2006/relationships/slideLayout" Target="/ppt/slideLayouts/slideLayout1.xml" Id="R1d8ca0b9544c4c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8ca0b9544c4c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a40abdcf459b" /><Relationship Type="http://schemas.openxmlformats.org/officeDocument/2006/relationships/notesSlide" Target="/ppt/notesSlides/notesSlide1.xml" Id="Rd1a74e9af17f44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2bb67941f4586" /><Relationship Type="http://schemas.openxmlformats.org/officeDocument/2006/relationships/notesSlide" Target="/ppt/notesSlides/notesSlide2.xml" Id="R1d1897d693cc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a8a2babf34b9a" /><Relationship Type="http://schemas.openxmlformats.org/officeDocument/2006/relationships/notesSlide" Target="/ppt/notesSlides/notesSlide3.xml" Id="R32a49653c036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502aa2b1e4847" /><Relationship Type="http://schemas.openxmlformats.org/officeDocument/2006/relationships/notesSlide" Target="/ppt/notesSlides/notesSlide4.xml" Id="R5a3523384ead49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299dd677b47a9" /><Relationship Type="http://schemas.openxmlformats.org/officeDocument/2006/relationships/notesSlide" Target="/ppt/notesSlides/notesSlide5.xml" Id="R63e6e4947ad0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3a07982d4466c" /><Relationship Type="http://schemas.openxmlformats.org/officeDocument/2006/relationships/notesSlide" Target="/ppt/notesSlides/notesSlide6.xml" Id="Rdb9a7087243140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e02eba1e94d32" /><Relationship Type="http://schemas.openxmlformats.org/officeDocument/2006/relationships/notesSlide" Target="/ppt/notesSlides/notesSlide7.xml" Id="Raf1b1a92235240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e20fe7cb14c42" /><Relationship Type="http://schemas.openxmlformats.org/officeDocument/2006/relationships/notesSlide" Target="/ppt/notesSlides/notesSlide8.xml" Id="R7bfcc590e5c941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ba53cd44b4d38" /><Relationship Type="http://schemas.openxmlformats.org/officeDocument/2006/relationships/notesSlide" Target="/ppt/notesSlides/notesSlide9.xml" Id="R509a9e5755084d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7aa04332a4829" /><Relationship Type="http://schemas.openxmlformats.org/officeDocument/2006/relationships/notesSlide" Target="/ppt/notesSlides/notesSlide10.xml" Id="Rd9f239fc89b740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C4343-2519-46AC-8976-1B6A758A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4F5DF-E671-4EC8-AE7D-9BD77F27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AC1F7-F642-4943-80E7-987093B5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6EC50-2891-49BB-92EF-191117ED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EE49D-BA37-485C-8365-BC55533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39E90-B67A-4BE1-989B-8638641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31392-B409-43BF-AEE2-3151D01B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5B4D7-56C6-4F50-A6A4-D7D643B9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8956A-32CD-4F20-8AB4-52B380DF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Entrevistar no es pedir requisitos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F01E2-9E9B-46FF-960C-9C6F773A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producir evidencia sobre trabajo, decisiones y necesidades sin convertir preferencias declaradas en especificaciones?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37F72-EDD3-464B-A398-B5E8DCDC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5318F-418F-4E3A-86F3-CECFC2E9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306138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34469-1B2B-48FE-BC36-B5269ECC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738A6-75C9-4A3B-9D21-2159A85A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18181-1663-4B85-B70D-BAF4691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CEAFB-B0DF-4713-B834-4E2A3DD4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A094A-3D12-49BD-A5FE-15738AEC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A228F-DFDD-4633-9FBA-5E0B1B0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21853-E8FF-4FB8-89D0-C65F60B4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946E8-DCDA-4064-9DCD-C6C50E8F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Detector de preguntas que fabrican respuestas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3AC4E-489E-4EB0-BE89-2784910A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613A6-F8AD-4055-A7BF-D08B055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E9187-8DE1-4D49-A82B-7F474538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marca en protocolos ajenos una presuposición, una solución anticipada y una pregunta demasiado general. Propone una reformulación episódica.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36107-14F1-4E18-BCC6-444E2A7E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D0D1C-E2DC-4464-B542-C30548FC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89793-50A2-4E9F-BF18-693F3E00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D3AE6-341C-43A0-9B6E-7CD7BC2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1862A-79F1-422F-8BA7-CED59E1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76B97-2BDE-4D74-835E-8EDCCFE5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CE783-F184-44E1-B920-2DE15888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BA39E-A13B-409D-A020-66631615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6067F-B47A-4488-940C-C4C29E0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FEC67-15B2-4F22-927B-D1B30FB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39099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603DC-79C9-4A0D-BCC8-C68F24B7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19B8B-457A-4658-8E2D-E5A3F81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C67DD-F2BC-4941-AC52-7181862A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79C84-4BB2-41AC-B9E3-C8B29A2A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D4A67-8516-4656-959B-091E1F8C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1A8A-38FF-4E74-A158-937617D0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0EF30-0BF2-4466-BA23-855F198C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7235F-B382-4AF8-957D-199C16C8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sondas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0A4BE-AD11-46C6-B464-CD52B5A1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DB97D-AD61-4961-B55D-E6D9FED7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2DA45-7AF5-440E-A380-9D0CB755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3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 parejas, una persona relata un episodio cotidiano durante tres minutos. La otra sólo puede usar sondas de secuencia, decisión, excepción, artefacto y consecuencia. Luego intercambian roles y registran qué pregunta abrió evidencia nueva.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C92A6-0264-4C32-A675-031A673F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E0078-2C85-430E-9E4C-E85DFC8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27DE9-8488-4837-9523-D9D0AB18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733D8-E2D9-498B-9E56-C733CDE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76DF8-17C6-4A95-ABF4-2354F9C8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0EF21-8DA0-401C-9009-3B2DE0EE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8E293-516E-46F6-93F4-4397F35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8A596-2406-4FD1-B551-0F5A91BF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7E218-9AC7-4DCB-AB84-49B2DE72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50C59-CC6D-4DA1-B423-2BDA013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90137-A34E-4A04-84EE-A3439C89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D2D44-904B-42F0-9681-2AF1891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011887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79478-F040-491F-914B-D16C316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2599A-BDDE-4EFA-893D-82A9E6A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F5EAF-58E3-4908-B83B-EA6D15B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F5EDA-7229-42E3-A6A3-1DB4719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481BA-143F-4B75-958F-AD03BED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53F5C-4647-40BF-95C2-61778283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FDE43-6B41-4A0B-A6CB-B502C08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F2DA9-7A3C-44D4-8925-A0EAB7A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E8F17-F7DC-4619-914D-8F517B7A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0588E-9D3A-442C-91F4-D3100427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6A4B3-CFA2-43A4-B9BD-15D090E0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opinión general, incidente crítico, sonda y cadena de inferencia mediante fragmentos producidos en el laboratorio.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3E551-86F8-4E1F-BE4D-62408C98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480BD-C886-4FB3-ABFA-C107D12A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C2F2C-A6FB-4E3E-9467-AAAC275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BCF60-81E6-42C4-B6A2-0DD6DB95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B1CF2-A75A-4F9D-8DA8-E9A58709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50D8D-CE3B-48C2-8D84-49D9B439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951633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B02D9-6C7E-4266-8785-BB54412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E4A6E-E1CA-4ACE-A452-CF63B192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A974B-F1CE-4AD0-8DDC-94C7444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BBF37-E8CA-4006-8B0E-D96F88A9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F5653-C31C-490D-A2E0-342889A3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ED8AB-6ED4-4433-959B-1EC692FB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E0BF8-8EE7-4ECA-85A3-F070D5B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92AEC-A7DB-4ED3-9351-2047113B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entrevista HH-07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D240C-DC72-4CB4-BCAB-E683843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F1565-303A-49DE-B840-57B282D4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7C6C3-466C-447C-8387-4F3A7D2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 tríos se distribuyen entrevistador, participante y observador de sesgo. La persona participante recibe un rol de Recepción o Housekeeping. El observador registra interrupciones, reformulaciones, silencios y saltos interpretativos.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1CF99-D5C3-4053-93E1-71A55712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2322B-C93F-488E-8697-8056E753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039E7-D238-426F-A118-0659002A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C4FDD-2AF6-4DAD-9CEB-6E1B97A0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77649-90B0-411D-A11F-3DD6318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21238-F112-421D-BFB2-CB12CEC9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0CE94-0DF1-45F1-9515-3A2AE525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5F3A3-F385-4859-907F-73C0F4E8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E41C5-02F8-423A-8EC4-C7801F9E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DC554-2B44-47B9-86BF-2B06A2A2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34A33-F0B2-45B7-AE43-28711C31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5D7EB-4DF5-45F7-8D5C-880EEA58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76823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44A3F-4473-42B5-B34F-1FD2CDC2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8133B-7020-4AB7-A21F-FC3F591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5374F-D9DE-487A-BC12-0901541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240DA-B81B-4DCE-A810-1F030A6B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1E226-5636-4E4E-AF1A-B0456005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917EE-E1FA-47EF-9D76-7718DCD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7BEBC-0A9B-4A44-88C1-0468C2B4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B99C1-4BB9-4461-85AA-65CFDF3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Reproducción adversa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D9273-C96A-4B56-802C-ADA2594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4A83D-C008-4733-BB27-85E84FE9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CC698-EFBB-44E3-958A-E2D23C9B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25176-DB9F-43B9-83D2-68CDF27C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59513-5E4C-431C-AC86-57D4F6C7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Condición de poder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24C4D-77FF-4165-B4E2-19E5D76B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El docente introduce un artefacto que contradice parte del relato. El entrevistador debe explorar la diferencia sin interrogar ni decidir cuál fuente miente. El equipo registra condiciones, tiempos y significados alternativos.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2A40B-A732-406C-81E2-E230BAF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4CE44-7A89-4F0C-B727-C458F642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997121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A463D-0F97-4BF9-9ACA-BB90F88A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DE701-7534-48DC-867A-439100EF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3EC46-2E1B-4B20-BEAD-461241EE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D73BE-4F30-4285-981F-52D8E58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0909B-A9A2-46E5-B73F-3091F5C7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F0097-3900-4E17-9DC1-87EBBB7B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0D083-8A6D-4A42-BCBC-2AB9C298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E7CD3-F834-49D6-A510-4EDB2E58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Segunda entrevista con condición de poder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89716-AAC6-4E08-A51B-27D9E3D3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8B58B-7896-4310-9609-CC0B857F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43895-E16C-4E4A-A6DA-CD7B5D3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21D7E-3EB3-4C7A-893F-105FE99B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81718-EAED-4A17-9C5E-8EAD5935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repite el episodio, pero ahora Dirección está presente o la grabación será compartida. El equipo identifica qué cambia en lo decible y rediseña canal, consentimiento y muestra.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D1D16-EF44-4BC6-B495-1CAC4073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433580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60C7D-5C14-4327-8C88-B34AFAF2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DC97E-C713-45BF-821C-CB377BD9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D6E5E-A4CA-45C2-9580-7534DB3C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7A239-8062-4D05-92F9-0D9B8AC6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2E4FF-5896-475A-837C-9DF4A90F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3C195-FE92-4C85-BA08-B847158F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3972-1120-4C21-8044-1241A9CF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696EF-98EF-466A-B2D7-C0752A07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 relato a afirmación trazable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6DEE0-879F-4CCF-921D-AA3BB4D6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551E2-5A3E-4DE9-9512-C161DA51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C3ED0-6A38-4E83-BBBA-598B4EF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produce una cadena: fragmento, episodio reconstruido, interpretación, hipótesis rival, evidencia adicional y decisión afectada. Otro equipo intenta localizar un salto no justificado.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FF385-EB9D-411D-928A-FBA0DD1D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65FE2-D1AE-4DCD-9C35-1E124BA3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152C6-C2C9-42A9-A64F-6E5F34CE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2364B-6B09-4458-BC94-CCE9B57B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356A5-40F3-4751-B912-6C3A7D2E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83C80-4E6F-47B1-9B42-E198E43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DA3A0-F1F0-4163-BD7F-B8D591BC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0B898-0DEE-447A-A2E0-E4B56C94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935DB-472E-45EB-B2AF-7691CEF6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0DDB7-1B9F-4A72-8DE1-5774F71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4D80A-038C-40F9-8EB0-7DE72D1D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9225E-D7F6-4A59-B5B9-CF59464E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71218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97F24-A5FA-4863-A8A2-FCC74861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4F2CC-A12B-47C7-A841-DE8F80AD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5D0FD-0088-4B02-A902-03C30D5A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AB3A5-9FF3-4533-B666-F4EB061D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7DD26-82F2-4A69-8059-BF290C1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B793D-6B00-4AF3-9712-CC449D0F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D815D-1427-4242-9D2E-D98A6D9F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22605-2C60-4729-8673-1A5E042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0A4C5-E79F-480C-B45E-49D9082F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5B0E3-5B12-4EA5-ADC4-710C256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DD335-F270-4424-B552-34919996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conserva una diferencia entre lo dicho y lo que sería necesario observar en N08. Registra además una pregunta que retiró del protocolo.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8A642-8A73-46F6-9183-E474C0B8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C4503-E56B-46B8-BC8B-E3CA284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34631-A912-4698-9FB8-1C8ED04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C07DE-7B4F-4056-BA70-9BB9DC66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9605C-4987-4850-9969-DB151EC2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356D9-5168-43C7-B8E0-E4C7CB14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C8368-1B99-439A-AF8E-00ED047C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0C260-A515-4CEC-AC94-42A2A6A3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C41DD-9759-422B-8502-E370BCE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879ED-F861-435B-AE76-0AD2A4A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D10C4-8DE0-453B-8B93-5FBDE77B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DA573-8A00-4DC3-B421-8E170D17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31031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11CEB-92DD-47E5-8E79-36E7FC1A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C4C16-7E38-4FDF-8BA9-332A315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N07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92E8-4724-4001-B1E0-927F6B8A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AC872-86C7-4511-8678-B06ADEB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26E11-2D19-4E83-AC33-6B12879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07D0-AA40-49F4-A5B4-352CAED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7C582-1897-4742-A244-FB351BED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BD588-A360-40EB-93EE-7BF26B8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F058C-DA0E-42FB-A3B7-35387CA2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C1336-1995-488B-A30C-046FFE08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D56BF-73FC-40FE-B5CD-03CC192A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F0AFA-DF65-4769-8E36-280AE409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9C7AD-A427-4E16-8302-974229B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3C651-CE04-4DA8-98CD-E588901A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B9C70-2462-45F7-AFAC-58C3C76D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protocolo probado, un registro trazable de episodio y una afirmación contrastable que conserva fuente, incertidumbre y explicación rival.</a:t>
            </a:r>
          </a:p>
        </p:txBody>
      </p:sp>
    </p:spTree>
    <p:extLst>
      <p:ext uri="{BB962C8B-B14F-4D97-AF65-F5344CB8AC3E}">
        <p14:creationId xmlns:p14="http://schemas.microsoft.com/office/powerpoint/2010/main" val="1301150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2026-09-15T15:46:50.7490000Z</dcterms:created>
  <dcterms:modified xsi:type="dcterms:W3CDTF">2026-09-15T15:46:50.7490000Z</dcterms:modified>
</coreProperties>
</file>