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5cb9666e3a41ec" /><Relationship Type="http://schemas.openxmlformats.org/officeDocument/2006/relationships/extended-properties" Target="/docProps/app.xml" Id="Rc3cb17da7fe44520" /><Relationship Type="http://schemas.openxmlformats.org/officeDocument/2006/relationships/officeDocument" Target="/ppt/presentation.xml" Id="R72dded7bcf814a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21927cb6c64c9d"/>
  </p:sldMasterIdLst>
  <p:notesMasterIdLst>
    <p:notesMasterId xmlns:r="http://schemas.openxmlformats.org/officeDocument/2006/relationships" r:id="Rdf86f02d96ef4111"/>
  </p:notesMasterIdLst>
  <p:sldIdLst>
    <p:sldId xmlns:r="http://schemas.openxmlformats.org/officeDocument/2006/relationships" id="256" r:id="R9b9be88203e143d7"/>
    <p:sldId xmlns:r="http://schemas.openxmlformats.org/officeDocument/2006/relationships" id="257" r:id="Rd32939a5f3e048bb"/>
    <p:sldId xmlns:r="http://schemas.openxmlformats.org/officeDocument/2006/relationships" id="258" r:id="Rdc44f0cdefaa4e1e"/>
    <p:sldId xmlns:r="http://schemas.openxmlformats.org/officeDocument/2006/relationships" id="259" r:id="R340c82b902804bc4"/>
    <p:sldId xmlns:r="http://schemas.openxmlformats.org/officeDocument/2006/relationships" id="260" r:id="R00c7e9c72597425f"/>
    <p:sldId xmlns:r="http://schemas.openxmlformats.org/officeDocument/2006/relationships" id="261" r:id="Rfea171d8f9a945df"/>
    <p:sldId xmlns:r="http://schemas.openxmlformats.org/officeDocument/2006/relationships" id="262" r:id="R3cef875cab114a73"/>
    <p:sldId xmlns:r="http://schemas.openxmlformats.org/officeDocument/2006/relationships" id="263" r:id="R4107e76922124c4f"/>
    <p:sldId xmlns:r="http://schemas.openxmlformats.org/officeDocument/2006/relationships" id="264" r:id="R3aed615c832b49f8"/>
    <p:sldId xmlns:r="http://schemas.openxmlformats.org/officeDocument/2006/relationships" id="265" r:id="R6e46cdafd96643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aec1bd57b6445f" /><Relationship Type="http://schemas.openxmlformats.org/officeDocument/2006/relationships/slideMaster" Target="/ppt/slideMasters/slideMaster1.xml" Id="R1c21927cb6c64c9d" /><Relationship Type="http://schemas.openxmlformats.org/officeDocument/2006/relationships/notesMaster" Target="/ppt/notesMasters/notesMaster1.xml" Id="Rdf86f02d96ef4111" /><Relationship Type="http://schemas.openxmlformats.org/officeDocument/2006/relationships/presProps" Target="/ppt/presProps.xml" Id="Rca61d463069a4a43" /><Relationship Type="http://schemas.openxmlformats.org/officeDocument/2006/relationships/tableStyles" Target="/ppt/tableStyles.xml" Id="R70b5a9ec0fb045b9" /><Relationship Type="http://schemas.openxmlformats.org/officeDocument/2006/relationships/slide" Target="/ppt/slides/slide1.xml" Id="R9b9be88203e143d7" /><Relationship Type="http://schemas.openxmlformats.org/officeDocument/2006/relationships/slide" Target="/ppt/slides/slide2.xml" Id="Rd32939a5f3e048bb" /><Relationship Type="http://schemas.openxmlformats.org/officeDocument/2006/relationships/slide" Target="/ppt/slides/slide3.xml" Id="Rdc44f0cdefaa4e1e" /><Relationship Type="http://schemas.openxmlformats.org/officeDocument/2006/relationships/slide" Target="/ppt/slides/slide4.xml" Id="R340c82b902804bc4" /><Relationship Type="http://schemas.openxmlformats.org/officeDocument/2006/relationships/slide" Target="/ppt/slides/slide5.xml" Id="R00c7e9c72597425f" /><Relationship Type="http://schemas.openxmlformats.org/officeDocument/2006/relationships/slide" Target="/ppt/slides/slide6.xml" Id="Rfea171d8f9a945df" /><Relationship Type="http://schemas.openxmlformats.org/officeDocument/2006/relationships/slide" Target="/ppt/slides/slide7.xml" Id="R3cef875cab114a73" /><Relationship Type="http://schemas.openxmlformats.org/officeDocument/2006/relationships/slide" Target="/ppt/slides/slide8.xml" Id="R4107e76922124c4f" /><Relationship Type="http://schemas.openxmlformats.org/officeDocument/2006/relationships/slide" Target="/ppt/slides/slide9.xml" Id="R3aed615c832b49f8" /><Relationship Type="http://schemas.openxmlformats.org/officeDocument/2006/relationships/slide" Target="/ppt/slides/slide10.xml" Id="R6e46cdafd96643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50fab369b045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1b6d3b559046e2" /><Relationship Type="http://schemas.openxmlformats.org/officeDocument/2006/relationships/notesMaster" Target="/ppt/notesMasters/notesMaster1.xml" Id="R12e4e7ee023d4f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631c06e46948a3" /><Relationship Type="http://schemas.openxmlformats.org/officeDocument/2006/relationships/notesMaster" Target="/ppt/notesMasters/notesMaster1.xml" Id="R97e1f74712a749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a487df3ed04610" /><Relationship Type="http://schemas.openxmlformats.org/officeDocument/2006/relationships/notesMaster" Target="/ppt/notesMasters/notesMaster1.xml" Id="R4313720aca1a46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9e0d459817486e" /><Relationship Type="http://schemas.openxmlformats.org/officeDocument/2006/relationships/notesMaster" Target="/ppt/notesMasters/notesMaster1.xml" Id="R6d2dcc104c7c47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bcea7c1abe4b20" /><Relationship Type="http://schemas.openxmlformats.org/officeDocument/2006/relationships/notesMaster" Target="/ppt/notesMasters/notesMaster1.xml" Id="Rbf5c6b1639de47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80627a1d074a49" /><Relationship Type="http://schemas.openxmlformats.org/officeDocument/2006/relationships/notesMaster" Target="/ppt/notesMasters/notesMaster1.xml" Id="R43a66f49bc264b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c54a9fa9da4a0a" /><Relationship Type="http://schemas.openxmlformats.org/officeDocument/2006/relationships/notesMaster" Target="/ppt/notesMasters/notesMaster1.xml" Id="R3c93717dae264b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24007f68654d98" /><Relationship Type="http://schemas.openxmlformats.org/officeDocument/2006/relationships/notesMaster" Target="/ppt/notesMasters/notesMaster1.xml" Id="Rd1f5d5d22f2646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f1886227814d53" /><Relationship Type="http://schemas.openxmlformats.org/officeDocument/2006/relationships/notesMaster" Target="/ppt/notesMasters/notesMaster1.xml" Id="R203b2f8f4bb34f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d55c5838c3420e" /><Relationship Type="http://schemas.openxmlformats.org/officeDocument/2006/relationships/notesMaster" Target="/ppt/notesMasters/notesMaster1.xml" Id="R975a98cd6f8a40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pregunta habitual para relevar requisitos.</a:t>
            </a:r>
          </a:p>
          <a:p xmlns:a="http://schemas.openxmlformats.org/drawingml/2006/main">
            <a:r>
              <a:t>Señal para avanzar: Hay presuposiciones que pueden examinarse.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¿Podría reconstruir la última vez que ocurrió?</a:t>
            </a:r>
          </a:p>
          <a:p xmlns:a="http://schemas.openxmlformats.org/drawingml/2006/main">
            <a:r>
              <a:t>• ¿Qué pasó inmediatamente antes y después?</a:t>
            </a:r>
          </a:p>
          <a:p xmlns:a="http://schemas.openxmlformats.org/drawingml/2006/main">
            <a:r>
              <a:t>• ¿Qué decisión tomó y con qué información?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cierres prematuros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Marcar solución anticipada, generalización e inducción.</a:t>
            </a:r>
          </a:p>
          <a:p xmlns:a="http://schemas.openxmlformats.org/drawingml/2006/main">
            <a:r>
              <a:t>Señal para avanzar: Cada cierre tiene una reformulación episódica.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pasó inmediatamente antes y después?</a:t>
            </a:r>
          </a:p>
          <a:p xmlns:a="http://schemas.openxmlformats.org/drawingml/2006/main">
            <a:r>
              <a:t>• ¿Qué decisión tomó y con qué información?</a:t>
            </a:r>
          </a:p>
          <a:p xmlns:a="http://schemas.openxmlformats.org/drawingml/2006/main">
            <a:r>
              <a:t>• ¿Qué artefacto consultó o modificó?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Familias de sondas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Usarlas en un relato real, no definirlas en abstracto.</a:t>
            </a:r>
          </a:p>
          <a:p xmlns:a="http://schemas.openxmlformats.org/drawingml/2006/main">
            <a:r>
              <a:t>Señal para avanzar: Una sonda produce detalle de secuencia o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tomó y con qué información?</a:t>
            </a:r>
          </a:p>
          <a:p xmlns:a="http://schemas.openxmlformats.org/drawingml/2006/main">
            <a:r>
              <a:t>• ¿Qué artefacto consultó o modificó?</a:t>
            </a:r>
          </a:p>
          <a:p xmlns:a="http://schemas.openxmlformats.org/drawingml/2006/main">
            <a:r>
              <a:t>• ¿Recuerda un caso en que no ocurrió?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Roles de la primera entrevista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Recordar que el observador no evalúa a la persona entrevistada.</a:t>
            </a:r>
          </a:p>
          <a:p xmlns:a="http://schemas.openxmlformats.org/drawingml/2006/main">
            <a:r>
              <a:t>Señal para avanzar: Se registran intervenciones del entrevistador.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artefacto consultó o modificó?</a:t>
            </a:r>
          </a:p>
          <a:p xmlns:a="http://schemas.openxmlformats.org/drawingml/2006/main">
            <a:r>
              <a:t>• ¿Recuerda un caso en que no ocurrió?</a:t>
            </a:r>
          </a:p>
          <a:p xmlns:a="http://schemas.openxmlformats.org/drawingml/2006/main">
            <a:r>
              <a:t>• ¿Qué condición haría difícil decir esto frente a otra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Artefacto contradictorio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curiosidad por las condiciones, no veredicto.</a:t>
            </a:r>
          </a:p>
          <a:p xmlns:a="http://schemas.openxmlformats.org/drawingml/2006/main">
            <a:r>
              <a:t>Señal para avanzar: Coexisten dos reconstrucciones contrastables.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¿Recuerda un caso en que no ocurrió?</a:t>
            </a:r>
          </a:p>
          <a:p xmlns:a="http://schemas.openxmlformats.org/drawingml/2006/main">
            <a:r>
              <a:t>• ¿Qué condición haría difícil decir esto frente a otra persona?</a:t>
            </a:r>
          </a:p>
          <a:p xmlns:a="http://schemas.openxmlformats.org/drawingml/2006/main">
            <a:r>
              <a:t>• ¿Qué parte es cita y qué parte es interpretación del equipo?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Condición de poder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Cambiar audiencia o uso del registro.</a:t>
            </a:r>
          </a:p>
          <a:p xmlns:a="http://schemas.openxmlformats.org/drawingml/2006/main">
            <a:r>
              <a:t>Señal para avanzar: El grupo reconoce qué deja de poder decirse.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condición haría difícil decir esto frente a otra persona?</a:t>
            </a:r>
          </a:p>
          <a:p xmlns:a="http://schemas.openxmlformats.org/drawingml/2006/main">
            <a:r>
              <a:t>• ¿Qué parte es cita y qué parte es interpretación del equipo?</a:t>
            </a:r>
          </a:p>
          <a:p xmlns:a="http://schemas.openxmlformats.org/drawingml/2006/main">
            <a:r>
              <a:t>• ¿Podría reconstruir la última vez que ocurrió?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Capas de registro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cita, secuencia, interpretación y pregunta.</a:t>
            </a:r>
          </a:p>
          <a:p xmlns:a="http://schemas.openxmlformats.org/drawingml/2006/main">
            <a:r>
              <a:t>Señal para avanzar: La fuente no desaparece en el resumen.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parte es cita y qué parte es interpretación del equipo?</a:t>
            </a:r>
          </a:p>
          <a:p xmlns:a="http://schemas.openxmlformats.org/drawingml/2006/main">
            <a:r>
              <a:t>• ¿Podría reconstruir la última vez que ocurrió?</a:t>
            </a:r>
          </a:p>
          <a:p xmlns:a="http://schemas.openxmlformats.org/drawingml/2006/main">
            <a:r>
              <a:t>• ¿Qué pasó inmediatamente antes y después?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Cadena de inferencia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dónde se salta del relato a la causa.</a:t>
            </a:r>
          </a:p>
          <a:p xmlns:a="http://schemas.openxmlformats.org/drawingml/2006/main">
            <a:r>
              <a:t>Señal para avanzar: Existe una hipótesis rival y evidencia faltante.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¿Podría reconstruir la última vez que ocurrió?</a:t>
            </a:r>
          </a:p>
          <a:p xmlns:a="http://schemas.openxmlformats.org/drawingml/2006/main">
            <a:r>
              <a:t>• ¿Qué pasó inmediatamente antes y después?</a:t>
            </a:r>
          </a:p>
          <a:p xmlns:a="http://schemas.openxmlformats.org/drawingml/2006/main">
            <a:r>
              <a:t>• ¿Qué decisión tomó y con qué información?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Calidad y ética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propósito, consentimiento, protección y devolución.</a:t>
            </a:r>
          </a:p>
          <a:p xmlns:a="http://schemas.openxmlformats.org/drawingml/2006/main">
            <a:r>
              <a:t>Señal para avanzar: El protocolo puede ejecutarse responsablemente.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pasó inmediatamente antes y después?</a:t>
            </a:r>
          </a:p>
          <a:p xmlns:a="http://schemas.openxmlformats.org/drawingml/2006/main">
            <a:r>
              <a:t>• ¿Qué decisión tomó y con qué información?</a:t>
            </a:r>
          </a:p>
          <a:p xmlns:a="http://schemas.openxmlformats.org/drawingml/2006/main">
            <a:r>
              <a:t>• ¿Qué artefacto consultó o modificó?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parte del trabajo no puede conocerse sólo conversando.</a:t>
            </a:r>
          </a:p>
          <a:p xmlns:a="http://schemas.openxmlformats.org/drawingml/2006/main">
            <a:r>
              <a:t>Señal para avanzar: Surge una unidad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tomó y con qué información?</a:t>
            </a:r>
          </a:p>
          <a:p xmlns:a="http://schemas.openxmlformats.org/drawingml/2006/main">
            <a:r>
              <a:t>• ¿Qué artefacto consultó o modificó?</a:t>
            </a:r>
          </a:p>
          <a:p xmlns:a="http://schemas.openxmlformats.org/drawingml/2006/main">
            <a:r>
              <a:t>• ¿Recuerda un caso en que no ocurrió?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protocolo probado, un registro trazable de episodio y una afirmación contrastable que conserva fuente, incertidumbre y explicación 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3dbc7bd1147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96e0a3d6f94050" /><Relationship Type="http://schemas.openxmlformats.org/officeDocument/2006/relationships/slideLayout" Target="/ppt/slideLayouts/slideLayout1.xml" Id="Rac2819215d0747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2819215d0747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71220e65a4e3d" /><Relationship Type="http://schemas.openxmlformats.org/officeDocument/2006/relationships/notesSlide" Target="/ppt/notesSlides/notesSlide1.xml" Id="Re6a9e5a532ad4f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c476133bd486a" /><Relationship Type="http://schemas.openxmlformats.org/officeDocument/2006/relationships/notesSlide" Target="/ppt/notesSlides/notesSlide2.xml" Id="R507bf5f7dab64b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01a563d134f28" /><Relationship Type="http://schemas.openxmlformats.org/officeDocument/2006/relationships/notesSlide" Target="/ppt/notesSlides/notesSlide3.xml" Id="R35d038295b364e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97c2a5a484094" /><Relationship Type="http://schemas.openxmlformats.org/officeDocument/2006/relationships/notesSlide" Target="/ppt/notesSlides/notesSlide4.xml" Id="R4f674b63f83b4e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b216665c34912" /><Relationship Type="http://schemas.openxmlformats.org/officeDocument/2006/relationships/notesSlide" Target="/ppt/notesSlides/notesSlide5.xml" Id="Reb4db333754843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5445fbe614aa8" /><Relationship Type="http://schemas.openxmlformats.org/officeDocument/2006/relationships/notesSlide" Target="/ppt/notesSlides/notesSlide6.xml" Id="R22141cd0212641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6669fead24c29" /><Relationship Type="http://schemas.openxmlformats.org/officeDocument/2006/relationships/notesSlide" Target="/ppt/notesSlides/notesSlide7.xml" Id="R2a0f63ca93e146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1a631e0824f63" /><Relationship Type="http://schemas.openxmlformats.org/officeDocument/2006/relationships/notesSlide" Target="/ppt/notesSlides/notesSlide8.xml" Id="R903d04eb1b774c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fa6e82e964e6d" /><Relationship Type="http://schemas.openxmlformats.org/officeDocument/2006/relationships/notesSlide" Target="/ppt/notesSlides/notesSlide9.xml" Id="Rde9093f4808b4a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44dd65c6443da" /><Relationship Type="http://schemas.openxmlformats.org/officeDocument/2006/relationships/notesSlide" Target="/ppt/notesSlides/notesSlide10.xml" Id="Ra164e98569a740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1C629-BDFE-423F-AB59-0F4BD98C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395A1-3F0C-4099-989F-19AB360D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C59E5-4FC5-4C27-A2E8-72ED9F81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46797-16A5-4569-9536-0A317D60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7675A-1EB4-41E4-8105-30D8D80D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7DD1B-8327-419A-A05D-3C7EFE0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F1E48-27D8-4715-9D1B-12B93FA0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1B715-E501-455F-8D4E-A37923B4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C4CDE-3C03-4521-83A0-4E6529FA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producir evidencia sobre trabajo, decisiones y necesidades sin convertir preferencias declaradas en especificaciones?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898F1-A842-4220-920A-8807955C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21043-7687-417E-BDC6-E0AFD301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5237182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60F1A-A45E-4575-91AF-CA76AF55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895F8-FF80-4B4A-B5DC-92FFFC9B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EEB40-3069-4C2A-8C03-C94B7F84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C94D2-12F7-4EA2-84FD-94BAF1CC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4BC05-3D58-47E2-9C09-623E9F07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4F30F-9B96-44A7-8F37-8FE6F42C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D411F-1010-44FF-852A-A26E1A08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EC73E-F81C-42B8-B590-E9AC5A27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cierres prematuros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95695-9478-4421-919B-E1AE7AA6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4074C-FA67-4ACC-AE9B-D2ED9766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C8372-F100-4D00-81E2-46D8ADCF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DB17B-2BC3-433C-AC00-C91A5350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CEC0D-6F4B-47E1-9302-3BCD6043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1B619-0EB8-48D8-A22C-E5452DC4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D70D3-5F1A-4608-B7A6-E490328D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5756B-C2A3-4C14-B52C-9AF51B30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20B02-C1BB-40F9-8F0F-AEFB228D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CDD0E-FE72-4ADC-AB60-36CC955F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1517656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AA793-EB00-4FFD-8952-0B9BA73D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54BB9-B8F7-4E9F-8DF6-9471D24B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08845-AB31-4371-A409-BA139059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724BB-AE80-4C8C-8883-147C7C18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483A1-AC9B-4155-8F8A-F0BFC6D4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A947C-B79C-4854-A70E-29458102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2FEC2-8FA5-414C-B8A4-DC9838DA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58F1B-6ED2-4BFF-9915-6CD02876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Familias de sondas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59524-745E-4D1F-BC52-6ACD155C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3ABDA-0D83-4DC3-9A84-2CCB441D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94214-90AA-4B9B-8BA7-76EDC43D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0054A-7E98-40CA-A423-8B317FE8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5D259-64A5-45A9-B30B-23623023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73B0E-CD39-4F71-9836-6579DFB2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AA0FC-CEF2-4ABF-87FF-06637B9C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01EBD-62C7-4A9C-A9A3-72600589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9E7EA-34EF-47AF-A8FC-DF67E94E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60B3FE-0D68-4C45-B770-D7B5D805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16377-9FF4-4723-B9C2-CCAA8ADD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A32AF-E499-43A3-867E-8D2FA650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3397903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47EAA-18E2-4096-B9AB-2602C48D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C7918-5AD7-40CA-8217-A2019825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AA456-F1AA-4933-9135-5966346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15B18-3B0B-493D-9DD7-908D9096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D06F7-C6F2-4AD1-A33F-F08CB8E4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B4B6D-F885-4017-9CF1-F648F823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563D2-3449-493E-B00B-4B6EED85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77042-ED63-4EC8-B60B-2A8AABF7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Roles de la primera entrevista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E2852-A233-4231-A7ED-EB8899B9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F27F5-6A57-47B8-A6A6-DC22C4D8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EC792-3DC6-4A35-B14F-11715CB0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0FA06-DE9A-49A6-8A0B-C48DB620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DF218-9B08-46CF-B4FF-399A5A3A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07A57-E1B8-4986-B389-4537CB23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604026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0C1BE-DB58-482A-AE3A-3BBE6DF6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38345-93A1-4870-88D3-EB8CCA2A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E3D68-1809-47CB-AB53-AB2FFC4C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6AB49-BD9A-443B-9DBD-B2415929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525D5-D8FE-4DB0-B386-2AA6A8A5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0B5CC-E412-4B18-8C60-914DB4CB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7C44A-7E23-4220-9657-0C2F155F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E53A2-9C32-4C2B-BF8F-639DA2A8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contradictorio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4E93C-489E-433E-BC2C-149CBF25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393DE-3258-4245-895E-3610AC3F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0FF0D-7191-4F35-BFDD-69965C87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2F107-05EF-4FBB-B312-20479F7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D0EF6-1FB9-4835-8B29-102038EF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C1019-5435-4B62-BB9A-0273E4C9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EE8BE-1D24-4331-9C3D-5D11D2F6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7668D-E11B-4379-84F9-6A31CCFA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86C9F-3117-49E7-8864-2FE15B87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DA1247-F807-4BB0-9022-E41ABEBE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0F2517-AE92-4D96-9490-D0F879DF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44AB28-4827-4F45-8E0D-3971458B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96699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89FDA-A8B7-4C29-A199-13A7F925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EDC50-AB7E-4660-905A-613AEC43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0A903-F1CD-4512-9366-43A4DD76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DC33B-D317-4DE2-82B8-1A839EA9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27237-A5A2-4FDB-8593-ADCAF5A3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F5999-3D13-42C8-A84D-52200A56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CF056-6F59-4742-8814-E0CB46FD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E2E71-381B-43C5-BAB4-7F78666A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Condición de poder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086E9-C48B-4C86-9090-5887E3E6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7B1EB-1E0A-4118-ABF9-4B26F7CD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2971B-C695-4167-8791-B70BFA0E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3B3B4-77E6-4765-A847-4CA77EBB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6BE64-9BDC-4E86-923A-6171E822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6E5DC-7DA4-48FC-AF14-46C150A3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420800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4423D-80F1-41B2-A55F-4434840D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1A7E6-6A47-4305-BF79-043940C4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18E09-7E7D-4E6A-8A46-9C50A82B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61C64-7C12-4329-89BD-9A70C7A3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90101-D320-4DA0-BD9B-34915D7D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43AEB-DD5A-48D7-9CF2-6B1E71D6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A6F5A-AEBF-4F53-AB1A-611C76DA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84691-DF9A-4339-88A3-541C5B33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Capas de registro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26C77-7D79-4FA4-9408-9799EC3B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D2197-38C2-40FF-AE25-7AF59266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7AF03-39D5-4C66-82B9-DB64A22E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1926424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58C5B-FF03-43AD-80DA-21098267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F0D75-A9A2-4E79-A153-59449283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5FFFA-F8E5-45FB-B408-EEFEB9E6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0B017-97FC-4DE2-AD62-029741A8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AD2BA-6495-4716-8B02-BD9C813D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B59A4-479C-4297-B1EF-5ABE4C84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ADA60-1A44-4591-A20D-4EFFFB45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6B2F1-BDBE-4E67-8EA9-9F7CF5C4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Cadena de inferencia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1A3FC-3843-4C59-BFD6-56B73A95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C311E-88FD-4891-A7DC-7AF53B3A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0264D-F11A-42AF-B5BB-2BBC9534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D3CA6-D358-48F9-9268-ECE24FB8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2943F-4B60-455A-9D5C-E476F106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B53BE-FFA4-46E3-A65F-618F5EC7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973FD-3D5A-4C2D-9FE9-798945FC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636A1-931D-4B35-9A56-5F23A33F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5B740-F997-405F-BC1D-F91031BE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383E3-D669-4C9C-B20D-2038A9B8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9E593-4C24-4018-89EF-19F87BA8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4E39C-2BB2-476D-95F5-D706B005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592885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519A4-5F75-474E-90B6-33FB79F5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8136A-5F59-478E-864C-D3B5EE49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E19BA-0260-47F5-BD7D-C8E2FC7B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3BEDC-D521-45EC-B6BF-AF11C4DE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AF597-831E-4377-967D-48C893C6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CB11C-ED72-44AC-9555-8BFB4C3E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61F53-58E9-4B19-BBEE-6ED3E85E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036FF-FD3D-4B13-B682-93FAA8FE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Calidad y ética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DE7DB-C885-42EB-A022-C717FEAD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9EAAF-C887-48D0-AE9E-A127C9FE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DA215-0879-4ACB-8010-42D1D1C9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ABB67-B0BA-4A1F-AE82-C113FB55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2BE9D-74C2-4930-85EC-694F10EF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2AAD9-9901-4923-A0ED-604E8310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BE783-4127-4FE4-8669-6ED9C266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87787-FBF6-4974-8841-B675A3C1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BE603-FE3B-4C5E-B96A-304599F6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1D6C2-47D9-41E8-99F7-BA182D72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9D73C-5FFD-4E90-B070-66449B85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F290D-D370-4AAD-AF44-895D0E83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573351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4B27A-0CF3-4F15-9FB5-AC69FF5A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4AA36-1107-4A97-B266-934EC4BE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21EE5-7A9D-4B62-935A-99E1B10D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4501C-E46A-4F59-B488-299A98A2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9D8F9-2EDB-429C-B8D2-B0E4222F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6EDA3-00A0-42B6-98F9-88291B82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01118-B52B-43F0-92C4-F4A0C983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485DD-BB1B-492F-8C2B-9AF38A5D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D213C-B7F1-49BB-B7A6-93C58A54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D7658-0566-45FD-A667-827E2AC9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30844-04D1-4B27-A8E8-4E785CBA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08281-B2E5-4A05-AFA1-DBF33E80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031041-9DAF-4ED6-97C1-BECF2D1F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71E79-C931-4BF4-BADD-E2E03AD0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8BB7C-1648-4D6A-8A5F-A475FA53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protocolo probado, un registro trazable de episodio y una afirmación contrastable que conserva fuente, incertidumbre y explicación rival.</a:t>
            </a:r>
          </a:p>
        </p:txBody>
      </p:sp>
    </p:spTree>
    <p:extLst>
      <p:ext uri="{BB962C8B-B14F-4D97-AF65-F5344CB8AC3E}">
        <p14:creationId xmlns:p14="http://schemas.microsoft.com/office/powerpoint/2010/main" val="909040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2026-09-12T16:22:50.3450000Z</dcterms:created>
  <dcterms:modified xsi:type="dcterms:W3CDTF">2026-09-12T16:22:50.3450000Z</dcterms:modified>
</coreProperties>
</file>