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970c09d52d4fc7" /><Relationship Type="http://schemas.openxmlformats.org/officeDocument/2006/relationships/extended-properties" Target="/docProps/app.xml" Id="Rf9214129ec1e4123" /><Relationship Type="http://schemas.openxmlformats.org/officeDocument/2006/relationships/officeDocument" Target="/ppt/presentation.xml" Id="R50753ba594d04d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1eacc3de0e4736"/>
  </p:sldMasterIdLst>
  <p:notesMasterIdLst>
    <p:notesMasterId xmlns:r="http://schemas.openxmlformats.org/officeDocument/2006/relationships" r:id="R563c7985eefa466d"/>
  </p:notesMasterIdLst>
  <p:sldIdLst>
    <p:sldId xmlns:r="http://schemas.openxmlformats.org/officeDocument/2006/relationships" id="256" r:id="R176d33728ef74435"/>
    <p:sldId xmlns:r="http://schemas.openxmlformats.org/officeDocument/2006/relationships" id="257" r:id="R4e3dc696e7a44ac9"/>
    <p:sldId xmlns:r="http://schemas.openxmlformats.org/officeDocument/2006/relationships" id="258" r:id="R3911c13a436c45ea"/>
    <p:sldId xmlns:r="http://schemas.openxmlformats.org/officeDocument/2006/relationships" id="259" r:id="R9fe7045fd72e424e"/>
    <p:sldId xmlns:r="http://schemas.openxmlformats.org/officeDocument/2006/relationships" id="260" r:id="R7be51775688943ba"/>
    <p:sldId xmlns:r="http://schemas.openxmlformats.org/officeDocument/2006/relationships" id="261" r:id="Rad5ec28f703f4dd6"/>
    <p:sldId xmlns:r="http://schemas.openxmlformats.org/officeDocument/2006/relationships" id="262" r:id="R835f9fc973f74c2f"/>
    <p:sldId xmlns:r="http://schemas.openxmlformats.org/officeDocument/2006/relationships" id="263" r:id="R7bf13fe905f54086"/>
    <p:sldId xmlns:r="http://schemas.openxmlformats.org/officeDocument/2006/relationships" id="264" r:id="R04644bcf84ff4193"/>
    <p:sldId xmlns:r="http://schemas.openxmlformats.org/officeDocument/2006/relationships" id="265" r:id="R343cd94ff40c47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b57a2acdef4d29" /><Relationship Type="http://schemas.openxmlformats.org/officeDocument/2006/relationships/slideMaster" Target="/ppt/slideMasters/slideMaster1.xml" Id="R271eacc3de0e4736" /><Relationship Type="http://schemas.openxmlformats.org/officeDocument/2006/relationships/notesMaster" Target="/ppt/notesMasters/notesMaster1.xml" Id="R563c7985eefa466d" /><Relationship Type="http://schemas.openxmlformats.org/officeDocument/2006/relationships/presProps" Target="/ppt/presProps.xml" Id="R4feea1c7c6c24545" /><Relationship Type="http://schemas.openxmlformats.org/officeDocument/2006/relationships/tableStyles" Target="/ppt/tableStyles.xml" Id="R43d5567d0b874b67" /><Relationship Type="http://schemas.openxmlformats.org/officeDocument/2006/relationships/slide" Target="/ppt/slides/slide1.xml" Id="R176d33728ef74435" /><Relationship Type="http://schemas.openxmlformats.org/officeDocument/2006/relationships/slide" Target="/ppt/slides/slide2.xml" Id="R4e3dc696e7a44ac9" /><Relationship Type="http://schemas.openxmlformats.org/officeDocument/2006/relationships/slide" Target="/ppt/slides/slide3.xml" Id="R3911c13a436c45ea" /><Relationship Type="http://schemas.openxmlformats.org/officeDocument/2006/relationships/slide" Target="/ppt/slides/slide4.xml" Id="R9fe7045fd72e424e" /><Relationship Type="http://schemas.openxmlformats.org/officeDocument/2006/relationships/slide" Target="/ppt/slides/slide5.xml" Id="R7be51775688943ba" /><Relationship Type="http://schemas.openxmlformats.org/officeDocument/2006/relationships/slide" Target="/ppt/slides/slide6.xml" Id="Rad5ec28f703f4dd6" /><Relationship Type="http://schemas.openxmlformats.org/officeDocument/2006/relationships/slide" Target="/ppt/slides/slide7.xml" Id="R835f9fc973f74c2f" /><Relationship Type="http://schemas.openxmlformats.org/officeDocument/2006/relationships/slide" Target="/ppt/slides/slide8.xml" Id="R7bf13fe905f54086" /><Relationship Type="http://schemas.openxmlformats.org/officeDocument/2006/relationships/slide" Target="/ppt/slides/slide9.xml" Id="R04644bcf84ff4193" /><Relationship Type="http://schemas.openxmlformats.org/officeDocument/2006/relationships/slide" Target="/ppt/slides/slide10.xml" Id="R343cd94ff40c47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26e640a18141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ffe886cbc6407f" /><Relationship Type="http://schemas.openxmlformats.org/officeDocument/2006/relationships/notesMaster" Target="/ppt/notesMasters/notesMaster1.xml" Id="R50fecb3a23f245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7cb317e9204792" /><Relationship Type="http://schemas.openxmlformats.org/officeDocument/2006/relationships/notesMaster" Target="/ppt/notesMasters/notesMaster1.xml" Id="R6fc3bc0c3af846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d010abb4ac4a6c" /><Relationship Type="http://schemas.openxmlformats.org/officeDocument/2006/relationships/notesMaster" Target="/ppt/notesMasters/notesMaster1.xml" Id="R371319a798d342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9fcc1655a240ef" /><Relationship Type="http://schemas.openxmlformats.org/officeDocument/2006/relationships/notesMaster" Target="/ppt/notesMasters/notesMaster1.xml" Id="Ra77d65cd619442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f9e748887b4601" /><Relationship Type="http://schemas.openxmlformats.org/officeDocument/2006/relationships/notesMaster" Target="/ppt/notesMasters/notesMaster1.xml" Id="Rfcbf115b3cba4c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3fadcbe2e44d6a" /><Relationship Type="http://schemas.openxmlformats.org/officeDocument/2006/relationships/notesMaster" Target="/ppt/notesMasters/notesMaster1.xml" Id="R8e81924c0fa144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1a34a666b74dc8" /><Relationship Type="http://schemas.openxmlformats.org/officeDocument/2006/relationships/notesMaster" Target="/ppt/notesMasters/notesMaster1.xml" Id="Rda38cffea66341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a53954bf094f49" /><Relationship Type="http://schemas.openxmlformats.org/officeDocument/2006/relationships/notesMaster" Target="/ppt/notesMasters/notesMaster1.xml" Id="Rcd825aa771ae4c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d288009cb646b4" /><Relationship Type="http://schemas.openxmlformats.org/officeDocument/2006/relationships/notesMaster" Target="/ppt/notesMasters/notesMaster1.xml" Id="Rf20de9bc0da64f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788a1fbdbe42f1" /><Relationship Type="http://schemas.openxmlformats.org/officeDocument/2006/relationships/notesMaster" Target="/ppt/notesMasters/notesMaster1.xml" Id="R4c72376fba5d4b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persiste tras el cierre.</a:t>
            </a:r>
          </a:p>
          <a:p xmlns:a="http://schemas.openxmlformats.org/drawingml/2006/main">
            <a:r>
              <a:t>Señal para avanzar: Aparecen obligaciones, no sólo activos.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termina realmente?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temporal desigual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Corte de cierre · 10 minutos</a:t>
            </a:r>
          </a:p>
          <a:p xmlns:a="http://schemas.openxmlformats.org/drawingml/2006/main">
            <a:r>
              <a:t>El proyecto se declara terminado. Cada equipo separa qué desaparece y qué sigue exigiendo decisiones.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plazo de proyecto y vida de servicio.</a:t>
            </a:r>
          </a:p>
          <a:p xmlns:a="http://schemas.openxmlformats.org/drawingml/2006/main">
            <a:r>
              <a:t>Señal para avanzar: Se reconocen horizontes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Cuatro objetos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Mesa de cuatro objetos · 16 minutos</a:t>
            </a:r>
          </a:p>
          <a:p xmlns:a="http://schemas.openxmlformats.org/drawingml/2006/main">
            <a:r>
              <a:t>Se distribuyen capacidades de Hotel Horizonte entre proyecto, producto, servicio y plataforma, con una justificación por ubicación.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Ubicar valor, promesa y consumidores.</a:t>
            </a:r>
          </a:p>
          <a:p xmlns:a="http://schemas.openxmlformats.org/drawingml/2006/main">
            <a:r>
              <a:t>Señal para avanzar: La clasificación tiene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persistencia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promesa persistente · 14 minutos</a:t>
            </a:r>
          </a:p>
          <a:p xmlns:a="http://schemas.openxmlformats.org/drawingml/2006/main">
            <a:r>
              <a:t>Una reserva falla tres meses después del cierre. Se localiza quién responde, con qué autoridad y presupuesto.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Eliminar la estructura temporal.</a:t>
            </a:r>
          </a:p>
          <a:p xmlns:a="http://schemas.openxmlformats.org/drawingml/2006/main">
            <a:r>
              <a:t>Señal para avanzar: Se ve quién debe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>• ¿Qué evidencia justificaría retirar el objeto?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Ownership real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Auditoría de ownership · 18 minutos</a:t>
            </a:r>
          </a:p>
          <a:p xmlns:a="http://schemas.openxmlformats.org/drawingml/2006/main">
            <a:r>
              <a:t>Los equipos rastrean decisiones, consecuencias y escalamiento. Un nombre sin autoridad se marca como ownership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autoridad, presupuesto y consecuencia.</a:t>
            </a:r>
          </a:p>
          <a:p xmlns:a="http://schemas.openxmlformats.org/drawingml/2006/main">
            <a:r>
              <a:t>Señal para avanzar: Los nombres nominales quedan expuestos.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>• ¿Qué evidencia justificaría retirar el objeto?</a:t>
            </a:r>
          </a:p>
          <a:p xmlns:a="http://schemas.openxmlformats.org/drawingml/2006/main">
            <a:r>
              <a:t>• ¿Qué termina realmente?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Choque de regímenes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Choque de regímenes · 18 minutos</a:t>
            </a:r>
          </a:p>
          <a:p xmlns:a="http://schemas.openxmlformats.org/drawingml/2006/main">
            <a:r>
              <a:t>Finanzas exige fecha de cierre, Operaciones continuidad y terceros estabilidad. Se rediseñan financiación y medidas sin borrar tensiones.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Contrastar cierre, evolución y continuidad.</a:t>
            </a:r>
          </a:p>
          <a:p xmlns:a="http://schemas.openxmlformats.org/drawingml/2006/main">
            <a:r>
              <a:t>Señal para avanzar: Las medidas dejan de ser únicas.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justificaría retirar el objeto?</a:t>
            </a:r>
          </a:p>
          <a:p xmlns:a="http://schemas.openxmlformats.org/drawingml/2006/main">
            <a:r>
              <a:t>• ¿Qué termina realmente?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Ecosistema de plataforma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Externalidad de plataforma · 16 minutos</a:t>
            </a:r>
          </a:p>
          <a:p xmlns:a="http://schemas.openxmlformats.org/drawingml/2006/main">
            <a:r>
              <a:t>Una mejora para Reservas perjudica a Housekeeping y a un proveedor. El mapa incorpora consumidores, reglas y costo desplazado.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efectos sobre consumidores y terceros.</a:t>
            </a:r>
          </a:p>
          <a:p xmlns:a="http://schemas.openxmlformats.org/drawingml/2006/main">
            <a:r>
              <a:t>Señal para avanzar: Se incorpora costo desplazado.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termina realmente?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Falla tardía de HH-21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Consejo de retiro · 20 minutos</a:t>
            </a:r>
          </a:p>
          <a:p xmlns:a="http://schemas.openxmlformats.org/drawingml/2006/main">
            <a:r>
              <a:t>Cada equipo decide qué cerrar, evolucionar, sostener o retirar y prepara transición, evidencia y fecha de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reparación y escalamiento.</a:t>
            </a:r>
          </a:p>
          <a:p xmlns:a="http://schemas.openxmlformats.org/drawingml/2006/main">
            <a:r>
              <a:t>Señal para avanzar: La promesa tiene responsable.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valor y quién recibe el costo?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Consejo de retiro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formula una iniciativa de N22 como hipótesis refutable sobre una obligación prioritaria.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transición y memoria.</a:t>
            </a:r>
          </a:p>
          <a:p xmlns:a="http://schemas.openxmlformats.org/drawingml/2006/main">
            <a:r>
              <a:t>Señal para avanzar: Cerrar no equivale a abandonar.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autoridad acompaña al ownership?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Convertir una apuesta en hipótesis.</a:t>
            </a:r>
          </a:p>
          <a:p xmlns:a="http://schemas.openxmlformats.org/drawingml/2006/main">
            <a:r>
              <a:t>Señal para avanzar: Hay resultado, mecanismo y posible refutación.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que distinga qué termina, qué persiste y quién conserva responsabilidad después de una entrega.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promesa persiste sin equipo de proyecto?</a:t>
            </a:r>
          </a:p>
          <a:p xmlns:a="http://schemas.openxmlformats.org/drawingml/2006/main">
            <a:r>
              <a:t>• ¿Cuándo una capacidad es plataforma?</a:t>
            </a:r>
          </a:p>
          <a:p xmlns:a="http://schemas.openxmlformats.org/drawingml/2006/main">
            <a:r>
              <a:t>• ¿Qué evidencia justificaría retirar el objeto?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objetos y responsabilidades de HH-21 que distingue temporalidad, valor, operación, ecosistema y retiro.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23ae1b2aa4b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27fdc3ff0e4651" /><Relationship Type="http://schemas.openxmlformats.org/officeDocument/2006/relationships/slideLayout" Target="/ppt/slideLayouts/slideLayout1.xml" Id="Rc049e4de80ba42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49e4de80ba42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104c35479470c" /><Relationship Type="http://schemas.openxmlformats.org/officeDocument/2006/relationships/notesSlide" Target="/ppt/notesSlides/notesSlide1.xml" Id="Rc27c122df2384d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d767fee254ebd" /><Relationship Type="http://schemas.openxmlformats.org/officeDocument/2006/relationships/notesSlide" Target="/ppt/notesSlides/notesSlide2.xml" Id="R9378d6f038b64e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177d8d5624688" /><Relationship Type="http://schemas.openxmlformats.org/officeDocument/2006/relationships/notesSlide" Target="/ppt/notesSlides/notesSlide3.xml" Id="Rba1361bc569947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946b253614339" /><Relationship Type="http://schemas.openxmlformats.org/officeDocument/2006/relationships/notesSlide" Target="/ppt/notesSlides/notesSlide4.xml" Id="R3899e50c175b43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624d46fc54108" /><Relationship Type="http://schemas.openxmlformats.org/officeDocument/2006/relationships/notesSlide" Target="/ppt/notesSlides/notesSlide5.xml" Id="Rb92792c4298940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acb401c134a9b" /><Relationship Type="http://schemas.openxmlformats.org/officeDocument/2006/relationships/notesSlide" Target="/ppt/notesSlides/notesSlide6.xml" Id="Re30a2caba90844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1a049bbff4910" /><Relationship Type="http://schemas.openxmlformats.org/officeDocument/2006/relationships/notesSlide" Target="/ppt/notesSlides/notesSlide7.xml" Id="Rada8eef9191241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72380c629433a" /><Relationship Type="http://schemas.openxmlformats.org/officeDocument/2006/relationships/notesSlide" Target="/ppt/notesSlides/notesSlide8.xml" Id="Re4c91fa9508843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e5ee26f354bad" /><Relationship Type="http://schemas.openxmlformats.org/officeDocument/2006/relationships/notesSlide" Target="/ppt/notesSlides/notesSlide9.xml" Id="R4834ff5f058d4d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6b12fbbea4795" /><Relationship Type="http://schemas.openxmlformats.org/officeDocument/2006/relationships/notesSlide" Target="/ppt/notesSlides/notesSlide10.xml" Id="R69a11bd19fb64c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98D6C-8011-4265-B06F-389F0C59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93E1D-29B7-4830-BDB9-79FB5B30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48D05-27CD-4DFA-A104-25F3608B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BDF37-E958-4868-BED8-2A65A563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63D9F-27B3-4CD6-BB9D-A1C83854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7106B-8891-469D-998B-4F86191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541F9-4347-406B-93BA-39390DF8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DF0B5-CCE8-466A-AE62-C076A75E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8DF88-1F74-4FC4-8161-4048F2E7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Proyecto, producto, servicio y plataforma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7B5B6-9E93-4EDD-A586-0B859E28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cambia cuando una iniciativa deja de ser una entrega con fecha de cierre y pasa a ser una capacidad que alguien debe usar, operar, mejorar y compartir?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2CB45-BC0A-40D0-B39E-76F52749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E59AA-0B41-446A-9A37-C277CF6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360426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C9FEF-2D39-49A5-8168-B3034B1A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B5D12-E0BE-435F-8631-91887020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7036A-574B-463D-B82F-F30D79B5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A93DA-8A31-4D6B-AC87-C2386415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25BD8-AE81-43E2-A42F-6AC200EA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AED64-98AE-4967-9372-685258FD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3E383-102E-4D84-821E-5C3996AD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CC954-DA30-4465-8919-74D46B8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Corte de cierre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87F3D-F6B8-4316-BF49-9BDF6377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4B4EB-F476-4551-B87C-0F2D408A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C9FCA-AE00-4B1C-BE3E-A0EF1D65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proyecto se declara terminado. Cada equipo separa qué desaparece y qué sigue exigiendo decisiones.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85FED-AADE-4B86-BBA2-D756432A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D03B5-6D1C-4368-BDE1-AE2C6D0E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BCF02-CB86-473D-BA23-9A9DEC98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B1146-B93F-47F6-AB5B-E03C5E20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F1392-8352-4882-B9C7-E84E9136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375F0-26FB-4DC1-9B10-C4262BD4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2E6B7-33C5-4A50-988A-C7F034DE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C4B2E-E886-4166-A974-98D2CEF1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BCC01-DE29-4034-9FB9-CA1D33F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0936E-BDDF-4F01-8864-F7922172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127412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50D78-3DF7-4A9E-98CA-517F4F96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C4418-FADD-4759-9EDF-590FD947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584E8-CB19-47B8-83DF-2E3F8331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915A3-4C8D-4F49-B7DF-C63B8F5D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DF7E3-6CB5-494E-9253-9B3F8266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C4E66-6FEA-4C80-9959-2F409F38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E4DFC-79AE-4A4B-B903-DA2E72BF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52F6F-74D2-4070-BA40-4C1AAD2F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cuatro objetos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73F51-D913-4323-8150-A62DC53C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BE694-C982-40C4-BCED-3EF8FE23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B57A7-65D9-4909-88A6-FEADE70E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distribuyen capacidades de Hotel Horizonte entre proyecto, producto, servicio y plataforma, con una justificación por ubicación.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412B6-7CF4-44F6-8822-0F61DC76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B1D9A-54DC-4601-A166-9568115B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F5521-3B24-42F4-A3B2-3189F09A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15D16-7DE7-40C8-8B3B-73CAACD0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60424-9538-42B8-8325-54DD69BA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B7463-8FB1-4F7C-80AF-CFF90DB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34DBF-13FA-46A2-8B6D-D62E162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1C3C1-8174-4758-8FCB-6883EA23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8B108-80F2-4D42-BA0E-8A1E7CF6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3A919-6505-4F0C-A1DC-98C117EF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A046D-3D2C-4187-BF7D-E351540D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4C55FD-130F-4FA1-99C2-275CBEDD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462840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2D73E-C13B-414D-9FF7-E7D7CE48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89681-EECF-47E5-8340-F80A480D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69CA6-94B9-47A6-8DA9-FFFC09EC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253D-D374-4ED4-8ABF-BF5C6A86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214F9-EC5F-4E12-BABD-17EC4516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CAAF6-A9EF-487B-999D-ECEB846D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44C87-9ECD-4BED-986C-0B104B5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8330B-EC28-4DA7-954A-F9B032C6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promesa persistente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05402-DDF2-41DE-BC9A-F2FCED7D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A8B28-B335-442D-98D3-3FC3E309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1EDC2-EE72-414B-A78F-7F8578EE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Una reserva falla tres meses después del cierre. Se localiza quién responde, con qué autoridad y presupuesto.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03865-09F1-43F6-B595-9E88E6DB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95FCD-5CAE-4D28-A1DE-E6F2972A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19F9B-4DB9-401E-82A8-6F838F9E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EDB02-F7E3-4788-A063-8670390F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145D8-7488-4874-B456-07384E6F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27E65-FDF5-4210-91D7-CC56CB77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3347032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C0D6E-5F21-4290-B4AA-F4BEBAE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15613-B956-4925-9A88-C6BBC76C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FF1B6-A9A1-421A-939C-CD60EA3C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AD30E-B0BF-46D6-AAB9-F9DFCD74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7E435-70D6-4CB1-8E20-5BC46E30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F609B-8E55-479F-A151-B1E32A1F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94F02-F898-4C2D-9FE7-D712BC22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5A969-C83C-4CB4-8EBA-59FA7EBF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Auditoría de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13AE7-64E7-49A9-A01D-98D89798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FD581-5E04-43DC-A178-B8D165D6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A8CDA-ACBF-4394-B926-57686C9D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rastrean decisiones, consecuencias y escalamiento. Un nombre sin autoridad se marca como ownership nominal.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AFDB1-3477-49FB-AEEB-D0F95900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62E1B-A483-4AE1-BFD7-F6B3A38E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249B6-0701-48B8-B2A5-CE64B8AD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C85C5-A3B2-40B2-8B20-65A78230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0AEFE-CCB1-4C52-8E6C-8547447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4E3DE-1458-44D6-9769-99E626A6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E9648-E9F8-45CE-A19E-CBB541D9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21845-CCE2-49C4-899D-45F03DF3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DA349-2469-4C51-9FEB-FDBA49BB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5AA5E-0428-4FDB-A0B6-C5B7739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1B2906-BFC3-49A3-AE7B-A4A65453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C61AE-DA9A-4D4C-8C4A-9AEBE37F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52446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DD7F0-046E-4D94-9D78-18347386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ACB63-4E64-4DFD-8790-71CA4607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E4696-2694-4302-BDF0-1D75A29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1C93D-F87F-4D93-9D97-A04C0581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31467-D381-4DA8-8ECE-8B2893EE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2409A-8974-4CC4-A341-38EBC98B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DD29F-88ED-4DBA-A3F8-60E8E4B3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36E0D-5CB6-4538-BBEB-9C112175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Choque de regímenes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D3F7D-5C48-4D2B-8991-D8255B96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877F8-CFB8-44C3-8009-3654590D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E0452-71EC-484E-A51C-586D889C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5F84D-BECA-4762-8C29-96CA120B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DBC1E-5CFC-4278-9684-380068D8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Choque de regímenes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94997-07EA-4391-876C-143ED6AB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Finanzas exige fecha de cierre, Operaciones continuidad y terceros estabilidad. Se rediseñan financiación y medidas sin borrar tensiones.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1D8D0-1E8B-41FC-B5C7-587FE074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128CA-8709-486B-92C7-2469A52B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518237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815E4-2C09-42B7-AF17-95FD5D54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A4529-4AC1-4D09-A6ED-5FE4A3B0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E014A-17FC-4DB9-BAF6-B680E265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CE503-1C6F-4344-A136-C89BF330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72B22-EDEB-4657-AA19-AE94D306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07245-2C0F-4A6B-91AC-0F9DD16B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C4805-A436-4B9A-9450-12BFD3C6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8D5B0-9692-4F6F-8D99-E5E63FE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Externalidad de plataforma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D8441-4C2B-4EB4-86A0-C7011692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67D26-057A-4BEA-9120-88FD5A4E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ACB35-7586-4683-9920-207C0226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0DB73-4BAC-4B0C-BF6C-7D09220F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63AC6-E82C-4F24-B1ED-A96034A0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mejora para Reservas perjudica a Housekeeping y a un proveedor. El mapa incorpora consumidores, reglas y costo desplazado.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72BBA-62EC-422C-B475-76AC4C36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811268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01DC7-67B7-465D-B47C-C0A9A3F1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B8F4F-9E7E-4E33-A088-B917097B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E46FD-D42D-49CB-9F03-B031DAD5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F6B05-420E-4ACF-8E47-3B00C80B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CE1FF-74A2-4E00-8999-65D1DDFF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6C1DE-5B00-490D-8762-CA9C131A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F5229-0125-4D76-8C82-586DB55A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1BC38-8483-41C0-86AE-B0F5D951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retiro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9EC59-13CD-469E-A62A-08A70A8B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5E351-9A23-455C-98AE-0B4084A2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A288F-67C5-4036-9EC8-95AEC2F9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decide qué cerrar, evolucionar, sostener o retirar y prepara transición, evidencia y fecha de revisión.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C3FD8-93C3-4BC4-9A24-FD533B61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CFDB1-FD60-4939-A470-8C7A3258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4DF69-4D66-4BEA-A9EB-052921DC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853E4-FA04-4AE6-BA49-8867A1F1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C0141-ED24-48A2-AC7B-15004D63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53455-3AFC-4B8A-B6B8-7C3F7003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C5F8F-056F-4EA6-9031-D5E83FA3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5FE55-B731-419F-9E32-1D87EDD1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2784E-E547-4F14-B439-863C9992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AF7E6-1EA3-4FE8-98F5-00E60662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340DD-FE8A-49BB-BD2C-FA916FED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4DD91-C73B-441B-AEB2-90B295C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23796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5488B-A604-4DCE-AF67-96584C34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2C1A7-F0C0-4561-9571-C2D768C4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BC470-9412-4927-A1F9-72A60E3B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7BE90-B503-4B40-AF0B-1B268202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44ECA-EA28-4920-8AE8-B87D5312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07BAC-AB0B-453E-8A06-7819854A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5674A-881A-49B7-B768-1D1CC450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26A7F-29D9-48B3-8677-C753D615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C2538-8CBE-4C4D-968C-2E6EBA92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59902-9E66-4BAB-831E-2B744C21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64340-73AA-42A1-B97A-616202EC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formula una iniciativa de N22 como hipótesis refutable sobre una obligación prioritaria.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2FB29-69E2-4A92-B985-89A83A4C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02362-2ABF-4C51-A1E9-EA1DA10B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7F543-5D0C-4099-B06F-CD829642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C1CCA-4DB4-4241-8545-89AD87C7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DC4C9-884C-4C85-8E69-86FD7B0D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8FC0D-CA10-4BDD-9BF5-92277EFC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37A09-F4A2-4B6C-8687-964A4D2D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B6481-3C72-44D2-924D-B5809F42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6FB2F-BE65-4B9B-A7A6-D5A3E1B4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4146B-54EC-4946-B6CF-D1F431A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4065D-F4CC-4032-9734-A539BEEC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D915E-0E78-426F-96EC-80438A1A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051368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2CE04-FDC9-4AE8-ACDA-4ACD4423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F27FE-D9E7-4A21-9808-FDD45C9B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E4B9D-FE3D-4930-A5CD-9323F2C7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C6EE1-B0A3-455A-8776-1BB922DA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E48DD-13FE-4BE4-8A61-3ECCE215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6F9F7-5FF8-466A-9506-656F0FCE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58622-5F5E-4A5F-8065-67AF08F0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9BE8-DA8E-4906-A740-AB241EBF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3660D-CBEB-4222-BE02-D0325503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CA837-FEE9-427D-BDC3-312F1BDC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37062-A266-4EB1-A479-50EAC29E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71C14-FCCA-4978-A077-3D5D58D8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3BB4E-75F6-48B8-9096-61FFC345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177F4-5248-4F7B-83E5-D060B56F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469B7-9A1F-44DD-9DA1-4577C1E8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objetos y responsabilidades de HH-21 que distingue temporalidad, valor, operación, ecosistema y retiro.</a:t>
            </a:r>
          </a:p>
        </p:txBody>
      </p:sp>
    </p:spTree>
    <p:extLst>
      <p:ext uri="{BB962C8B-B14F-4D97-AF65-F5344CB8AC3E}">
        <p14:creationId xmlns:p14="http://schemas.microsoft.com/office/powerpoint/2010/main" val="182295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2026-09-14T03:54:37.0360000Z</dcterms:created>
  <dcterms:modified xsi:type="dcterms:W3CDTF">2026-09-14T03:54:37.0360000Z</dcterms:modified>
</coreProperties>
</file>