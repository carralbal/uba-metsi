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2da3d259184aca" /><Relationship Type="http://schemas.openxmlformats.org/officeDocument/2006/relationships/extended-properties" Target="/docProps/app.xml" Id="R7d6664657bb94713" /><Relationship Type="http://schemas.openxmlformats.org/officeDocument/2006/relationships/officeDocument" Target="/ppt/presentation.xml" Id="R44f427d1a49d48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7066699a2943a5"/>
  </p:sldMasterIdLst>
  <p:notesMasterIdLst>
    <p:notesMasterId xmlns:r="http://schemas.openxmlformats.org/officeDocument/2006/relationships" r:id="R2c597676a91b49ee"/>
  </p:notesMasterIdLst>
  <p:sldIdLst>
    <p:sldId xmlns:r="http://schemas.openxmlformats.org/officeDocument/2006/relationships" id="256" r:id="R091a3fd602c84815"/>
    <p:sldId xmlns:r="http://schemas.openxmlformats.org/officeDocument/2006/relationships" id="257" r:id="Rc3379b9f58314ef7"/>
    <p:sldId xmlns:r="http://schemas.openxmlformats.org/officeDocument/2006/relationships" id="258" r:id="Rb6534bf919254954"/>
    <p:sldId xmlns:r="http://schemas.openxmlformats.org/officeDocument/2006/relationships" id="259" r:id="R76c6933766cd451a"/>
    <p:sldId xmlns:r="http://schemas.openxmlformats.org/officeDocument/2006/relationships" id="260" r:id="R5af09435ee164108"/>
    <p:sldId xmlns:r="http://schemas.openxmlformats.org/officeDocument/2006/relationships" id="261" r:id="R7862cef59ab94277"/>
    <p:sldId xmlns:r="http://schemas.openxmlformats.org/officeDocument/2006/relationships" id="262" r:id="R6b5e685c8e554cea"/>
    <p:sldId xmlns:r="http://schemas.openxmlformats.org/officeDocument/2006/relationships" id="263" r:id="R54763ef82b064586"/>
    <p:sldId xmlns:r="http://schemas.openxmlformats.org/officeDocument/2006/relationships" id="264" r:id="R6b36b3e882f34a2b"/>
    <p:sldId xmlns:r="http://schemas.openxmlformats.org/officeDocument/2006/relationships" id="265" r:id="R5f9cfa3fead04f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37016ddbb94d26" /><Relationship Type="http://schemas.openxmlformats.org/officeDocument/2006/relationships/slideMaster" Target="/ppt/slideMasters/slideMaster1.xml" Id="Rd27066699a2943a5" /><Relationship Type="http://schemas.openxmlformats.org/officeDocument/2006/relationships/notesMaster" Target="/ppt/notesMasters/notesMaster1.xml" Id="R2c597676a91b49ee" /><Relationship Type="http://schemas.openxmlformats.org/officeDocument/2006/relationships/presProps" Target="/ppt/presProps.xml" Id="R8084bc4e3d3f4cc4" /><Relationship Type="http://schemas.openxmlformats.org/officeDocument/2006/relationships/tableStyles" Target="/ppt/tableStyles.xml" Id="R9a23977c94bc4a5e" /><Relationship Type="http://schemas.openxmlformats.org/officeDocument/2006/relationships/slide" Target="/ppt/slides/slide1.xml" Id="R091a3fd602c84815" /><Relationship Type="http://schemas.openxmlformats.org/officeDocument/2006/relationships/slide" Target="/ppt/slides/slide2.xml" Id="Rc3379b9f58314ef7" /><Relationship Type="http://schemas.openxmlformats.org/officeDocument/2006/relationships/slide" Target="/ppt/slides/slide3.xml" Id="Rb6534bf919254954" /><Relationship Type="http://schemas.openxmlformats.org/officeDocument/2006/relationships/slide" Target="/ppt/slides/slide4.xml" Id="R76c6933766cd451a" /><Relationship Type="http://schemas.openxmlformats.org/officeDocument/2006/relationships/slide" Target="/ppt/slides/slide5.xml" Id="R5af09435ee164108" /><Relationship Type="http://schemas.openxmlformats.org/officeDocument/2006/relationships/slide" Target="/ppt/slides/slide6.xml" Id="R7862cef59ab94277" /><Relationship Type="http://schemas.openxmlformats.org/officeDocument/2006/relationships/slide" Target="/ppt/slides/slide7.xml" Id="R6b5e685c8e554cea" /><Relationship Type="http://schemas.openxmlformats.org/officeDocument/2006/relationships/slide" Target="/ppt/slides/slide8.xml" Id="R54763ef82b064586" /><Relationship Type="http://schemas.openxmlformats.org/officeDocument/2006/relationships/slide" Target="/ppt/slides/slide9.xml" Id="R6b36b3e882f34a2b" /><Relationship Type="http://schemas.openxmlformats.org/officeDocument/2006/relationships/slide" Target="/ppt/slides/slide10.xml" Id="R5f9cfa3fead04f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ece43d0d184f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8d9eb8b177461a" /><Relationship Type="http://schemas.openxmlformats.org/officeDocument/2006/relationships/notesMaster" Target="/ppt/notesMasters/notesMaster1.xml" Id="R108f19fa737f43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d23d3906144a19" /><Relationship Type="http://schemas.openxmlformats.org/officeDocument/2006/relationships/notesMaster" Target="/ppt/notesMasters/notesMaster1.xml" Id="R80a3b37310f74c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ed2dfb29a5416a" /><Relationship Type="http://schemas.openxmlformats.org/officeDocument/2006/relationships/notesMaster" Target="/ppt/notesMasters/notesMaster1.xml" Id="R3bf11695db4448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104f430369457a" /><Relationship Type="http://schemas.openxmlformats.org/officeDocument/2006/relationships/notesMaster" Target="/ppt/notesMasters/notesMaster1.xml" Id="R652e784ca39a44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0a79535b55456f" /><Relationship Type="http://schemas.openxmlformats.org/officeDocument/2006/relationships/notesMaster" Target="/ppt/notesMasters/notesMaster1.xml" Id="Rdfe2caa088554d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09690437b6419a" /><Relationship Type="http://schemas.openxmlformats.org/officeDocument/2006/relationships/notesMaster" Target="/ppt/notesMasters/notesMaster1.xml" Id="R24d60be0342444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cf0dde3fe04b55" /><Relationship Type="http://schemas.openxmlformats.org/officeDocument/2006/relationships/notesMaster" Target="/ppt/notesMasters/notesMaster1.xml" Id="R5146124e23bf41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b87d4fa554484f" /><Relationship Type="http://schemas.openxmlformats.org/officeDocument/2006/relationships/notesMaster" Target="/ppt/notesMasters/notesMaster1.xml" Id="R415d46abf79b4d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2f9ed3848f4675" /><Relationship Type="http://schemas.openxmlformats.org/officeDocument/2006/relationships/notesMaster" Target="/ppt/notesMasters/notesMaster1.xml" Id="Rdf9360851bdb4b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e0f12d46fa4202" /><Relationship Type="http://schemas.openxmlformats.org/officeDocument/2006/relationships/notesMaster" Target="/ppt/notesMasters/notesMaster1.xml" Id="R748d4bd6e18640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Proyecto, producto, servicio y plataforma.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¿Qué cambia cuando una iniciativa deja de ser una entrega con fecha de cierre y pasa a ser una capacidad que alguien debe usar, operar, mejorar y compartir?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termina realmente? ¿Quién recibe valor y quién recibe el costo?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proyecto se declara terminado. Cada equipo separa qué desaparece y qué sigue exigiendo decisiones.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recibe valor y quién recibe el costo? ¿Qué autoridad acompaña al ownership?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Vamos a distribuir capacidades de Hotel Horizonte entre proyecto, producto, servicio y plataforma, con una justificación por ubicación.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autoridad acompaña al ownership? ¿Qué promesa persiste sin equipo de proyecto?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reserva falla tres meses después del cierre. Se localiza quién responde, con qué autoridad y presupuesto.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14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promesa persiste sin equipo de proyecto? ¿Cuándo una capacidad es plataforma?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rastrean decisiones, consecuencias y escalamiento. Un nombre sin autoridad se marca como ownership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¿Cuándo una capacidad es plataforma? ¿Qué evidencia justificaría retirar el objeto?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Finanzas exige fecha de cierre, Operaciones continuidad y terceros estabilidad. Se rediseñan financiación y medidas sin borrar tensiones.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evidencia justificaría retirar el objeto? ¿Qué termina realmente?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mejora para Reservas perjudica a Housekeeping y a un proveedor. El mapa incorpora consumidores, reglas y costo desplazado.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termina realmente? ¿Quién recibe valor y quién recibe el costo?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decide qué cerrar, evolucionar, sostener o retirar y prepara transición, evidencia y fecha de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recibe valor y quién recibe el costo? ¿Qué autoridad acompaña al ownership?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formula una iniciativa de N22 como hipótesis refutable sobre una obligación prioritaria.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autoridad acompaña al ownership? ¿Qué promesa persiste sin equipo de proyecto?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 mapa de objetos y responsabilidades de HH-21 que distingue temporalidad, valor, operación, ecosistema y retiro.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493e7bd6a43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0b2153d2b04b80" /><Relationship Type="http://schemas.openxmlformats.org/officeDocument/2006/relationships/slideLayout" Target="/ppt/slideLayouts/slideLayout1.xml" Id="Rf2eb7db4a4bc49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eb7db4a4bc49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df8e689c44213" /><Relationship Type="http://schemas.openxmlformats.org/officeDocument/2006/relationships/notesSlide" Target="/ppt/notesSlides/notesSlide1.xml" Id="Rc67cc61d90c645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4f85c91c54f59" /><Relationship Type="http://schemas.openxmlformats.org/officeDocument/2006/relationships/notesSlide" Target="/ppt/notesSlides/notesSlide2.xml" Id="Rbfe74fa5551a4a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d582749c4406c" /><Relationship Type="http://schemas.openxmlformats.org/officeDocument/2006/relationships/notesSlide" Target="/ppt/notesSlides/notesSlide3.xml" Id="R0c89cddbb37b42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249966b8c493e" /><Relationship Type="http://schemas.openxmlformats.org/officeDocument/2006/relationships/notesSlide" Target="/ppt/notesSlides/notesSlide4.xml" Id="Rf9e1ee83b6f244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554ba51a542d2" /><Relationship Type="http://schemas.openxmlformats.org/officeDocument/2006/relationships/notesSlide" Target="/ppt/notesSlides/notesSlide5.xml" Id="R0da8042f80b84d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ad29c8dda4ced" /><Relationship Type="http://schemas.openxmlformats.org/officeDocument/2006/relationships/notesSlide" Target="/ppt/notesSlides/notesSlide6.xml" Id="Ra9bb5b890ab84c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ae96d0f8a403e" /><Relationship Type="http://schemas.openxmlformats.org/officeDocument/2006/relationships/notesSlide" Target="/ppt/notesSlides/notesSlide7.xml" Id="Rf0ad5fa6d71947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9f361903b4a4c" /><Relationship Type="http://schemas.openxmlformats.org/officeDocument/2006/relationships/notesSlide" Target="/ppt/notesSlides/notesSlide8.xml" Id="R95f30a24390249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af43027704928" /><Relationship Type="http://schemas.openxmlformats.org/officeDocument/2006/relationships/notesSlide" Target="/ppt/notesSlides/notesSlide9.xml" Id="R0a964df90b0d46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e1fc4b4b24b76" /><Relationship Type="http://schemas.openxmlformats.org/officeDocument/2006/relationships/notesSlide" Target="/ppt/notesSlides/notesSlide10.xml" Id="Rf515c1ad220b42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157A9-BADB-4BB8-88D7-91E3A48F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C551C-F4A9-4417-928F-A365DB58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9D629-C01C-4470-83E5-0A43854A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C0F82-9109-4186-A53C-DA12B828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69AA2-F94D-4F1D-949B-1A62D094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5CF7F-F6BC-4A0B-B844-63D68447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9093C-A5B1-49D5-A2B3-329D17AD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F2E23-B391-40DF-B606-32C720E7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41C6C-556C-43EF-958B-72558380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Proyecto, producto, servicio y plataforma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A0994-AE6E-45B7-A53B-BE91D420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cambia cuando una iniciativa deja de ser una entrega con fecha de cierre y pasa a ser una capacidad que alguien debe usar, operar, mejorar y compartir?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79AF6-8C08-41A5-9CD2-A0563EA8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796C9-5371-4937-B496-0F15432F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648121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6E367F-CC60-4525-B21F-4611DBF0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4CADA-8CEA-4725-9791-07E30EE9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0C4A3-5234-4370-8292-4D6D63A1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EABAD-94E3-4593-A25C-A6312E04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3490E-BFDA-4949-9DF9-C0C9E77D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AF84F-31DC-4272-B9DA-1038DA51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402CD-19CA-43A5-8056-0DA91FDA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F5DAA-38BB-4896-B480-73BA5B70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Corte de cierre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B1F6C-2D92-49C5-8978-04B1CE5C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88882-4A32-4342-8DC1-4BCCA586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E5B25-67E9-4771-A672-BF30DF84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proyecto se declara terminado. Cada equipo separa qué desaparece y qué sigue exigiendo decisiones.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04C1C-6E09-4D96-8BB3-6767DC2F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7140E-FBE1-462A-BAB8-975B539F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3B4AA-A9B6-4096-9018-6857755C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9FEF8-C904-4669-8981-8FF59D57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E835C-7AE6-4B70-8365-BCE41FD1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5850B9-6215-4892-8ECC-668451D3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97DE2-54AA-42AB-901C-92BE99C3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F160A4-2C22-4802-9501-D0B0C83C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BBB2F5-BC95-4CB0-B4BE-D5B99E00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C3FC4-EC93-4021-BFF6-B5F55A3D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248025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94D355-0C92-4895-9F13-AEA51176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37C4E-3C4A-4775-A6F8-CF8859CC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08F9B-0152-4618-B1E5-8A02C9F5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0C1DA-0A55-4A12-BFBE-102D6202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AFF9C-AC5D-4D71-A101-2F1C21AF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12DEA-F238-4923-89CC-B96EDD93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91913-6A67-4566-A515-C31F2951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43647-9038-45E4-A2F2-5C1D6AA0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Mesa de cuatro objetos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9104B-D502-430A-A2EC-B680F827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46C06-F4F9-4FC3-8783-FBEAD6CE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316EA-A583-4D31-9650-2532C961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distribuyen capacidades de Hotel Horizonte entre proyecto, producto, servicio y plataforma, con una justificación por ubicación.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6BBD3-B540-40BD-AD5C-3C5E47AE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3A3B2-8B01-4DC4-B4B2-A89D7AA4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147D9-581D-45C5-BDBF-29957EDE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CBCE7-1AFA-4157-ABC4-72E1BDFA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4FB8A-F801-402B-A5A2-5F9F547C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A2979-7CB2-432D-8703-A3B7C10B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4B669-495D-4403-B0F9-E886F5CA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DEA088-BFCD-48B4-AD73-B473790A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AF5BF9-E2C8-48DA-AB6B-02552EFF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CEE92-4569-4AC3-B0D3-00B645EA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43F2FA-3669-4FD6-8C21-7EF39EE4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BED500-031A-4F48-92B0-E7CD12FA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4045816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D8933-085B-4CFB-A0B2-152FC704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E7DC4-E52B-4E36-89F2-20347DAD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2B996-FA85-4FB0-A576-9D9A9C59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F5143-3254-4DCF-B932-27254D34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D2548-85E1-4FE4-9498-280B676E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5918B-CAB6-4677-80AF-B18E4843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AEF26-DADA-46F2-A4C0-C2434C31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779A5-E3D2-45BC-BD6F-973F1B03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promesa persistente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866F1-26C2-4BE9-8499-C4C56A28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115BB-C701-49EB-839F-9A732333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33A4A-B924-4D6C-961C-F28D6669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Una reserva falla tres meses después del cierre. Se localiza quién responde, con qué autoridad y presupuesto.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9D140-4851-452D-8247-0253C174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B1062-DFD7-4A7D-AAAA-1BC06239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6BD78-A39D-4E58-99F0-9978B073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0571B-C13E-4337-A301-48B6433F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1609F-7444-4120-B154-968F7C9F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2E143-A7E4-4F91-9271-D3B0F131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2544966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D16DBA-D53A-4D73-9FAB-FD34E7D2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F0969-3AD2-46AE-BA0D-E2DFE903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451B8-9C9B-4410-8071-CF36BC28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3E7A3-1E88-4FCC-A111-761D7FCF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F9127-34AB-4F92-BA5C-5997D69A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F394E-8B07-4C58-8874-065646A0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80248-D995-43AC-A107-8EEB8590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1AA61-6D26-4B8E-B4B8-2C68B218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Auditoría de ownership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279C8-3829-4836-BD58-FE85EDBB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E6441-4FE4-4A91-A22C-78975028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40B85-19D5-4E20-A4D3-5D1D0609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rastrean decisiones, consecuencias y escalamiento. Un nombre sin autoridad se marca como ownership nominal.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C25783-CEA3-445D-9504-CF5B8E61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EAE77-3EC5-47FD-B18E-4AA4F9F7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A9E1A-F3B7-4A0F-8A2E-293F4E54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CA0D0-796E-4DEE-A55C-E81433E6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CBBA7-48C7-4848-82F9-00875095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D6E74-FA9E-4C83-9CA5-C3727034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FAF04-86B5-419B-84FA-34CE783C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9EDF5D-7694-4B92-9B63-1E393920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571007-7A04-4668-91BE-91BE6744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51695-685C-4A0E-9BD0-E365C4E8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569A12-39FF-4EEC-A45D-DA390FDB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76A73B-941D-40ED-BD9A-22033C70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485187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3431F-458C-419E-A031-B8717E1D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B685D-238E-4D17-B05E-42F2C12B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4B7E4-FF1D-42A2-91E7-D96B09A3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D11D6-B730-4DEB-B24C-66FDE2A1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FECEE-018B-49E3-AAEA-38A1A58F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40762-6E54-4314-B5ED-8287A0F8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8B807-5F4B-45E2-891F-C2DC0E9A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B7FC2-C4B5-45C5-A841-2E8D9715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Choque de regímenes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F84C1-DF27-4016-92C8-CADBAEA1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3BCE8-32FE-4DDF-9881-3E8C608E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C49AD-69A4-40F8-A3A7-B3FCB1D3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F7974-15D0-461F-BCE1-D2595678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D0A0C-E141-4AE1-B81B-B947C31B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Choque de regímenes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CC97E-DB46-4FC2-BDDE-5ECE35D1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Finanzas exige fecha de cierre, Operaciones continuidad y terceros estabilidad. Se rediseñan financiación y medidas sin borrar tensiones.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6C246-3DB5-4D27-AC3D-08CD2309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CBD89-4A03-4170-9C93-0F24B4FC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3082717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CC3A4-A400-4C82-8CCB-009411FF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2D751-A9A7-4967-AD87-EA6F2939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F9C36-4064-4C81-AA90-4006985B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1F4EB-7BAC-4BC3-8DCC-E766FF18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77E81-69B7-4F8A-B70E-2A4199A5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A0EB2-3121-4B62-8FB7-6A287A76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9D5E7-AB24-4181-AC89-6E43764C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D5B80-B516-4D74-AEDD-38250E08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Externalidad de plataforma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1F681-BC73-4094-9B81-876D9B1A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B431B-F52D-4C1B-BCE0-3C8891F7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3611B-B161-4A5F-BFC1-E90B9155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90AE2-9C67-4305-98D5-BB109931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7CD03-5FA0-4DEF-B561-1F853CD8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Una mejora para Reservas perjudica a Housekeeping y a un proveedor. El mapa incorpora consumidores, reglas y costo desplazado.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9B499-4C04-4AB9-B97F-A720C3DD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20907696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501D3A-5D65-4189-B0B7-C47B5F03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21679-AC60-484B-AB94-018BB356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FE7E0-C66C-4FB9-89F9-E86583E9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0FED9-3D1F-4432-8107-C4DCB56C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BF45A-8583-4B29-A598-A7192FA1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68228-B225-4683-8B58-C3BCFC2D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1BEC0-93FC-4FCE-AB02-4EE84030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509FF-5800-49D1-919D-99865517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Consejo de retiro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7727D-A8E2-484E-AF35-00B32573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A0600-5661-418D-B813-84F3150B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6191B-599C-4389-B388-785E6A4A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decide qué cerrar, evolucionar, sostener o retirar y prepara transición, evidencia y fecha de revisión.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F5A67-6F3F-43A4-A908-1D6E4B68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20C33-AE98-4209-BB96-4F0307BD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CC6DF-CE05-4E0D-828A-4F8D654B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D6BB7-C907-449E-B586-032E31CF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BFEEA-2B09-474F-833E-8C01CBD4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CBE0A5-9830-4D87-835E-E5318D1C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B49B4-4EB6-4C2A-AA26-051E869E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ACB8F-F60A-4DA3-B9EB-F3E15456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B9E405-730B-46E5-A0E1-F40D07DF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661D11-B7B8-481D-B99B-95E97C91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03BE1B-CBFA-4B61-8CCE-1D86EEAC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AA7535-1CC6-40D9-9270-D85FF7E8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036442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4FC716-E49C-4E68-BC7A-31AB3123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57926-3D06-4580-A9C2-F3D3EA73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0DD54-7BD3-4394-9677-DA56ADC6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DC523-E775-459F-973F-9664CF9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4DA4F-13FE-44EB-9D19-EA69569C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AD783-B082-43F0-AE51-D4AD736B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A27D1-971C-4B08-B731-A7DB6B3C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692A6-EBE3-4572-8183-A3FA1893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8BC2A-E1C3-49E8-BDAD-C669C3E2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3D184-E6EE-4FD4-A8C2-0762FF53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2FCF3-6A60-475C-AC4B-AC590DF9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formula una iniciativa de N22 como hipótesis refutable sobre una obligación prioritaria.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309F1-B837-4D54-8382-29E58D7E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5B02B7-D67B-42BF-8BE6-E64075F2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F2071-6E89-4A08-B958-7FFB3AA9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C658C-1720-4E0F-9A19-D426F02E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9D660-8604-4B67-92D9-3BE10D0D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089BD-F77E-4C2E-BC1B-42532898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14D7DD-9C85-4580-BB42-BA5758F0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DE8C7-3DC1-40B8-B8E3-D308FFAF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45FF27-7D00-4418-A539-CBE8235F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B7804F-2B9D-431C-B7BF-F850135E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840817-F53F-48DB-BF1D-9EBA41BF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08B6A0-3A04-4257-86EB-D5D12033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58885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C2CB8-5712-4CFB-8FA5-A56F15FB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EC470-311C-4233-AB63-D96DE243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8008B-37E5-4880-8B5B-6F58B829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CF6A5-44D1-4980-911D-241B06A8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D65A6-6DF0-4347-A297-2A645529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323C9-0FF5-43A7-BCC6-704A511A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A1049-7E32-44CC-9622-CC41FEC6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103D6-F4BE-438E-8F56-8E8071DB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DCD5C-42DD-4863-AF98-DE8900CC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663B5-172F-4640-89A4-4021DA1F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89535-984C-4DFB-8C6D-357656D2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690F5-C5EA-4D53-B6AD-AB013F2D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318BC-D473-4120-B305-BF8A8E30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DA8324-D5D1-4D81-8D26-22528D61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C3683-9A4B-412D-B966-EB0EBBEB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mapa de objetos y responsabilidades de HH-21 que distingue temporalidad, valor, operación, ecosistema y retiro.</a:t>
            </a:r>
          </a:p>
        </p:txBody>
      </p:sp>
    </p:spTree>
    <p:extLst>
      <p:ext uri="{BB962C8B-B14F-4D97-AF65-F5344CB8AC3E}">
        <p14:creationId xmlns:p14="http://schemas.microsoft.com/office/powerpoint/2010/main" val="9682196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2026-09-15T15:47:13.8510000Z</dcterms:created>
  <dcterms:modified xsi:type="dcterms:W3CDTF">2026-09-15T15:47:13.8510000Z</dcterms:modified>
</coreProperties>
</file>