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7e1c2f1b214b14" /><Relationship Type="http://schemas.openxmlformats.org/officeDocument/2006/relationships/extended-properties" Target="/docProps/app.xml" Id="R2986ab4c348e45d2" /><Relationship Type="http://schemas.openxmlformats.org/officeDocument/2006/relationships/officeDocument" Target="/ppt/presentation.xml" Id="R98cb671e7ae24f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2913e67ac84036"/>
  </p:sldMasterIdLst>
  <p:notesMasterIdLst>
    <p:notesMasterId xmlns:r="http://schemas.openxmlformats.org/officeDocument/2006/relationships" r:id="R27864d6d2c4d46e1"/>
  </p:notesMasterIdLst>
  <p:sldIdLst>
    <p:sldId xmlns:r="http://schemas.openxmlformats.org/officeDocument/2006/relationships" id="256" r:id="R37548336e7174e41"/>
    <p:sldId xmlns:r="http://schemas.openxmlformats.org/officeDocument/2006/relationships" id="257" r:id="Ra0fccf909f9040a5"/>
    <p:sldId xmlns:r="http://schemas.openxmlformats.org/officeDocument/2006/relationships" id="258" r:id="R31ed06a04b3647e5"/>
    <p:sldId xmlns:r="http://schemas.openxmlformats.org/officeDocument/2006/relationships" id="259" r:id="R003a15659a214378"/>
    <p:sldId xmlns:r="http://schemas.openxmlformats.org/officeDocument/2006/relationships" id="260" r:id="Rf45fed9b58d940f4"/>
    <p:sldId xmlns:r="http://schemas.openxmlformats.org/officeDocument/2006/relationships" id="261" r:id="Ra0c0d1fa2d6d474d"/>
    <p:sldId xmlns:r="http://schemas.openxmlformats.org/officeDocument/2006/relationships" id="262" r:id="R0d1e56696ca44dab"/>
    <p:sldId xmlns:r="http://schemas.openxmlformats.org/officeDocument/2006/relationships" id="263" r:id="Race2c8b21dce4261"/>
    <p:sldId xmlns:r="http://schemas.openxmlformats.org/officeDocument/2006/relationships" id="264" r:id="R25d98c5836df4295"/>
    <p:sldId xmlns:r="http://schemas.openxmlformats.org/officeDocument/2006/relationships" id="265" r:id="R86dc887bb52f46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50006ab9274ef6" /><Relationship Type="http://schemas.openxmlformats.org/officeDocument/2006/relationships/slideMaster" Target="/ppt/slideMasters/slideMaster1.xml" Id="R8f2913e67ac84036" /><Relationship Type="http://schemas.openxmlformats.org/officeDocument/2006/relationships/notesMaster" Target="/ppt/notesMasters/notesMaster1.xml" Id="R27864d6d2c4d46e1" /><Relationship Type="http://schemas.openxmlformats.org/officeDocument/2006/relationships/presProps" Target="/ppt/presProps.xml" Id="R5c74f8594daa4c54" /><Relationship Type="http://schemas.openxmlformats.org/officeDocument/2006/relationships/tableStyles" Target="/ppt/tableStyles.xml" Id="R22b8ce79ce32414e" /><Relationship Type="http://schemas.openxmlformats.org/officeDocument/2006/relationships/slide" Target="/ppt/slides/slide1.xml" Id="R37548336e7174e41" /><Relationship Type="http://schemas.openxmlformats.org/officeDocument/2006/relationships/slide" Target="/ppt/slides/slide2.xml" Id="Ra0fccf909f9040a5" /><Relationship Type="http://schemas.openxmlformats.org/officeDocument/2006/relationships/slide" Target="/ppt/slides/slide3.xml" Id="R31ed06a04b3647e5" /><Relationship Type="http://schemas.openxmlformats.org/officeDocument/2006/relationships/slide" Target="/ppt/slides/slide4.xml" Id="R003a15659a214378" /><Relationship Type="http://schemas.openxmlformats.org/officeDocument/2006/relationships/slide" Target="/ppt/slides/slide5.xml" Id="Rf45fed9b58d940f4" /><Relationship Type="http://schemas.openxmlformats.org/officeDocument/2006/relationships/slide" Target="/ppt/slides/slide6.xml" Id="Ra0c0d1fa2d6d474d" /><Relationship Type="http://schemas.openxmlformats.org/officeDocument/2006/relationships/slide" Target="/ppt/slides/slide7.xml" Id="R0d1e56696ca44dab" /><Relationship Type="http://schemas.openxmlformats.org/officeDocument/2006/relationships/slide" Target="/ppt/slides/slide8.xml" Id="Race2c8b21dce4261" /><Relationship Type="http://schemas.openxmlformats.org/officeDocument/2006/relationships/slide" Target="/ppt/slides/slide9.xml" Id="R25d98c5836df4295" /><Relationship Type="http://schemas.openxmlformats.org/officeDocument/2006/relationships/slide" Target="/ppt/slides/slide10.xml" Id="R86dc887bb52f46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f461fc8421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b73bacce204b25" /><Relationship Type="http://schemas.openxmlformats.org/officeDocument/2006/relationships/notesMaster" Target="/ppt/notesMasters/notesMaster1.xml" Id="R102ba74eb90146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41760f5709411d" /><Relationship Type="http://schemas.openxmlformats.org/officeDocument/2006/relationships/notesMaster" Target="/ppt/notesMasters/notesMaster1.xml" Id="Rebe371552fa3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1025a41a16400f" /><Relationship Type="http://schemas.openxmlformats.org/officeDocument/2006/relationships/notesMaster" Target="/ppt/notesMasters/notesMaster1.xml" Id="R1435d0d4bb55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4d3d90c139480c" /><Relationship Type="http://schemas.openxmlformats.org/officeDocument/2006/relationships/notesMaster" Target="/ppt/notesMasters/notesMaster1.xml" Id="R7b02b32b62c94f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e5d6a809964998" /><Relationship Type="http://schemas.openxmlformats.org/officeDocument/2006/relationships/notesMaster" Target="/ppt/notesMasters/notesMaster1.xml" Id="R14a0d1230fb54e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ef060d7ef1460c" /><Relationship Type="http://schemas.openxmlformats.org/officeDocument/2006/relationships/notesMaster" Target="/ppt/notesMasters/notesMaster1.xml" Id="R3485590a9e8b4e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f6b59737674d5b" /><Relationship Type="http://schemas.openxmlformats.org/officeDocument/2006/relationships/notesMaster" Target="/ppt/notesMasters/notesMaster1.xml" Id="Rb5d91d530b324c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8f831250ce49cf" /><Relationship Type="http://schemas.openxmlformats.org/officeDocument/2006/relationships/notesMaster" Target="/ppt/notesMasters/notesMaster1.xml" Id="Rd9bbe12cddfe43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cc4aee8dea4f5b" /><Relationship Type="http://schemas.openxmlformats.org/officeDocument/2006/relationships/notesMaster" Target="/ppt/notesMasters/notesMaster1.xml" Id="R1c8f9904a39f41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985ec09a7b4cdd" /><Relationship Type="http://schemas.openxmlformats.org/officeDocument/2006/relationships/notesMaster" Target="/ppt/notesMasters/notesMaster1.xml" Id="Racc0982c478542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persiste tras el cierre.</a:t>
            </a:r>
          </a:p>
          <a:p xmlns:a="http://schemas.openxmlformats.org/drawingml/2006/main">
            <a:r>
              <a:t>Señal para avanzar: Aparecen obligaciones, no sólo activos.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termina realmente?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temporal desigual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plazo de proyecto y vida de servicio.</a:t>
            </a:r>
          </a:p>
          <a:p xmlns:a="http://schemas.openxmlformats.org/drawingml/2006/main">
            <a:r>
              <a:t>Señal para avanzar: Se reconocen horizontes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Cuatro objetos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Ubicar valor, promesa y consumidores.</a:t>
            </a:r>
          </a:p>
          <a:p xmlns:a="http://schemas.openxmlformats.org/drawingml/2006/main">
            <a:r>
              <a:t>Señal para avanzar: La clasificación tiene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persistencia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Eliminar la estructura temporal.</a:t>
            </a:r>
          </a:p>
          <a:p xmlns:a="http://schemas.openxmlformats.org/drawingml/2006/main">
            <a:r>
              <a:t>Señal para avanzar: Se ve quién debe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>• ¿Qué evidencia justificaría retirar el objeto?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Ownership real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autoridad, presupuesto y consecuencia.</a:t>
            </a:r>
          </a:p>
          <a:p xmlns:a="http://schemas.openxmlformats.org/drawingml/2006/main">
            <a:r>
              <a:t>Señal para avanzar: Los nombres nominales quedan expuestos.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>• ¿Qué evidencia justificaría retirar el objeto?</a:t>
            </a:r>
          </a:p>
          <a:p xmlns:a="http://schemas.openxmlformats.org/drawingml/2006/main">
            <a:r>
              <a:t>• ¿Qué termina realmente?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Choque de regímenes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Contrastar cierre, evolución y continuidad.</a:t>
            </a:r>
          </a:p>
          <a:p xmlns:a="http://schemas.openxmlformats.org/drawingml/2006/main">
            <a:r>
              <a:t>Señal para avanzar: Las medidas dejan de ser únicas.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justificaría retirar el objeto?</a:t>
            </a:r>
          </a:p>
          <a:p xmlns:a="http://schemas.openxmlformats.org/drawingml/2006/main">
            <a:r>
              <a:t>• ¿Qué termina realmente?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Ecosistema de plataforma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efectos sobre consumidores y terceros.</a:t>
            </a:r>
          </a:p>
          <a:p xmlns:a="http://schemas.openxmlformats.org/drawingml/2006/main">
            <a:r>
              <a:t>Señal para avanzar: Se incorpora costo desplazado.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termina realmente?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Falla tardía de HH-21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reparación y escalamiento.</a:t>
            </a:r>
          </a:p>
          <a:p xmlns:a="http://schemas.openxmlformats.org/drawingml/2006/main">
            <a:r>
              <a:t>Señal para avanzar: La promesa tiene responsable.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Consejo de retiro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transición y memoria.</a:t>
            </a:r>
          </a:p>
          <a:p xmlns:a="http://schemas.openxmlformats.org/drawingml/2006/main">
            <a:r>
              <a:t>Señal para avanzar: Cerrar no equivale a abandonar.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Convertir una apuesta en hipótesis.</a:t>
            </a:r>
          </a:p>
          <a:p xmlns:a="http://schemas.openxmlformats.org/drawingml/2006/main">
            <a:r>
              <a:t>Señal para avanzar: Hay resultado, mecanismo y posible refutación.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>• ¿Qué evidencia justificaría retirar el objeto?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7d41fe7b34f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4ec8e5159543f6" /><Relationship Type="http://schemas.openxmlformats.org/officeDocument/2006/relationships/slideLayout" Target="/ppt/slideLayouts/slideLayout1.xml" Id="R99d4016e2bd545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d4016e2bd545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d6e919fa14254" /><Relationship Type="http://schemas.openxmlformats.org/officeDocument/2006/relationships/notesSlide" Target="/ppt/notesSlides/notesSlide1.xml" Id="R79a4e1ccce3649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a194dae4e4c4b" /><Relationship Type="http://schemas.openxmlformats.org/officeDocument/2006/relationships/notesSlide" Target="/ppt/notesSlides/notesSlide2.xml" Id="R1d504c81257542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8417dcc584511" /><Relationship Type="http://schemas.openxmlformats.org/officeDocument/2006/relationships/notesSlide" Target="/ppt/notesSlides/notesSlide3.xml" Id="R4ad055c9d29549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10a3af22f478c" /><Relationship Type="http://schemas.openxmlformats.org/officeDocument/2006/relationships/notesSlide" Target="/ppt/notesSlides/notesSlide4.xml" Id="R37c63315d32b4e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d2e3a9e4f4c4a" /><Relationship Type="http://schemas.openxmlformats.org/officeDocument/2006/relationships/notesSlide" Target="/ppt/notesSlides/notesSlide5.xml" Id="R59442e970d8848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6965fcd52402f" /><Relationship Type="http://schemas.openxmlformats.org/officeDocument/2006/relationships/notesSlide" Target="/ppt/notesSlides/notesSlide6.xml" Id="R77d6b9e4037847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c42631f98426d" /><Relationship Type="http://schemas.openxmlformats.org/officeDocument/2006/relationships/notesSlide" Target="/ppt/notesSlides/notesSlide7.xml" Id="Rdd9b6503cdb149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8312c8f6948d0" /><Relationship Type="http://schemas.openxmlformats.org/officeDocument/2006/relationships/notesSlide" Target="/ppt/notesSlides/notesSlide8.xml" Id="Rbd6c1441a40145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8c602a4bc492e" /><Relationship Type="http://schemas.openxmlformats.org/officeDocument/2006/relationships/notesSlide" Target="/ppt/notesSlides/notesSlide9.xml" Id="Rb8193d727cd14b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47fb2fa2f48d6" /><Relationship Type="http://schemas.openxmlformats.org/officeDocument/2006/relationships/notesSlide" Target="/ppt/notesSlides/notesSlide10.xml" Id="Rb2d693c25b8742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620E1-6F40-43D7-8816-C49731FD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8DA17-47AA-483C-8A04-99B0F02E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36B75-771E-499A-B4AD-3391E02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89383-8C42-42BF-A357-BA64FE8B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E810F-6731-4AC9-8C97-EBC34139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9A3DF-D3EF-4836-988B-C4B266E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DA34C-0A14-41ED-9E38-AB6B23D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2CAFE-1B1E-4F70-985E-24CDEEE1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FCF74-E23C-48D4-B3A3-1DC449B9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cambia cuando una iniciativa deja de administrarse como entrega temporal y empieza a gobernarse como capacidad que alguien usa, opera y comparte?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444D6-2CBA-4CBA-A365-09A16AB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25FE4-7AE0-4869-9F7C-1A369632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45941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FAAF4-EF9A-4E3D-939B-45F97382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8C888-4646-4717-8413-20FAD7EB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E9F2A-AD7E-4C90-B8A9-4AB4176D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49567-B63B-47D4-B2EA-5AED446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E9956-2E89-4179-BA2E-C77043CC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20847-484A-41A4-B235-69E35425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B29B0-1276-4E30-B2EB-883EA1ED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6C88B-497E-4EB6-A74C-5B746956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temporal desigual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4AEA4-1A2F-4DB1-9DDE-CBD4C599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2B3F8-F6C4-45F4-B761-4DC2F576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D2608-D5CD-4F10-A5AB-A497CE41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62482-FC62-417B-8E0D-B5D0659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20CD1-0B41-43C4-B361-5FF12A28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FD6DA-78F6-4F10-9D05-EB2BCE35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32E95-EDBA-48F3-B8B3-11850A95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AC9B9-6402-456B-9C74-F6BA1CEF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9AB28-C93C-426E-8141-42AC99EF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2D381-B3A8-4F22-9CA7-BB7D7E30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616833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CCB5A-C40E-48FC-9C07-E45F9624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2315D-4F9D-47A4-BC2B-34A3A3EC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F3628-337B-4D34-86F6-023F3E03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B26B9-9CFB-4BE2-A931-EBC83733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E2298-09CA-4091-A649-DC410421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9721C-A31C-4AB5-B406-EA81C04D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E4CF8-CAFE-4B1D-B4D7-81BD3523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3188D-F661-4907-8F21-0A60A5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Cuatro objetos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47579-6687-4DEB-996B-1C0F03C1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163A5-286F-4070-8344-EB2C8318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27DB2-E4AB-4C47-A87F-971BF836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B6B5B-513A-4C43-88C6-EC8F538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0AED5-9908-43B4-8DE5-587AA24A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AB053-4697-4D39-8A50-D7BF2133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4708F-E223-4D04-821A-F11C03E7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2D6C7-4ED3-43B0-A87A-E1B1A418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FF189-4C3C-45CB-A857-6704EE1B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23EFC-A291-407D-AFC0-70E60C94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56FCE-7AEC-41B9-9E88-30E4B23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98151-F3BB-400F-B6A4-23CDD5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598296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F9AC4-5CE6-48A3-8B6C-347C6FF0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8DD01-E045-4F65-B959-1BB53B69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F20A1-C845-4FB5-A8A9-8B68503B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38414-5A59-4CA9-9B04-D50C2E39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EFEC4-C2A4-4C59-9FBE-563539C2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63B17-3F5B-462D-9488-F7B19FF0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87B94-9C6D-460A-97A9-D7507EF9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94C19-36D4-49A3-8FDA-0C680493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persistencia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58963-6AA3-4C20-860D-76731407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25AC5-8F55-4ACD-80D8-B214A2F7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32586-6C0B-451B-ABE3-86AE052C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CFD82-248B-49DF-9373-F4DF736E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CC854-24E1-4B1F-A26D-EA1666B9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0B74D-8511-4187-AF78-9652F10C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11968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6C0DD-ACB2-4CFB-95E5-3E309865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DB0B4-05D0-4448-86BA-9D398FC1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3A582-F15A-4223-9FE2-E8524A0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F416E-CA0A-46DD-9323-54ED53B3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1C208-A1FB-4753-A584-B431FA89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70C8B-F97E-478E-A13D-64DBDA93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088D3-5C16-4A4D-899A-E6DEF562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CE386-834A-40E7-890E-99ADD82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Ownership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24C8F-C04D-4625-B54E-3478D47D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8B71B-39EB-4BA3-8292-0ECB940A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57590-3F6B-483C-947C-E4B722D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73F0A-90F9-4114-869B-7A0DEC8C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1ABF6-9DA1-46C0-99BD-9D5E4B16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DFDA1-DC9A-4C12-A076-FDE9CB9E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D8F4D-A1BA-4197-A083-280A6E15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A07C1-E93F-40EE-9828-0C3C5B4C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3C8C1-CBFF-4A51-90DB-C253F01D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11A10-FE7C-41F6-A6F2-194D2D6A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11284-ED6C-4FF2-9BBE-CD1FAA5D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73AB5-FBE5-43C6-BB02-1C4DC53D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36230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47D9A-B9FB-475E-9530-8BF2948C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7029B-39C5-43D7-8C14-A54BB50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1AF7A-B97C-4F5F-A240-0EE2F081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3812E-1578-4B4A-ACA8-34EC9A01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00E7F-90B6-4D34-B130-94E665D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7B7D1-905A-4584-B812-CF4C1C56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B3FC5-C9B4-408B-85A7-6F23B3F7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19B51-7AAD-4396-BBF0-14AC405B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Choque de regímenes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53D59-0C99-4503-BDA5-59BD1D90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A6AC8-0807-446D-96DA-DA945532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127D7-E7B3-4E02-AFA8-DCBEFDBC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49671-457D-4C13-AF05-942E1720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B3F4A-DA16-4278-82A1-1536C5C1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F58BA-4671-4F6F-8E7C-C72148D3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485034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D12AA-E00B-45F2-BB7D-CCC6DE06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60BBB-AF3D-4A15-91BF-225E858D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758CF-6EC1-4DFC-8EE7-FCD64DF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93BB9-55B3-4AE8-9D35-903E9472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A32D3-5FD3-443D-B21A-0628062D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860B2-C707-4878-A78E-C5F638D3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8DC0A-C848-4236-A10F-7643F8E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23062-59DF-450D-8F44-2D20EDE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Ecosistema de plataforma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77BA5-DFA4-4282-83F8-330D1995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F46EB-F431-4E92-A9B5-D2AAF7BF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D1370-FC56-4D09-B246-D49A17A9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826398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99D78-74F0-4CF2-A9B3-AB41BE70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5786A-2937-4877-BF78-F3ACCDA7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0386E-5AC6-489F-B0A3-1194C96C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C3AA5-BF6C-487F-9DF8-9E30516C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AF589-5FE7-4EA5-A45C-639535B8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F14FB-821D-4F04-B6D4-7B55B4FF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7FC4F-CA4D-4D9A-8DD5-8E1B5DCB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8E9AA-058E-47EF-8576-B3CB8CF2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Falla tardía de HH-21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DDAD7-A548-4FB3-BB03-0A367E5E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B31C4-8A8B-423E-A6F3-D7272822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63ED8-5D2B-4BEF-BD31-2D3188EB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C6C38-2F63-49C3-BCFF-9A3E5F2A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2502F-3601-474D-939C-7D527AD7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3C32E-342E-44F7-8C3E-8C949194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1D194-69C1-45D6-8474-D9412C8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73268-191F-4BD7-806D-63AF9EE3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CB504-718A-43BD-A0CE-D5BFD081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ACB87-FB28-4265-BDCB-86C026DA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9C528-4BA3-4C8F-AC42-58B545F4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6E624-F5BE-4F23-A039-C39B8ACC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766571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211F0-3BAC-4E43-B5AE-87D63F7C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B1238-ECB3-4802-A915-124BB3A6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4613E-F6A4-4EDE-A651-4AF3CD61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82096-A834-4A35-9FF8-D6210FFE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7A06E-2AE4-47F4-8C32-5A95F743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C1718-0261-42CC-BA50-EF4AC154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5A97D-5ECB-4B30-8838-8A7FC80C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6B78D-45E2-4FFD-B237-242C41D4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retiro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80FC5-2007-41AC-9CF4-54207310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B176F-B742-4BD3-8A38-31ED15F6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DEA0F-5E4A-4FFF-9A6B-315A4977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A26F9-0107-4D43-82C5-A7796190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A149F-3D51-4087-B69A-37F069B3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08E85-A2F3-418A-931D-57D52500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ADB11-575C-491F-BC6D-B84CC799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AEFDA-2F6D-44A3-BC49-9743535E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83D81-6F57-4173-9A3E-5E044B34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11458-CDB2-4A0F-8ED3-0987B5C1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9825A-7E80-4626-BD16-DE6DE336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640AD-F0FB-4BA1-8AF2-09A4C1E3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661167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080A1-F423-4DFF-88B7-3A85C42F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48BC3-48F8-480F-939D-E15F3051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71A7E-906E-4A9C-ADD2-7187F5EC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B435E-044B-4755-B76D-EAEFEA40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B9D41-8C27-48A4-BE3C-F1B968B9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A71D4-612A-4734-AA41-67A97241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FEB12-48BE-4A83-9C59-EE4B1C09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9EB3C-7C5E-4482-9077-80B3657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F3A5A-1092-4C87-B717-38F01C91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2B025-7C9F-4D05-9B79-458648DB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C0B8E-3114-4ECD-8D5D-7505D9E6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3BF54-4677-4C25-9B1C-ED5AD060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2AF78-4CE5-41EE-BF1F-675AD3F4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61759-02CC-4523-B981-F81B59F9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462E0-8DDF-4378-90B7-C4D2F9CF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objetos y responsabilidades de HH-21 que distingue temporalidad, valor, operación, ecosistema y retiro.</a:t>
            </a:r>
          </a:p>
        </p:txBody>
      </p:sp>
    </p:spTree>
    <p:extLst>
      <p:ext uri="{BB962C8B-B14F-4D97-AF65-F5344CB8AC3E}">
        <p14:creationId xmlns:p14="http://schemas.microsoft.com/office/powerpoint/2010/main" val="1801664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2026-09-12T16:23:11.2710000Z</dcterms:created>
  <dcterms:modified xsi:type="dcterms:W3CDTF">2026-09-12T16:23:11.2710000Z</dcterms:modified>
</coreProperties>
</file>