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057b7fac714306" /><Relationship Type="http://schemas.openxmlformats.org/officeDocument/2006/relationships/extended-properties" Target="/docProps/app.xml" Id="R784da0d42f0941c2" /><Relationship Type="http://schemas.openxmlformats.org/officeDocument/2006/relationships/officeDocument" Target="/ppt/presentation.xml" Id="R55b548f034b040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b158a37a05478a"/>
  </p:sldMasterIdLst>
  <p:notesMasterIdLst>
    <p:notesMasterId xmlns:r="http://schemas.openxmlformats.org/officeDocument/2006/relationships" r:id="Ra8477a4dcc194493"/>
  </p:notesMasterIdLst>
  <p:sldIdLst>
    <p:sldId xmlns:r="http://schemas.openxmlformats.org/officeDocument/2006/relationships" id="256" r:id="R16021bde04c3429f"/>
    <p:sldId xmlns:r="http://schemas.openxmlformats.org/officeDocument/2006/relationships" id="257" r:id="R900a5deef8ce4836"/>
    <p:sldId xmlns:r="http://schemas.openxmlformats.org/officeDocument/2006/relationships" id="258" r:id="R94a54fc929a84863"/>
    <p:sldId xmlns:r="http://schemas.openxmlformats.org/officeDocument/2006/relationships" id="259" r:id="Rd9dea789a3ea4460"/>
    <p:sldId xmlns:r="http://schemas.openxmlformats.org/officeDocument/2006/relationships" id="260" r:id="Rff3b493e5e0645c5"/>
    <p:sldId xmlns:r="http://schemas.openxmlformats.org/officeDocument/2006/relationships" id="261" r:id="Rae856b0e0da046f7"/>
    <p:sldId xmlns:r="http://schemas.openxmlformats.org/officeDocument/2006/relationships" id="262" r:id="Rfcbfe4425c2e4862"/>
    <p:sldId xmlns:r="http://schemas.openxmlformats.org/officeDocument/2006/relationships" id="263" r:id="R3eac0158431f4ec7"/>
    <p:sldId xmlns:r="http://schemas.openxmlformats.org/officeDocument/2006/relationships" id="264" r:id="Ra1f6803b7f5d4113"/>
    <p:sldId xmlns:r="http://schemas.openxmlformats.org/officeDocument/2006/relationships" id="265" r:id="R78389eaad1ef43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2fb27bf33e42bf" /><Relationship Type="http://schemas.openxmlformats.org/officeDocument/2006/relationships/slideMaster" Target="/ppt/slideMasters/slideMaster1.xml" Id="Rdbb158a37a05478a" /><Relationship Type="http://schemas.openxmlformats.org/officeDocument/2006/relationships/notesMaster" Target="/ppt/notesMasters/notesMaster1.xml" Id="Ra8477a4dcc194493" /><Relationship Type="http://schemas.openxmlformats.org/officeDocument/2006/relationships/presProps" Target="/ppt/presProps.xml" Id="Rd0cb307ae97e4492" /><Relationship Type="http://schemas.openxmlformats.org/officeDocument/2006/relationships/tableStyles" Target="/ppt/tableStyles.xml" Id="Rf961c7ec1a874e56" /><Relationship Type="http://schemas.openxmlformats.org/officeDocument/2006/relationships/slide" Target="/ppt/slides/slide1.xml" Id="R16021bde04c3429f" /><Relationship Type="http://schemas.openxmlformats.org/officeDocument/2006/relationships/slide" Target="/ppt/slides/slide2.xml" Id="R900a5deef8ce4836" /><Relationship Type="http://schemas.openxmlformats.org/officeDocument/2006/relationships/slide" Target="/ppt/slides/slide3.xml" Id="R94a54fc929a84863" /><Relationship Type="http://schemas.openxmlformats.org/officeDocument/2006/relationships/slide" Target="/ppt/slides/slide4.xml" Id="Rd9dea789a3ea4460" /><Relationship Type="http://schemas.openxmlformats.org/officeDocument/2006/relationships/slide" Target="/ppt/slides/slide5.xml" Id="Rff3b493e5e0645c5" /><Relationship Type="http://schemas.openxmlformats.org/officeDocument/2006/relationships/slide" Target="/ppt/slides/slide6.xml" Id="Rae856b0e0da046f7" /><Relationship Type="http://schemas.openxmlformats.org/officeDocument/2006/relationships/slide" Target="/ppt/slides/slide7.xml" Id="Rfcbfe4425c2e4862" /><Relationship Type="http://schemas.openxmlformats.org/officeDocument/2006/relationships/slide" Target="/ppt/slides/slide8.xml" Id="R3eac0158431f4ec7" /><Relationship Type="http://schemas.openxmlformats.org/officeDocument/2006/relationships/slide" Target="/ppt/slides/slide9.xml" Id="Ra1f6803b7f5d4113" /><Relationship Type="http://schemas.openxmlformats.org/officeDocument/2006/relationships/slide" Target="/ppt/slides/slide10.xml" Id="R78389eaad1ef43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1e2541c72f42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14c3dc760f41bd" /><Relationship Type="http://schemas.openxmlformats.org/officeDocument/2006/relationships/notesMaster" Target="/ppt/notesMasters/notesMaster1.xml" Id="R6ce7705b6c9e42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076e9b4fde4f3a" /><Relationship Type="http://schemas.openxmlformats.org/officeDocument/2006/relationships/notesMaster" Target="/ppt/notesMasters/notesMaster1.xml" Id="R820b7ab3a83b46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ba25fdb4f14066" /><Relationship Type="http://schemas.openxmlformats.org/officeDocument/2006/relationships/notesMaster" Target="/ppt/notesMasters/notesMaster1.xml" Id="Rae0753886fd241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c6f4abbffa4f45" /><Relationship Type="http://schemas.openxmlformats.org/officeDocument/2006/relationships/notesMaster" Target="/ppt/notesMasters/notesMaster1.xml" Id="Rd7ee19c46d1847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000ce3553e4fe1" /><Relationship Type="http://schemas.openxmlformats.org/officeDocument/2006/relationships/notesMaster" Target="/ppt/notesMasters/notesMaster1.xml" Id="Rad6015ad696949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5a4d8dd2eb4f30" /><Relationship Type="http://schemas.openxmlformats.org/officeDocument/2006/relationships/notesMaster" Target="/ppt/notesMasters/notesMaster1.xml" Id="Rf228783feac94e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0f32c5e2ba4d6c" /><Relationship Type="http://schemas.openxmlformats.org/officeDocument/2006/relationships/notesMaster" Target="/ppt/notesMasters/notesMaster1.xml" Id="R5f460af815bd48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219af5720e4a32" /><Relationship Type="http://schemas.openxmlformats.org/officeDocument/2006/relationships/notesMaster" Target="/ppt/notesMasters/notesMaster1.xml" Id="R188d63a8afa54c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09e45e44f74f21" /><Relationship Type="http://schemas.openxmlformats.org/officeDocument/2006/relationships/notesMaster" Target="/ppt/notesMasters/notesMaster1.xml" Id="Rd18ea2e73ab848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a9ba2dfa774c07" /><Relationship Type="http://schemas.openxmlformats.org/officeDocument/2006/relationships/notesMaster" Target="/ppt/notesMasters/notesMaster1.xml" Id="R48736568ecad47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decisión cambia.</a:t>
            </a:r>
          </a:p>
          <a:p xmlns:a="http://schemas.openxmlformats.org/drawingml/2006/main">
            <a:r>
              <a:t>Señal para avanzar: Aparece tarea y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tarea concreta se intenta mejorar?</a:t>
            </a:r>
          </a:p>
          <a:p xmlns:a="http://schemas.openxmlformats.org/drawingml/2006/main">
            <a:r>
              <a:t>• ¿Qué resuelve una regla?</a:t>
            </a:r>
          </a:p>
          <a:p xmlns:a="http://schemas.openxmlformats.org/drawingml/2006/main">
            <a:r>
              <a:t>• ¿Qué incertidumbre conserva la predicción?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Alternativa sin 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línea de base real.</a:t>
            </a:r>
          </a:p>
          <a:p xmlns:a="http://schemas.openxmlformats.org/drawingml/2006/main">
            <a:r>
              <a:t>Señal para avanzar: Se identifica valor incremental.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resuelve una regla?</a:t>
            </a:r>
          </a:p>
          <a:p xmlns:a="http://schemas.openxmlformats.org/drawingml/2006/main">
            <a:r>
              <a:t>• ¿Qué incertidumbre conserva la predicción?</a:t>
            </a:r>
          </a:p>
          <a:p xmlns:a="http://schemas.openxmlformats.org/drawingml/2006/main">
            <a:r>
              <a:t>• ¿Quién puede contradecir la salida?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Regla, predicción, generación y agencia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función y límite.</a:t>
            </a:r>
          </a:p>
          <a:p xmlns:a="http://schemas.openxmlformats.org/drawingml/2006/main">
            <a:r>
              <a:t>Señal para avanzar: No se confunden salidas.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incertidumbre conserva la predicción?</a:t>
            </a:r>
          </a:p>
          <a:p xmlns:a="http://schemas.openxmlformats.org/drawingml/2006/main">
            <a:r>
              <a:t>• ¿Quién puede contradecir la salida?</a:t>
            </a:r>
          </a:p>
          <a:p xmlns:a="http://schemas.openxmlformats.org/drawingml/2006/main">
            <a:r>
              <a:t>• ¿Qué fuente sostiene la generación?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Escalera de autonomía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Agregar permisos y reversión.</a:t>
            </a:r>
          </a:p>
          <a:p xmlns:a="http://schemas.openxmlformats.org/drawingml/2006/main">
            <a:r>
              <a:t>Señal para avanzar: El control humano es efectivo.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contradecir la salida?</a:t>
            </a:r>
          </a:p>
          <a:p xmlns:a="http://schemas.openxmlformats.org/drawingml/2006/main">
            <a:r>
              <a:t>• ¿Qué fuente sostiene la generación?</a:t>
            </a:r>
          </a:p>
          <a:p xmlns:a="http://schemas.openxmlformats.org/drawingml/2006/main">
            <a:r>
              <a:t>• ¿Cuándo debe dejar de usarse?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Decisión HH-31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recomendación de autoridad.</a:t>
            </a:r>
          </a:p>
          <a:p xmlns:a="http://schemas.openxmlformats.org/drawingml/2006/main">
            <a:r>
              <a:t>Señal para avanzar: Se ve quién 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fuente sostiene la generación?</a:t>
            </a:r>
          </a:p>
          <a:p xmlns:a="http://schemas.openxmlformats.org/drawingml/2006/main">
            <a:r>
              <a:t>• ¿Cuándo debe dejar de usarse?</a:t>
            </a:r>
          </a:p>
          <a:p xmlns:a="http://schemas.openxmlformats.org/drawingml/2006/main">
            <a:r>
              <a:t>• ¿Qué tarea concreta se intenta mejorar?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Incertidumbre calibrada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certeza binaria ficticia.</a:t>
            </a:r>
          </a:p>
          <a:p xmlns:a="http://schemas.openxmlformats.org/drawingml/2006/main">
            <a:r>
              <a:t>Señal para avanzar: La decisión usa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¿Cuándo debe dejar de usarse?</a:t>
            </a:r>
          </a:p>
          <a:p xmlns:a="http://schemas.openxmlformats.org/drawingml/2006/main">
            <a:r>
              <a:t>• ¿Qué tarea concreta se intenta mejorar?</a:t>
            </a:r>
          </a:p>
          <a:p xmlns:a="http://schemas.openxmlformats.org/drawingml/2006/main">
            <a:r>
              <a:t>• ¿Qué resuelve una regla?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Respuesta fluida falsa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procedencia verificable.</a:t>
            </a:r>
          </a:p>
          <a:p xmlns:a="http://schemas.openxmlformats.org/drawingml/2006/main">
            <a:r>
              <a:t>Señal para avanzar: El sistema puede abstenerse.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tarea concreta se intenta mejorar?</a:t>
            </a:r>
          </a:p>
          <a:p xmlns:a="http://schemas.openxmlformats.org/drawingml/2006/main">
            <a:r>
              <a:t>• ¿Qué resuelve una regla?</a:t>
            </a:r>
          </a:p>
          <a:p xmlns:a="http://schemas.openxmlformats.org/drawingml/2006/main">
            <a:r>
              <a:t>• ¿Qué incertidumbre conserva la predicción?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Consejo de pertinencia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Mantener abierta la no adopción.</a:t>
            </a:r>
          </a:p>
          <a:p xmlns:a="http://schemas.openxmlformats.org/drawingml/2006/main">
            <a:r>
              <a:t>Señal para avanzar: La decisión es comparativa.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resuelve una regla?</a:t>
            </a:r>
          </a:p>
          <a:p xmlns:a="http://schemas.openxmlformats.org/drawingml/2006/main">
            <a:r>
              <a:t>• ¿Qué incertidumbre conserva la predicción?</a:t>
            </a:r>
          </a:p>
          <a:p xmlns:a="http://schemas.openxmlformats.org/drawingml/2006/main">
            <a:r>
              <a:t>• ¿Quién puede contradecir la salida?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Condición de salida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Definir monitoreo y retiro.</a:t>
            </a:r>
          </a:p>
          <a:p xmlns:a="http://schemas.openxmlformats.org/drawingml/2006/main">
            <a:r>
              <a:t>Señal para avanzar: La IA no queda permanente.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incertidumbre conserva la predicción?</a:t>
            </a:r>
          </a:p>
          <a:p xmlns:a="http://schemas.openxmlformats.org/drawingml/2006/main">
            <a:r>
              <a:t>• ¿Quién puede contradecir la salida?</a:t>
            </a:r>
          </a:p>
          <a:p xmlns:a="http://schemas.openxmlformats.org/drawingml/2006/main">
            <a:r>
              <a:t>• ¿Qué fuente sostiene la generación?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Nombrar población y daño.</a:t>
            </a:r>
          </a:p>
          <a:p xmlns:a="http://schemas.openxmlformats.org/drawingml/2006/main">
            <a:r>
              <a:t>Señal para avanzar: Surge plan de evaluación desagregada.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contradecir la salida?</a:t>
            </a:r>
          </a:p>
          <a:p xmlns:a="http://schemas.openxmlformats.org/drawingml/2006/main">
            <a:r>
              <a:t>• ¿Qué fuente sostiene la generación?</a:t>
            </a:r>
          </a:p>
          <a:p xmlns:a="http://schemas.openxmlformats.org/drawingml/2006/main">
            <a:r>
              <a:t>• ¿Cuándo debe dejar de usarse?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6166c91ca46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5393dd26a04e2c" /><Relationship Type="http://schemas.openxmlformats.org/officeDocument/2006/relationships/slideLayout" Target="/ppt/slideLayouts/slideLayout1.xml" Id="R4990f62b93c34c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90f62b93c34c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ce83bf4e94978" /><Relationship Type="http://schemas.openxmlformats.org/officeDocument/2006/relationships/notesSlide" Target="/ppt/notesSlides/notesSlide1.xml" Id="Ra364c7e1167343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1745bdad94102" /><Relationship Type="http://schemas.openxmlformats.org/officeDocument/2006/relationships/notesSlide" Target="/ppt/notesSlides/notesSlide2.xml" Id="Rcb3d7a826b8f43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c23e80e324a74" /><Relationship Type="http://schemas.openxmlformats.org/officeDocument/2006/relationships/notesSlide" Target="/ppt/notesSlides/notesSlide3.xml" Id="Ra5d878e714724e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4aac23a0e4215" /><Relationship Type="http://schemas.openxmlformats.org/officeDocument/2006/relationships/notesSlide" Target="/ppt/notesSlides/notesSlide4.xml" Id="R624a3eb0c6cf48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41e8e33a64b2b" /><Relationship Type="http://schemas.openxmlformats.org/officeDocument/2006/relationships/notesSlide" Target="/ppt/notesSlides/notesSlide5.xml" Id="R30672ce0066448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534404f454ec1" /><Relationship Type="http://schemas.openxmlformats.org/officeDocument/2006/relationships/notesSlide" Target="/ppt/notesSlides/notesSlide6.xml" Id="R3a2ce8bf163e42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198f0473748e0" /><Relationship Type="http://schemas.openxmlformats.org/officeDocument/2006/relationships/notesSlide" Target="/ppt/notesSlides/notesSlide7.xml" Id="R11bd357d01a741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f6868531e43cd" /><Relationship Type="http://schemas.openxmlformats.org/officeDocument/2006/relationships/notesSlide" Target="/ppt/notesSlides/notesSlide8.xml" Id="R4fe379ce98684a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e3e94f1224453" /><Relationship Type="http://schemas.openxmlformats.org/officeDocument/2006/relationships/notesSlide" Target="/ppt/notesSlides/notesSlide9.xml" Id="R7116ddd88e5446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ac2d53e0b426a" /><Relationship Type="http://schemas.openxmlformats.org/officeDocument/2006/relationships/notesSlide" Target="/ppt/notesSlides/notesSlide10.xml" Id="R4519e69623354b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72310-57CA-4C71-B274-A9176037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6231F-4D22-428D-BA3F-20D2D0D2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51D0F-3903-4A7D-9868-E0AD3630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74684-3C11-4014-A5D3-0BB84C44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D8D19-5198-477D-B1EB-6CC52E8F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10D24-DEDD-4AFD-85C3-D5D85163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28507-8606-4666-9E75-D6CA64B5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86753-2942-4B2F-BF7F-EF686E51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3C8CD-F6EE-481E-A424-93622A59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distinguir capacidades de inteligencia artificial y decidir si aportan valor frente a una regla, una búsqueda o un proceso mejor diseñado?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9083A-9518-43CF-BAAD-D493887C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E1AE0-DF1E-440C-B975-F548A5F6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746591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EDD2F-4932-4BCF-92D0-BAF5E9C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A8A60-8496-4CBE-8979-BCF685B1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FF389-1424-44B3-AC5D-C055D585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ED046-B367-4B90-8BD0-8CAB2E98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D6791-4C47-4078-9AA0-B8A9124A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59F4D-D1CB-418B-A18A-1D5A19E2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05516-D6F0-45A9-BA31-E36325D7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1A805-BCCC-4E9D-BCE8-B44AE4E9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Alternativa sin 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EEB73-BE83-48A5-9C44-0ADB8F8D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00555-BD3C-4E09-92A9-E02085FC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5C045-8B44-4635-8F5F-16128898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0A587-0A25-4AB9-A56A-D52578A2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54D64-3E53-46B9-9B22-FF747E98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12333-F696-49B3-85F7-9BA41244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C527C-F2EF-4D4A-BDD2-88BD5961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152E0-98FC-4FB7-8367-ECA85036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F6213-3D78-4ABD-AB0C-4C481B10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BC2B6-00BF-481D-B2D4-F70C3A38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140951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53343F-B026-46A6-92C8-4AA9A7FB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540F8-D0D8-4226-B5E0-1FF4672B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D4D01-15E9-4FD2-9A70-382D4F69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1CCD1-1066-42CB-AEF3-7DE2A20F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E01DB-CFB8-4B79-ACD7-7FDAD07E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C58AC-BE23-4635-8974-F84BF332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83DCE-EF08-49CE-AC49-7A4342B1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DE8A0-2417-4997-98C5-2BF7ABE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Regla, predicción, generación y agencia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66F34-EA49-4233-99C7-132B8A87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6FB90-AF5B-4C4B-B29A-6A4D4233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BFC35-4011-48C3-9F82-4A58BE08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82070-56E6-43EE-BF39-85F87FCD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D0EEC-445F-4614-8531-0F9DA0E7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90E93-AFC0-4345-860C-B82C9CE1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7B9A4-F9D3-4E2A-AD3C-20466D4A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predicción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251A9-7FF7-4786-9597-FC15741C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85647-E494-44BE-8FD2-38AF8258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F16DD6-5621-401E-A39B-A6DBD5C3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02BBE-2E1A-462C-BD89-653F3E1A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generación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B3B87-950B-482B-9A7C-ED687A85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8906385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07B86-BCF7-476D-B4BF-78016572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D6590-CB0E-4CDA-897F-FB621F12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ED69A-8398-4C53-B08A-0ADC8DEE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45C08-AF5D-41C3-9EB7-E1B73A82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1F6BB-90D0-4E67-B90E-8574BB57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F3F97-5F0F-43E8-BC54-761190AE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B3A13-914B-4B8B-8A76-C40EF1DD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C0E56-06FB-461B-8C39-39F9D62A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Escalera de autonomía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3AEC1-EBC1-4BB8-99B3-A0318AC9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9442E-B393-4ED9-AA23-794E744F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DBF00-2019-426C-9B5D-B6386A9D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1C52A-52F6-4B00-8BE4-323CA89F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46F62-AA39-44DD-B6C1-A1A40ECA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51424-A4CA-40CE-A813-3CAE766F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669470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B064B-4CB9-452C-A15D-B4B36770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934DC-2CEF-4B15-9BE7-6AFE9DC5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1F6FD-1191-4191-83C7-81390461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F611B-7AEA-429B-8EF1-8B56D8D9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DB61A-7789-480C-BEAA-8F6E9E46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E36BC-455D-4BFC-92AF-9CB9F7DF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76DC0-54C3-4B95-B9A1-5827B64B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78D74-8644-44EF-8E6F-135F3BA8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 HH-31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9280A-9AC4-401F-BB67-28A8F017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373C8-2256-45F9-B549-A15FF631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51B0E-CB37-48D3-ABF3-F88C4292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19B6E-F9DA-4A9B-A3C8-DE7C08D3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4C9EA-E40D-4137-9E22-63C10957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96E54-7EC6-4683-A52B-BBB5C9F8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334A5-D95B-4046-A5BD-CC66E131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1B2D5-E59C-4FA4-BCB3-41AF269F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3E0CD-F2EE-4D17-9235-84D4058D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8ED25-16F3-40F0-BAD8-EDE961A7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A580F-2234-44CC-9D0F-AFB50DE7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1D984-60F3-420A-B904-B8EBF27B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132866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2311B-4FA9-4A2A-868F-D510A259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A654D-FD2B-44FC-8EEB-3EF27BEC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9A567-81AB-415E-BF97-B9BE8F13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62CB0-CEAC-44B0-8D47-25EEF603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AF0D2-8B96-474D-A004-EACAAEC2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CB2E4-8699-44B4-9DE2-E532EB1F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7C33E-4884-45AE-97B1-C6207E1D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FCE34-30CF-433D-B145-1F5B573E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Incertidumbre calibrada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25BF5-F9EE-4869-9A08-D030DDF8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F7C6F-A9A3-4107-A5D4-8F7DFAA3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98FD9-7D4B-4675-809F-F64CF0CE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6DB53-6800-41E7-B27D-E96C7E38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D4936-53C9-44A1-AF43-939C1C55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9F935-8F76-4C0C-BA28-B2D76981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5137628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C97AE-49D9-4C51-889A-9AE63C9E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F0AE5-8C57-435A-B355-1F541A6B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BEEC9-6E5E-426E-879F-294419E5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87FD7-FB48-4C0A-9A38-618FDCA5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37F59-A423-4EC4-817E-A435EF0B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610EC-C338-402A-AA35-7011423C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773DC-43C0-417F-8C65-E5D5C62B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DF7E-80A7-4266-BDA3-9137DE3E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Respuesta fluida falsa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8A9F6-1A94-48C7-82CE-4B62BD91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6AFCF-DD20-477E-BA81-3963D1D4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E6603-DF85-406F-81B0-227EFE37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7805537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69020-3049-439B-9D16-FC386EC3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D9CC0-49F6-4220-BCA0-AFB7541A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07625-443A-4850-B74A-822452BB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F2B80-9DC5-49D3-954A-0D2E4226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22138-2EBE-437B-A137-B2ADD24A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A7360-CEEF-4E87-AE3E-32A4DA40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21B01-E24A-41E4-B259-7F72927B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7BF3D-A9BB-4E66-A43B-58F02DA0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Consejo de pertinencia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4C8DC-7435-4E6E-9086-2C5FC5AF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1D7C6-5DC5-4C5A-8EF9-9EA27D7F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81513-7706-482E-B3B6-A19BBBCC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19193-53FA-4C57-A9F4-9E5392A6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3CD47-C5E1-4F7F-8A5A-46C5F60D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BB5B6-170F-4D6D-94FC-73B78255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469B3-6E63-447D-93E0-38988F9F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DB754-9929-46D7-A6FC-88C394D5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B7815-D18F-48FB-8B50-D3867E9D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2D65A-CD9B-449C-B954-B1D4ADDE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870AD-2A58-4FB8-9B86-22079D61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65B59C-ABF3-406F-A996-1CF4ED04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60439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FDB278-FF7D-4352-AB1A-AA96C4F4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DB511-B21E-4AC0-9CCD-A1ED2A9F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C946F-0949-45B1-9737-47C3E476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BA503-C4F1-452D-9314-1B8B28EA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61BF7-42B2-4D31-B8D6-BEB03B94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01235-8239-4423-8DAC-5D8F3318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A3556-82E5-40FF-A89B-348F877B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9B512-D9B1-4A93-9AE1-33ADF674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Condición de salida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5A4FA-3ADB-4C51-9ECA-87DDAD88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A778D-C06E-4FE5-A96B-40ACEC6B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F413D-FBC1-4945-99A7-3F339489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BE0E2-172D-4266-9389-19A19526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EFA92-A4DB-4C9E-811D-E2E22A21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EAABD-C4FA-4059-BCFA-C38C54CD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BF6DB-AD32-4FBA-A6C6-7138D2E9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6388C-EB9B-4676-A19A-36166827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BC099-7F90-4DD0-AAB3-1311C876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720B3-841B-4FE9-BFDD-6E1F8431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A7405-C479-4329-9E3B-579AFC1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EC6CF-CCC8-42D5-9D0A-35603EF5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981767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5639F-B2F4-4F73-92A1-9A6B4A45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98E9A-7E22-4FEE-92B0-619014A8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62127-14D4-4057-9ACE-2CB3ED6B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7A752-0156-47C2-83B7-242E84DA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3B763-3F88-40D7-AD70-9546CFF3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D82B5-420B-4FE5-8931-C8F0568B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CDC11-8902-40A5-AC9D-FCBA5A27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1C1FA-F24A-4BC2-905C-822CE981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5F9B2-0D16-4A4D-B633-5F44A674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622BE-279E-4F1B-B01A-56C35F0C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65E38-B9FA-4D2D-AA59-A5859CC1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7B914-0951-41D5-9A6B-CA57121D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ACB28-3DD8-4684-AAE1-170485F5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33F35-5015-44B7-9CFB-3FE3D38C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ED477-7523-471A-B4AC-1DD32BC4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decisión HH-31 de pertinencia, modalidad y autonomía de IA con alternativa, límites y salida.</a:t>
            </a:r>
          </a:p>
        </p:txBody>
      </p:sp>
    </p:spTree>
    <p:extLst>
      <p:ext uri="{BB962C8B-B14F-4D97-AF65-F5344CB8AC3E}">
        <p14:creationId xmlns:p14="http://schemas.microsoft.com/office/powerpoint/2010/main" val="453080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2026-09-12T16:23:26.6270000Z</dcterms:created>
  <dcterms:modified xsi:type="dcterms:W3CDTF">2026-09-12T16:23:26.6270000Z</dcterms:modified>
</coreProperties>
</file>