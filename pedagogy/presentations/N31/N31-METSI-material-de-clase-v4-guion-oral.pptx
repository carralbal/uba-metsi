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899ac3272435f" /><Relationship Type="http://schemas.openxmlformats.org/officeDocument/2006/relationships/extended-properties" Target="/docProps/app.xml" Id="R7ca18ee466fd4536" /><Relationship Type="http://schemas.openxmlformats.org/officeDocument/2006/relationships/officeDocument" Target="/ppt/presentation.xml" Id="R4b2b6d86d0ba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5fbbe17a334f74"/>
  </p:sldMasterIdLst>
  <p:notesMasterIdLst>
    <p:notesMasterId xmlns:r="http://schemas.openxmlformats.org/officeDocument/2006/relationships" r:id="R8c5e89cdea714a07"/>
  </p:notesMasterIdLst>
  <p:sldIdLst>
    <p:sldId xmlns:r="http://schemas.openxmlformats.org/officeDocument/2006/relationships" id="256" r:id="Rd6ed0ec5e70e4448"/>
    <p:sldId xmlns:r="http://schemas.openxmlformats.org/officeDocument/2006/relationships" id="257" r:id="Ra9f33c1792604514"/>
    <p:sldId xmlns:r="http://schemas.openxmlformats.org/officeDocument/2006/relationships" id="258" r:id="R163c20ab80744aea"/>
    <p:sldId xmlns:r="http://schemas.openxmlformats.org/officeDocument/2006/relationships" id="259" r:id="R3547a69dc7cc422c"/>
    <p:sldId xmlns:r="http://schemas.openxmlformats.org/officeDocument/2006/relationships" id="260" r:id="R8a421ae080a14b9c"/>
    <p:sldId xmlns:r="http://schemas.openxmlformats.org/officeDocument/2006/relationships" id="261" r:id="R56792358506b4e9a"/>
    <p:sldId xmlns:r="http://schemas.openxmlformats.org/officeDocument/2006/relationships" id="262" r:id="Rd0da486a1ac34789"/>
    <p:sldId xmlns:r="http://schemas.openxmlformats.org/officeDocument/2006/relationships" id="263" r:id="R71368e87850b4543"/>
    <p:sldId xmlns:r="http://schemas.openxmlformats.org/officeDocument/2006/relationships" id="264" r:id="Ree1ea199502a479b"/>
    <p:sldId xmlns:r="http://schemas.openxmlformats.org/officeDocument/2006/relationships" id="265" r:id="R0a3bb6ca455540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2626c61b8248bd" /><Relationship Type="http://schemas.openxmlformats.org/officeDocument/2006/relationships/slideMaster" Target="/ppt/slideMasters/slideMaster1.xml" Id="R5d5fbbe17a334f74" /><Relationship Type="http://schemas.openxmlformats.org/officeDocument/2006/relationships/notesMaster" Target="/ppt/notesMasters/notesMaster1.xml" Id="R8c5e89cdea714a07" /><Relationship Type="http://schemas.openxmlformats.org/officeDocument/2006/relationships/presProps" Target="/ppt/presProps.xml" Id="R9f7434ce8d0d4464" /><Relationship Type="http://schemas.openxmlformats.org/officeDocument/2006/relationships/tableStyles" Target="/ppt/tableStyles.xml" Id="R0368fde15b9d440c" /><Relationship Type="http://schemas.openxmlformats.org/officeDocument/2006/relationships/slide" Target="/ppt/slides/slide1.xml" Id="Rd6ed0ec5e70e4448" /><Relationship Type="http://schemas.openxmlformats.org/officeDocument/2006/relationships/slide" Target="/ppt/slides/slide2.xml" Id="Ra9f33c1792604514" /><Relationship Type="http://schemas.openxmlformats.org/officeDocument/2006/relationships/slide" Target="/ppt/slides/slide3.xml" Id="R163c20ab80744aea" /><Relationship Type="http://schemas.openxmlformats.org/officeDocument/2006/relationships/slide" Target="/ppt/slides/slide4.xml" Id="R3547a69dc7cc422c" /><Relationship Type="http://schemas.openxmlformats.org/officeDocument/2006/relationships/slide" Target="/ppt/slides/slide5.xml" Id="R8a421ae080a14b9c" /><Relationship Type="http://schemas.openxmlformats.org/officeDocument/2006/relationships/slide" Target="/ppt/slides/slide6.xml" Id="R56792358506b4e9a" /><Relationship Type="http://schemas.openxmlformats.org/officeDocument/2006/relationships/slide" Target="/ppt/slides/slide7.xml" Id="Rd0da486a1ac34789" /><Relationship Type="http://schemas.openxmlformats.org/officeDocument/2006/relationships/slide" Target="/ppt/slides/slide8.xml" Id="R71368e87850b4543" /><Relationship Type="http://schemas.openxmlformats.org/officeDocument/2006/relationships/slide" Target="/ppt/slides/slide9.xml" Id="Ree1ea199502a479b" /><Relationship Type="http://schemas.openxmlformats.org/officeDocument/2006/relationships/slide" Target="/ppt/slides/slide10.xml" Id="R0a3bb6ca4555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4105654424f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958af9e8e44f88" /><Relationship Type="http://schemas.openxmlformats.org/officeDocument/2006/relationships/notesMaster" Target="/ppt/notesMasters/notesMaster1.xml" Id="R740e359d4614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2605d5b84d44ab" /><Relationship Type="http://schemas.openxmlformats.org/officeDocument/2006/relationships/notesMaster" Target="/ppt/notesMasters/notesMaster1.xml" Id="Rb49d83d8fda347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c7107ebcd54e44" /><Relationship Type="http://schemas.openxmlformats.org/officeDocument/2006/relationships/notesMaster" Target="/ppt/notesMasters/notesMaster1.xml" Id="Rdb58b9099ff547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aacb68b51443f" /><Relationship Type="http://schemas.openxmlformats.org/officeDocument/2006/relationships/notesMaster" Target="/ppt/notesMasters/notesMaster1.xml" Id="Racd1fb9cc03b4f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f99a3077e4644" /><Relationship Type="http://schemas.openxmlformats.org/officeDocument/2006/relationships/notesMaster" Target="/ppt/notesMasters/notesMaster1.xml" Id="R9962c824c609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c993fff99f4d3b" /><Relationship Type="http://schemas.openxmlformats.org/officeDocument/2006/relationships/notesMaster" Target="/ppt/notesMasters/notesMaster1.xml" Id="R4698f6b782944a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75dc6466f04b69" /><Relationship Type="http://schemas.openxmlformats.org/officeDocument/2006/relationships/notesMaster" Target="/ppt/notesMasters/notesMaster1.xml" Id="Rde4bd5719de447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b075fe3a4440d" /><Relationship Type="http://schemas.openxmlformats.org/officeDocument/2006/relationships/notesMaster" Target="/ppt/notesMasters/notesMaster1.xml" Id="R12cf424894a14b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8e6578f1a949d2" /><Relationship Type="http://schemas.openxmlformats.org/officeDocument/2006/relationships/notesMaster" Target="/ppt/notesMasters/notesMaster1.xml" Id="R6db9cd7996614e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cf2a3f005041c9" /><Relationship Type="http://schemas.openxmlformats.org/officeDocument/2006/relationships/notesMaster" Target="/ppt/notesMasters/notesMaster1.xml" Id="Rdce232010b4f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Reglas, predicción, generación y agencia: cuándo la IA es pertinente.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decidir si hace falta usar inteligencia artificial o si una regla, una búsqueda o un proceso mejor diseñado resolverían mejor el problema?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tarea concreta se intenta mejorar? ¿Qué resuelve una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tareas se clasifican como regla, predicción, generación, agencia o no intervención, con una consecuencia por 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resuelve una regla? ¿Qué incertidumbre conserva la predicción?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diseña la alternativa más simple y mide qué problema queda realmente abierto.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incertidumbre conserva la predicción? ¿Quién puede contradecir la salida?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asignan entradas, salidas, incertidumbre y criterio de éxito a cada modalidad sin confundirlas.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contradecir la salida? ¿Qué fuente sostiene la generación?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misma tarea pasa por sugerir, preparar, ejecutar con aprobación y actuar. Se agregan permisos, reversión y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fuente sostiene la generación? ¿Cuándo debe dejar de usarse?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sistema recomienda negar una compensación. El equipo reconstruye fundamento, incertidumbre, actor decisor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¿Cuándo debe dejar de usarse? ¿Qué tarea concreta se intenta mejorar?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respuesta convincente inventa una política. Vamos a probar procedencia, recuperación, verificación y condición de abstención.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tarea concreta se intenta mejorar? ¿Qué resuelve una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defienden usar, limitar o descartar IA y registran evidencia que podría cambiar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resuelve una regla? ¿Qué incertidumbre conserva la predicción?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define qué población, daño y supervisión deberán evaluarse en N32.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incertidumbre conserva la predicción? ¿Quién puede contradecir la salida?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decisión HH-31 de pertinencia, modalidad y autonomía de IA con alternativa, límites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f9bda5016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81c20c567647e3" /><Relationship Type="http://schemas.openxmlformats.org/officeDocument/2006/relationships/slideLayout" Target="/ppt/slideLayouts/slideLayout1.xml" Id="Rbd95b1764a2f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5b1764a2f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3108acaf341a8" /><Relationship Type="http://schemas.openxmlformats.org/officeDocument/2006/relationships/notesSlide" Target="/ppt/notesSlides/notesSlide1.xml" Id="R5a33757efe8c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c9e85be1b457b" /><Relationship Type="http://schemas.openxmlformats.org/officeDocument/2006/relationships/notesSlide" Target="/ppt/notesSlides/notesSlide2.xml" Id="R27b990bc5d3048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76c8d11d7402b" /><Relationship Type="http://schemas.openxmlformats.org/officeDocument/2006/relationships/notesSlide" Target="/ppt/notesSlides/notesSlide3.xml" Id="R5cb4574860614b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6b7585a274a73" /><Relationship Type="http://schemas.openxmlformats.org/officeDocument/2006/relationships/notesSlide" Target="/ppt/notesSlides/notesSlide4.xml" Id="R137937defcde48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9bd341e274fcf" /><Relationship Type="http://schemas.openxmlformats.org/officeDocument/2006/relationships/notesSlide" Target="/ppt/notesSlides/notesSlide5.xml" Id="R8ca2ea902f744b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711e8d09946e7" /><Relationship Type="http://schemas.openxmlformats.org/officeDocument/2006/relationships/notesSlide" Target="/ppt/notesSlides/notesSlide6.xml" Id="R1bc9d3f1c7be4d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8517cd1e54fd9" /><Relationship Type="http://schemas.openxmlformats.org/officeDocument/2006/relationships/notesSlide" Target="/ppt/notesSlides/notesSlide7.xml" Id="R3906cfc9eada45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1477bbdd64e3f" /><Relationship Type="http://schemas.openxmlformats.org/officeDocument/2006/relationships/notesSlide" Target="/ppt/notesSlides/notesSlide8.xml" Id="R8fc115bc5baa44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8420fe714097" /><Relationship Type="http://schemas.openxmlformats.org/officeDocument/2006/relationships/notesSlide" Target="/ppt/notesSlides/notesSlide9.xml" Id="R1ef5696dfcc94a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fccce8daa4c4d" /><Relationship Type="http://schemas.openxmlformats.org/officeDocument/2006/relationships/notesSlide" Target="/ppt/notesSlides/notesSlide10.xml" Id="Re2b43b75604b4f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14924-638C-4AD8-8F32-941460E3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04F9C-6574-4B31-A2FA-B458237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13237-7A52-4CFF-8628-FC259C3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AF59A-02D6-4D8E-AAD4-5B7F4CE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8838D-F8E9-4678-9608-296A7B9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72EFD-9759-4579-AA5A-5E497D2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5222B-2571-4EE6-A38B-89F071EB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65984-239B-4620-844B-D204AFDD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ECC53-DB8A-4D3D-AA51-C7AC3F67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Reglas, predicción, generación y agencia: cuándo la IA es pertinente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1F4E8-03C4-4944-88E0-5B56EECF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decidir si hace falta usar inteligencia artificial o si una regla, una búsqueda o un proceso mejor diseñado resolverían mejor el problema?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76F72-90AA-404D-A71C-440DB35E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9102A-92A0-40D9-A497-AAD35961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349158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FC533-D0B5-4D0D-A62D-AB96A9FE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468D0-9C86-47B3-9BBA-7966198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001BF-C685-4276-A00F-B5E94FE9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13AA0-2D65-457B-BC80-D0A7AA3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A959A-FF2E-45A0-AFA7-37DF4E8A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0FA8F-2A60-4E0F-850A-4BA187C8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0871F-F8BE-4F6F-A6B6-528B592A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E396A-4CDC-48CD-8F7E-1B6021D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Triaje de tareas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116E5-6232-47ED-A93C-27480CC1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CDBD1-0306-4AA1-8A44-886B5488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1AB4B-97CC-453F-A38C-0BCAF379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Las tareas se clasifican como regla, predicción, generación, agencia o no intervención, con una consecuencia por elección.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5ADBD-7F88-4724-BF8C-CD86AB43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E3CF0-7047-4A00-BE2A-43AD6D2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71386-C6EF-49FF-8581-CD23ECB2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40A62-FE2B-4145-B817-4A12E4D5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79CBE-57D0-4989-88C5-2DF371EB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7769C-9CF4-4A14-932D-F64CC625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BD8F8-455D-43A8-BC33-C4AC900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5CF65-755C-4E6B-A61B-E9B5B350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9E569-AB08-47BC-9F27-27A42F3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FE3E2-9F8F-4668-B9DB-3DB574F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82294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7F01B-9695-42AC-ABF0-EF20AE7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7B87A-AC2A-4CD8-8BC1-F5C5DB72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DD3CB-FF67-4E0C-AEA8-73F8B405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0B2D4-359F-41DE-A289-78BFA46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F3BAE-392B-431F-BA29-AC3D6D9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87B7D-423A-4B44-BBFA-41A827D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FEF55-3E83-4934-8912-A6C1279E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FB4E-38AB-4CD0-A54E-1C6DAC0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base sin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6556A-235C-4CC3-94E4-DCAF3547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36AE7-4A02-41B9-A21E-68B2851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7BE70-B094-4484-AD8B-D8A61AF5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diseña la alternativa más simple y mide qué problema queda realmente abierto.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D7B28-9FA4-4F8D-A3F2-783677E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F68FC-9145-47F1-AABB-D19285D9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AA68C-072F-4669-B0C3-164AA9B7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EA9F9-95E5-45E6-9449-25B8E692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9F341-9D40-4575-B1F1-3720215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64200-FAF0-4546-8124-8F01AB6B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D4C7C-BB90-4C6A-AA85-8EC03C6F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predicción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563EE-982C-4131-8101-7E93869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15F99-D057-4473-902F-8845F38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B5C73-2842-4B54-B084-F8EAF722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FA04A-7266-4A3E-9216-EF51BA64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generación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BD3E6-65AB-4734-B337-94465E1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33334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D2585-1951-4A14-ADC6-CF51BB52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DEE59-7899-4FCE-B531-0A61CCEB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DE21-62FE-4B99-B4F0-7EFEF9B6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EACFF-C9D3-4668-B73A-8CF936C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13056-E5A9-4B8F-B326-8BE4156C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4A260-D03F-4E2D-A9EE-957A19D4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17D0A-83B4-4A24-942F-A9653759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9662-60CB-4089-822B-2D97AABF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modalidad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FFA93-BFE3-4A95-A573-F48619E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4BE9C-5061-4086-8DF3-C87B1F2E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085E5-E9CD-40BD-AC83-2DE41E95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asignan entradas, salidas, incertidumbre y criterio de éxito a cada modalidad sin confundirlas.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40D39-8A54-4AA3-97C1-B847FB26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CEE27-0EE2-46A3-9CC6-6D63F41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7D14A-81B4-4EDC-880B-7630A791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0B250-A76A-436E-907B-4E8BFFE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D6394-06F6-473E-82F8-BA634E7A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95744-BAC7-4D49-8DFE-A4697B1C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435724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03A9D-04CE-4645-B43E-B45F4119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73433-B783-456F-ADE5-FAC87D6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626AE-A6AF-458A-9355-8200AE18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A2E98-EE31-4AF4-8422-D500FAD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4F025-AD54-458F-8C48-D5FB8948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4EEFC-4CAC-477B-980A-7BDE2B30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4E5D6-4E85-4AB8-BAFD-D07CABE6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44A19-3624-485C-8969-4B99F0D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Escalera de autonomía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B5901-0FB6-4223-807D-6F1794C5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47C6E-FB3B-483A-99B9-01C47972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26422-A775-47BA-931A-BCAF0C6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misma tarea pasa por sugerir, preparar, ejecutar con aprobación y actuar. Se agregan permisos, reversión y trazabilidad.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DA22D-B026-4CCA-AE73-BA314C95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CBB6D-0DB0-4815-97B6-B414A1E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24165-15B4-48FC-B985-0128A14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8B907-FDC1-4FC1-BAD2-F0CE328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55061-DEB7-4D85-9168-5DDDD09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B066D-D9D9-4E4F-AC69-2FDA1764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4FC73-911D-4B5F-96F3-525690D8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8AFBD-AAF4-42CA-BA62-D03111D3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DC227-BED7-4DF3-A676-FB466A0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B1E4-CE1E-4AA9-855B-9AE56490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0F117-658B-49D0-B15A-A4C19DBC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99AF2-899D-476C-A96C-9001308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87850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B9B34-9745-4CFE-9242-88C16A6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F52BC-3648-41C5-9647-4B662A63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09AB-F607-4627-AA6C-41DEFBCC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C571D-7BB1-42B0-9BB6-4A34BA7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A624D-9E1B-42F7-BF73-0DB64844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D12B2-888C-47DA-A142-755B75D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FA420-E53D-482A-8217-C7F469B5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DE465-BBEA-4E55-9294-0E660225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HH-31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0A645-D802-4262-89BA-60011CA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8969E-F324-4A6E-ABC3-560E5417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A50BC-1930-4DB6-8BF8-FBF0E2B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45DA3-3120-4FB6-BA4D-A04D5CDE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167A3-F046-496D-9E9B-39F9E06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Incertidumbre calibrada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1267A-386E-48AE-B5E7-7AA33BF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 sistema recomienda negar una compensación. El equipo reconstruye fundamento, incertidumbre, actor decisor y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02AC4-3C37-454E-89F0-E6F2B7D9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EAAC9-5EF0-4F80-92DA-CD933E18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494986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9A3CD-08FE-4471-9999-FE99EF3B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0DB3-A6C2-4C7D-8DA1-4F87B8B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34604-B815-4A4C-8259-3D849460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F740C-F80B-4BE9-BC3D-18A0267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93362-AF9C-4BC2-9370-10A5ED8D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BF1B8-9F50-4ADC-86AA-6E68C058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FDC7C-FAA2-4CBE-9586-37760DA3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2D011-A242-4404-8D4B-1DCA6D47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Ataque de fluidez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05B83-091C-461E-935F-1F4B0C60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3BF5D-C347-4713-B9F1-11C9088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4F4DF-3FAD-4102-9869-7D029347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2F2B0-3674-44DA-AE41-0A54813F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F37A8-1F6F-42E7-ADAB-255B539E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respuesta convincente inventa una política. Se prueban procedencia, recuperación, verificación y condición de abstención.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C0F03-0FED-4FEB-9071-A18C1117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474971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0D8B5-BBC9-497D-B4DF-4AEC80B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E4F93-7AE9-41E6-88DC-86C5256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AF0CB-5303-44AA-A4DA-189B2A8E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DAC87-729F-448D-98A9-2EAB4C8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049FF-E044-4017-BB27-6FE09E4E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2F7E1-0B85-4192-B2D5-CBFEDDEE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02300-B0BD-4C35-B61F-B3D7CC9E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2B52B-5748-4460-B8EF-865DD6F7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pertinencia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FCCE7-65D3-4E67-8E48-F8237EB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870D9-80BF-4761-B585-C3D9B0C1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D3E27-4403-4A0F-B26D-ADCD7FBB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defienden usar, limitar o descartar IA y registran evidencia que podría cambiar la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DC25E-7153-4266-9D01-B881357C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04764-A77A-4D01-9AA3-B8167AE9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C95C8-9210-4C62-A8AD-CF14600F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02A3B-CED1-472D-8435-D712955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CE4C2-F1EB-44BD-B5B8-D5AD4B89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CA7AD-E815-464F-8F1B-6CECB787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8F2EF-ABDC-4B7A-A6D8-D6FBEF8E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39F2E-502C-43EF-B74B-04B752E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4D9F0-1029-47BA-8CA3-99C8216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498F7-5419-4F7F-93B8-E7904054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C3AD9-C660-49DA-8D30-C0008C51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79257-D086-4FDA-AF52-D83FE9B3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0967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D8197-B4D8-40DE-9A77-E9CFF942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252E0-03A7-4FC3-8519-49F1993E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D90EB-5627-4AFE-981C-7C10903D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53164-CDB0-4A22-B370-2C76B97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033D8-68B2-4EAD-BE48-3A610B98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675DF-EAE4-4D91-9B23-51DA2F41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D0C16-1633-498D-B18F-5E4594AC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16E30-7613-4277-AB56-074F4B07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BD944-4B7B-4047-8B11-B6184C22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A189A-40F4-4080-9DC2-7AD62810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9126E-65C0-494A-8DD3-725D4132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define qué población, daño y supervisión deberán evaluarse en N32.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B5723-E914-4336-B3C5-D8DB5A4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3999A-4D65-4923-A8E6-FB8180B5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6A81B-DCEE-4B1D-B29C-F21250BD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A7DB7-1143-4F23-ACBD-44CCBBBE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D3993-D934-4FA1-95C4-4427A1F9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93A6C-920D-413D-9214-3A91532D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68984-85E1-47A3-9542-9569BCF1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0555D-E03E-4636-9EBA-263D85C8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98274-6BD4-4577-94A8-CB350379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9F0AA-E14C-4B68-94CF-901C202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B6F01-6235-4D96-8F33-9C7ADFE9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D30CC-DE9F-4901-BC79-C97D29E4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42470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9A95F-0D0C-41D3-87E9-4DFB63F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8636B-DD31-4B4C-A6E2-7848BD49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65DB3-9AAB-47A5-8E3E-30141E32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B9216-D6C2-401B-8838-B36B595B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106D5-6F14-4188-8F87-AC32D5A0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48FDF-AE29-4F9C-8F1F-F342B4E8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7C689-D2FC-4004-BA1D-955DA533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80CBD-8A44-407E-A4C1-BE5C8605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65525-A6F6-44E2-8ADE-FD40DBE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16B9B-0C63-46C3-B812-55ACFBD0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273D5-D705-4E65-81B0-9AC7DE75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FE7AF-C20F-4FC0-9255-6A47D92D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71B9C-79C9-49DE-BE2A-9E6847E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69D1E-4450-473E-9E88-501FDCA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A4A7C-FD73-40B1-ABCC-34AA9ECD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decisión HH-31 de pertinencia, modalidad y autonomía de IA con alternativa, límites y salida.</a:t>
            </a:r>
          </a:p>
        </p:txBody>
      </p:sp>
    </p:spTree>
    <p:extLst>
      <p:ext uri="{BB962C8B-B14F-4D97-AF65-F5344CB8AC3E}">
        <p14:creationId xmlns:p14="http://schemas.microsoft.com/office/powerpoint/2010/main" val="803429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2026-09-15T15:47:30.0430000Z</dcterms:created>
  <dcterms:modified xsi:type="dcterms:W3CDTF">2026-09-15T15:47:30.0430000Z</dcterms:modified>
</coreProperties>
</file>