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ec7b51ee844879" /><Relationship Type="http://schemas.openxmlformats.org/officeDocument/2006/relationships/extended-properties" Target="/docProps/app.xml" Id="R8e021181f0694c00" /><Relationship Type="http://schemas.openxmlformats.org/officeDocument/2006/relationships/officeDocument" Target="/ppt/presentation.xml" Id="Rb6395e8ae23841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c7fd4163e647e0"/>
  </p:sldMasterIdLst>
  <p:notesMasterIdLst>
    <p:notesMasterId xmlns:r="http://schemas.openxmlformats.org/officeDocument/2006/relationships" r:id="R60b2f41e27aa4230"/>
  </p:notesMasterIdLst>
  <p:sldIdLst>
    <p:sldId xmlns:r="http://schemas.openxmlformats.org/officeDocument/2006/relationships" id="256" r:id="Rb4c7e25219024381"/>
    <p:sldId xmlns:r="http://schemas.openxmlformats.org/officeDocument/2006/relationships" id="257" r:id="Rf9bd689efdf948c7"/>
    <p:sldId xmlns:r="http://schemas.openxmlformats.org/officeDocument/2006/relationships" id="258" r:id="Rb2436a8f99744543"/>
    <p:sldId xmlns:r="http://schemas.openxmlformats.org/officeDocument/2006/relationships" id="259" r:id="Rc8938c0e7db140a1"/>
    <p:sldId xmlns:r="http://schemas.openxmlformats.org/officeDocument/2006/relationships" id="260" r:id="R3209cde410424de0"/>
    <p:sldId xmlns:r="http://schemas.openxmlformats.org/officeDocument/2006/relationships" id="261" r:id="Rcb63730d0c5b44fc"/>
    <p:sldId xmlns:r="http://schemas.openxmlformats.org/officeDocument/2006/relationships" id="262" r:id="Rb5f70162d21b4176"/>
    <p:sldId xmlns:r="http://schemas.openxmlformats.org/officeDocument/2006/relationships" id="263" r:id="Rf34926c13f5c41e0"/>
    <p:sldId xmlns:r="http://schemas.openxmlformats.org/officeDocument/2006/relationships" id="264" r:id="Rb74ee2d296644862"/>
    <p:sldId xmlns:r="http://schemas.openxmlformats.org/officeDocument/2006/relationships" id="265" r:id="Rc27af1d094004f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0a94c7e39f4954" /><Relationship Type="http://schemas.openxmlformats.org/officeDocument/2006/relationships/slideMaster" Target="/ppt/slideMasters/slideMaster1.xml" Id="R1ac7fd4163e647e0" /><Relationship Type="http://schemas.openxmlformats.org/officeDocument/2006/relationships/notesMaster" Target="/ppt/notesMasters/notesMaster1.xml" Id="R60b2f41e27aa4230" /><Relationship Type="http://schemas.openxmlformats.org/officeDocument/2006/relationships/presProps" Target="/ppt/presProps.xml" Id="R6c9cd008437c4d57" /><Relationship Type="http://schemas.openxmlformats.org/officeDocument/2006/relationships/tableStyles" Target="/ppt/tableStyles.xml" Id="R180236527d86498a" /><Relationship Type="http://schemas.openxmlformats.org/officeDocument/2006/relationships/slide" Target="/ppt/slides/slide1.xml" Id="Rb4c7e25219024381" /><Relationship Type="http://schemas.openxmlformats.org/officeDocument/2006/relationships/slide" Target="/ppt/slides/slide2.xml" Id="Rf9bd689efdf948c7" /><Relationship Type="http://schemas.openxmlformats.org/officeDocument/2006/relationships/slide" Target="/ppt/slides/slide3.xml" Id="Rb2436a8f99744543" /><Relationship Type="http://schemas.openxmlformats.org/officeDocument/2006/relationships/slide" Target="/ppt/slides/slide4.xml" Id="Rc8938c0e7db140a1" /><Relationship Type="http://schemas.openxmlformats.org/officeDocument/2006/relationships/slide" Target="/ppt/slides/slide5.xml" Id="R3209cde410424de0" /><Relationship Type="http://schemas.openxmlformats.org/officeDocument/2006/relationships/slide" Target="/ppt/slides/slide6.xml" Id="Rcb63730d0c5b44fc" /><Relationship Type="http://schemas.openxmlformats.org/officeDocument/2006/relationships/slide" Target="/ppt/slides/slide7.xml" Id="Rb5f70162d21b4176" /><Relationship Type="http://schemas.openxmlformats.org/officeDocument/2006/relationships/slide" Target="/ppt/slides/slide8.xml" Id="Rf34926c13f5c41e0" /><Relationship Type="http://schemas.openxmlformats.org/officeDocument/2006/relationships/slide" Target="/ppt/slides/slide9.xml" Id="Rb74ee2d296644862" /><Relationship Type="http://schemas.openxmlformats.org/officeDocument/2006/relationships/slide" Target="/ppt/slides/slide10.xml" Id="Rc27af1d094004f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c5f52554ab49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210c876c9b4007" /><Relationship Type="http://schemas.openxmlformats.org/officeDocument/2006/relationships/notesMaster" Target="/ppt/notesMasters/notesMaster1.xml" Id="R274f4a88c51e4d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a8c695177d4500" /><Relationship Type="http://schemas.openxmlformats.org/officeDocument/2006/relationships/notesMaster" Target="/ppt/notesMasters/notesMaster1.xml" Id="Rb24f7ad2a68b43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dd78abad8047e1" /><Relationship Type="http://schemas.openxmlformats.org/officeDocument/2006/relationships/notesMaster" Target="/ppt/notesMasters/notesMaster1.xml" Id="Re97042d221aa4e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dc68d5f0d444e7" /><Relationship Type="http://schemas.openxmlformats.org/officeDocument/2006/relationships/notesMaster" Target="/ppt/notesMasters/notesMaster1.xml" Id="Re557996cedef4c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b1506022d44220" /><Relationship Type="http://schemas.openxmlformats.org/officeDocument/2006/relationships/notesMaster" Target="/ppt/notesMasters/notesMaster1.xml" Id="R8c90a9a9d1124d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17a30d52a14383" /><Relationship Type="http://schemas.openxmlformats.org/officeDocument/2006/relationships/notesMaster" Target="/ppt/notesMasters/notesMaster1.xml" Id="Rf31283f3292a44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524a36949840b7" /><Relationship Type="http://schemas.openxmlformats.org/officeDocument/2006/relationships/notesMaster" Target="/ppt/notesMasters/notesMaster1.xml" Id="R6b907c372ee74e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05e9e3a92a4229" /><Relationship Type="http://schemas.openxmlformats.org/officeDocument/2006/relationships/notesMaster" Target="/ppt/notesMasters/notesMaster1.xml" Id="Rb36e942be84442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2962af9bcf54690" /><Relationship Type="http://schemas.openxmlformats.org/officeDocument/2006/relationships/notesMaster" Target="/ppt/notesMasters/notesMaster1.xml" Id="Rc1a436e5298f49b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78943c7765848b6" /><Relationship Type="http://schemas.openxmlformats.org/officeDocument/2006/relationships/notesMaster" Target="/ppt/notesMasters/notesMaster1.xml" Id="Ree7203e1684444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decisión cambia.</a:t>
            </a:r>
          </a:p>
          <a:p xmlns:a="http://schemas.openxmlformats.org/drawingml/2006/main">
            <a:r>
              <a:t>Señal para avanzar: Aparece tarea y consecuencia.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decisión fundada sobre si una tarea necesita reglas, predicción, generación, agencia o ninguna IA.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tarea concreta se intenta mejorar?</a:t>
            </a:r>
          </a:p>
          <a:p xmlns:a="http://schemas.openxmlformats.org/drawingml/2006/main">
            <a:r>
              <a:t>• ¿Qué resuelve una regla?</a:t>
            </a:r>
          </a:p>
          <a:p xmlns:a="http://schemas.openxmlformats.org/drawingml/2006/main">
            <a:r>
              <a:t>• ¿Qué incertidumbre conserva la predicción?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decisión HH-31 de pertinencia, modalidad y autonomía de IA con alternativa, límites y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Alternativa sin 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Triaje de tareas · 10 minutos</a:t>
            </a:r>
          </a:p>
          <a:p xmlns:a="http://schemas.openxmlformats.org/drawingml/2006/main">
            <a:r>
              <a:t>Las tareas se clasifican como regla, predicción, generación, agencia o no intervención, con una consecuencia por elección.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Exigir línea de base real.</a:t>
            </a:r>
          </a:p>
          <a:p xmlns:a="http://schemas.openxmlformats.org/drawingml/2006/main">
            <a:r>
              <a:t>Señal para avanzar: Se identifica valor incremental.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decisión fundada sobre si una tarea necesita reglas, predicción, generación, agencia o ninguna IA.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resuelve una regla?</a:t>
            </a:r>
          </a:p>
          <a:p xmlns:a="http://schemas.openxmlformats.org/drawingml/2006/main">
            <a:r>
              <a:t>• ¿Qué incertidumbre conserva la predicción?</a:t>
            </a:r>
          </a:p>
          <a:p xmlns:a="http://schemas.openxmlformats.org/drawingml/2006/main">
            <a:r>
              <a:t>• ¿Quién puede contradecir la salida?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decisión HH-31 de pertinencia, modalidad y autonomía de IA con alternativa, límites y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Regla, predicción, generación y agencia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Línea de base sin IA · 15 minutos</a:t>
            </a:r>
          </a:p>
          <a:p xmlns:a="http://schemas.openxmlformats.org/drawingml/2006/main">
            <a:r>
              <a:t>Cada equipo diseña la alternativa más simple y mide qué problema queda realmente abierto.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Comparar función y límite.</a:t>
            </a:r>
          </a:p>
          <a:p xmlns:a="http://schemas.openxmlformats.org/drawingml/2006/main">
            <a:r>
              <a:t>Señal para avanzar: No se confunden salidas.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decisión fundada sobre si una tarea necesita reglas, predicción, generación, agencia o ninguna IA.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incertidumbre conserva la predicción?</a:t>
            </a:r>
          </a:p>
          <a:p xmlns:a="http://schemas.openxmlformats.org/drawingml/2006/main">
            <a:r>
              <a:t>• ¿Quién puede contradecir la salida?</a:t>
            </a:r>
          </a:p>
          <a:p xmlns:a="http://schemas.openxmlformats.org/drawingml/2006/main">
            <a:r>
              <a:t>• ¿Qué fuente sostiene la generación?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decisión HH-31 de pertinencia, modalidad y autonomía de IA con alternativa, límites y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Escalera de autonomía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Laboratorio de modalidad · 17 minutos</a:t>
            </a:r>
          </a:p>
          <a:p xmlns:a="http://schemas.openxmlformats.org/drawingml/2006/main">
            <a:r>
              <a:t>Se asignan entradas, salidas, incertidumbre y criterio de éxito a cada modalidad sin confundirlas.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Agregar permisos y reversión.</a:t>
            </a:r>
          </a:p>
          <a:p xmlns:a="http://schemas.openxmlformats.org/drawingml/2006/main">
            <a:r>
              <a:t>Señal para avanzar: El control humano es efectivo.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decisión fundada sobre si una tarea necesita reglas, predicción, generación, agencia o ninguna IA.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puede contradecir la salida?</a:t>
            </a:r>
          </a:p>
          <a:p xmlns:a="http://schemas.openxmlformats.org/drawingml/2006/main">
            <a:r>
              <a:t>• ¿Qué fuente sostiene la generación?</a:t>
            </a:r>
          </a:p>
          <a:p xmlns:a="http://schemas.openxmlformats.org/drawingml/2006/main">
            <a:r>
              <a:t>• ¿Cuándo debe dejar de usarse?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decisión HH-31 de pertinencia, modalidad y autonomía de IA con alternativa, límites y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Decisión HH-31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Escalera de autonomía · 18 minutos</a:t>
            </a:r>
          </a:p>
          <a:p xmlns:a="http://schemas.openxmlformats.org/drawingml/2006/main">
            <a:r>
              <a:t>La misma tarea pasa por sugerir, preparar, ejecutar con aprobación y actuar. Se agregan permisos, reversión y trazabilidad.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recomendación de autoridad.</a:t>
            </a:r>
          </a:p>
          <a:p xmlns:a="http://schemas.openxmlformats.org/drawingml/2006/main">
            <a:r>
              <a:t>Señal para avanzar: Se ve quién responde.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decisión fundada sobre si una tarea necesita reglas, predicción, generación, agencia o ninguna IA.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fuente sostiene la generación?</a:t>
            </a:r>
          </a:p>
          <a:p xmlns:a="http://schemas.openxmlformats.org/drawingml/2006/main">
            <a:r>
              <a:t>• ¿Cuándo debe dejar de usarse?</a:t>
            </a:r>
          </a:p>
          <a:p xmlns:a="http://schemas.openxmlformats.org/drawingml/2006/main">
            <a:r>
              <a:t>• ¿Qué tarea concreta se intenta mejorar?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decisión HH-31 de pertinencia, modalidad y autonomía de IA con alternativa, límites y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Incertidumbre calibrada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Prueba HH-31 · 18 minutos</a:t>
            </a:r>
          </a:p>
          <a:p xmlns:a="http://schemas.openxmlformats.org/drawingml/2006/main">
            <a:r>
              <a:t>Un sistema recomienda negar una compensación. El equipo reconstruye fundamento, incertidumbre, actor decisor y reparación.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Evitar certeza binaria ficticia.</a:t>
            </a:r>
          </a:p>
          <a:p xmlns:a="http://schemas.openxmlformats.org/drawingml/2006/main">
            <a:r>
              <a:t>Señal para avanzar: La decisión usa límites.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decisión fundada sobre si una tarea necesita reglas, predicción, generación, agencia o ninguna IA.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¿Cuándo debe dejar de usarse?</a:t>
            </a:r>
          </a:p>
          <a:p xmlns:a="http://schemas.openxmlformats.org/drawingml/2006/main">
            <a:r>
              <a:t>• ¿Qué tarea concreta se intenta mejorar?</a:t>
            </a:r>
          </a:p>
          <a:p xmlns:a="http://schemas.openxmlformats.org/drawingml/2006/main">
            <a:r>
              <a:t>• ¿Qué resuelve una regla?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decisión HH-31 de pertinencia, modalidad y autonomía de IA con alternativa, límites y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Respuesta fluida falsa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Ataque de fluidez · 16 minutos</a:t>
            </a:r>
          </a:p>
          <a:p xmlns:a="http://schemas.openxmlformats.org/drawingml/2006/main">
            <a:r>
              <a:t>Una respuesta convincente inventa una política. Se prueban procedencia, recuperación, verificación y condición de abstención.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procedencia verificable.</a:t>
            </a:r>
          </a:p>
          <a:p xmlns:a="http://schemas.openxmlformats.org/drawingml/2006/main">
            <a:r>
              <a:t>Señal para avanzar: El sistema puede abstenerse.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decisión fundada sobre si una tarea necesita reglas, predicción, generación, agencia o ninguna IA.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tarea concreta se intenta mejorar?</a:t>
            </a:r>
          </a:p>
          <a:p xmlns:a="http://schemas.openxmlformats.org/drawingml/2006/main">
            <a:r>
              <a:t>• ¿Qué resuelve una regla?</a:t>
            </a:r>
          </a:p>
          <a:p xmlns:a="http://schemas.openxmlformats.org/drawingml/2006/main">
            <a:r>
              <a:t>• ¿Qué incertidumbre conserva la predicción?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decisión HH-31 de pertinencia, modalidad y autonomía de IA con alternativa, límites y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Consejo de pertinencia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Consejo de pertinencia · 18 minutos</a:t>
            </a:r>
          </a:p>
          <a:p xmlns:a="http://schemas.openxmlformats.org/drawingml/2006/main">
            <a:r>
              <a:t>Los equipos defienden usar, limitar o descartar IA y registran evidencia que podría cambiar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Mantener abierta la no adopción.</a:t>
            </a:r>
          </a:p>
          <a:p xmlns:a="http://schemas.openxmlformats.org/drawingml/2006/main">
            <a:r>
              <a:t>Señal para avanzar: La decisión es comparativa.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decisión fundada sobre si una tarea necesita reglas, predicción, generación, agencia o ninguna IA.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resuelve una regla?</a:t>
            </a:r>
          </a:p>
          <a:p xmlns:a="http://schemas.openxmlformats.org/drawingml/2006/main">
            <a:r>
              <a:t>• ¿Qué incertidumbre conserva la predicción?</a:t>
            </a:r>
          </a:p>
          <a:p xmlns:a="http://schemas.openxmlformats.org/drawingml/2006/main">
            <a:r>
              <a:t>• ¿Quién puede contradecir la salida?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decisión HH-31 de pertinencia, modalidad y autonomía de IA con alternativa, límites y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Condición de salida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Cierre y puente · 8 minutos</a:t>
            </a:r>
          </a:p>
          <a:p xmlns:a="http://schemas.openxmlformats.org/drawingml/2006/main">
            <a:r>
              <a:t>Se define qué población, daño y supervisión deberán evaluarse en N32.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Definir monitoreo y retiro.</a:t>
            </a:r>
          </a:p>
          <a:p xmlns:a="http://schemas.openxmlformats.org/drawingml/2006/main">
            <a:r>
              <a:t>Señal para avanzar: La IA no queda permanente.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decisión fundada sobre si una tarea necesita reglas, predicción, generación, agencia o ninguna IA.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incertidumbre conserva la predicción?</a:t>
            </a:r>
          </a:p>
          <a:p xmlns:a="http://schemas.openxmlformats.org/drawingml/2006/main">
            <a:r>
              <a:t>• ¿Quién puede contradecir la salida?</a:t>
            </a:r>
          </a:p>
          <a:p xmlns:a="http://schemas.openxmlformats.org/drawingml/2006/main">
            <a:r>
              <a:t>• ¿Qué fuente sostiene la generación?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decisión HH-31 de pertinencia, modalidad y autonomía de IA con alternativa, límites y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Nombrar población y daño.</a:t>
            </a:r>
          </a:p>
          <a:p xmlns:a="http://schemas.openxmlformats.org/drawingml/2006/main">
            <a:r>
              <a:t>Señal para avanzar: Surge plan de evaluación desagregada.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decisión fundada sobre si una tarea necesita reglas, predicción, generación, agencia o ninguna IA.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puede contradecir la salida?</a:t>
            </a:r>
          </a:p>
          <a:p xmlns:a="http://schemas.openxmlformats.org/drawingml/2006/main">
            <a:r>
              <a:t>• ¿Qué fuente sostiene la generación?</a:t>
            </a:r>
          </a:p>
          <a:p xmlns:a="http://schemas.openxmlformats.org/drawingml/2006/main">
            <a:r>
              <a:t>• ¿Cuándo debe dejar de usarse?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una decisión HH-31 de pertinencia, modalidad y autonomía de IA con alternativa, límites y salida.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823da8e30b46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8f5dc1b11540d2" /><Relationship Type="http://schemas.openxmlformats.org/officeDocument/2006/relationships/slideLayout" Target="/ppt/slideLayouts/slideLayout1.xml" Id="R299fcbbd64bf46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9fcbbd64bf46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6111490ab400c" /><Relationship Type="http://schemas.openxmlformats.org/officeDocument/2006/relationships/notesSlide" Target="/ppt/notesSlides/notesSlide1.xml" Id="Rd9ad77d5a01b4c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fff8e9a584304" /><Relationship Type="http://schemas.openxmlformats.org/officeDocument/2006/relationships/notesSlide" Target="/ppt/notesSlides/notesSlide2.xml" Id="Rc09b3d690d5b46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2a6e3cb444f13" /><Relationship Type="http://schemas.openxmlformats.org/officeDocument/2006/relationships/notesSlide" Target="/ppt/notesSlides/notesSlide3.xml" Id="Rc58a84a8ef6e4d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6b0f7e8e34de0" /><Relationship Type="http://schemas.openxmlformats.org/officeDocument/2006/relationships/notesSlide" Target="/ppt/notesSlides/notesSlide4.xml" Id="Rfae0f880c5134a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1e963daf6484d" /><Relationship Type="http://schemas.openxmlformats.org/officeDocument/2006/relationships/notesSlide" Target="/ppt/notesSlides/notesSlide5.xml" Id="Rc032ed0e2afa49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ea7fa0b81420c" /><Relationship Type="http://schemas.openxmlformats.org/officeDocument/2006/relationships/notesSlide" Target="/ppt/notesSlides/notesSlide6.xml" Id="R68a96f1ee2bf4a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b2793faaf49a4" /><Relationship Type="http://schemas.openxmlformats.org/officeDocument/2006/relationships/notesSlide" Target="/ppt/notesSlides/notesSlide7.xml" Id="Raaa44f4c1bb142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8ae00d42f4770" /><Relationship Type="http://schemas.openxmlformats.org/officeDocument/2006/relationships/notesSlide" Target="/ppt/notesSlides/notesSlide8.xml" Id="Rc89ce595e8de4d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ded2ba06e4bc4" /><Relationship Type="http://schemas.openxmlformats.org/officeDocument/2006/relationships/notesSlide" Target="/ppt/notesSlides/notesSlide9.xml" Id="Ra25617a5584942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41c07455d4833" /><Relationship Type="http://schemas.openxmlformats.org/officeDocument/2006/relationships/notesSlide" Target="/ppt/notesSlides/notesSlide10.xml" Id="R4a1afddeae224d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7F5E7-5019-42D0-B2B6-0B5A8B64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BA6DE-729F-47DC-9E0B-DFD4C946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B7EFB-1767-4C89-9C8A-4AAFEC39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0937A-EEC3-47F8-8E36-D0EAD7E9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3652CA-E2E3-4B33-AB0A-A0A34478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B0D5F-345F-471B-BEEF-29E2B314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2E7CA2-8F90-4706-B840-B58DE431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E27AFB-6186-4492-B514-032375FE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CCE7BA-C703-4C63-8DC9-8060672A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Reglas, predicción, generación y agencia: cuándo la IA es pertinente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4DFD6-B8F6-437C-B511-5ADD002D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decidir si hace falta usar inteligencia artificial o si una regla, una búsqueda o un proceso mejor diseñado resolverían mejor el problema?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45B31-DABF-41B7-89BA-3D7F4882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F2FA1-29DB-430D-9916-0C5FDA3A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14753127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CFBAFD-E11A-4F1D-88B2-41F1EE6A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D8652D-8A83-4180-86DD-367066B6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58F62-E14F-4272-ADC5-7FB00C67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3B934-821F-4AE8-8A0B-E9C6EA86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D3D557-6B17-4912-AD75-1EC1C872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1699F8-F751-405B-8FC2-68D2E02E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7B800-986A-4998-8A38-0C9F29F7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1A541-3873-43A7-8F1C-78059F76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Triaje de tareas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40CF5-D042-4445-A914-DB902E12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8CB86-62EF-436F-B382-98AFB9BE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C3849-F618-4946-BCC2-33078EBE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Las tareas se clasifican como regla, predicción, generación, agencia o no intervención, con una consecuencia por elección.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F7EEE2-6309-4BD8-90CA-F8F67277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2F84FD-69BD-4FD2-B857-93A0A29C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025835-FA24-4E5C-806D-8A452AE8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649A1F-460E-4881-86F0-378E9D653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EB9E6A-B52E-41C1-BA5D-211F6521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4C5D54-A076-40AB-84B4-DF9AD3A6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B78865-C1B2-4E06-97AC-CD91D53A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0DFACB-6930-48A2-A777-12FBF161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1A02B7-E700-42E2-B15B-A5A5439F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3F57A7-FECA-4B09-87BA-1C629A94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15234404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FD905C-6CBF-4CDA-AD56-64DF1B6D5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278FF-5396-4D1E-A31D-E8081740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B13894-1352-44B9-994D-00D1886B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81870C-E6BA-42A1-A40C-9BC0F98F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1B42AF-0F2D-421F-B59C-9158171C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B4225-1118-424B-BC07-497F6E22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EB8BD-F428-4802-8C34-3296DFE8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FA2F95-F446-4F83-9E7B-CB1A2684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Línea de base sin 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382C7C-C196-4CE1-AB38-296F0175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2C9E3B-745F-425C-A7B6-3AB2C492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64DA8-20BC-4182-8FB9-A948FF32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diseña la alternativa más simple y mide qué problema queda realmente abierto.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14D8CA-EE56-41F0-A260-15C6E06B7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F7ABFC-E280-448F-BC48-2745A58D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6D5671-DCA1-4EB8-9F6A-C7F20937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Regla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E5B8C-AC34-4378-93EF-4EE4C0FF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681117-EE41-4B94-B172-FA834D59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55705C-A726-4F2C-9581-C1DBCB2F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23ED62-4605-47A3-AA96-2A343932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predicción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654C97-6274-482F-AD8D-FED9DD54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49DA96-63A6-44F0-AB48-CF1A00B6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5A763B-C13A-42AC-AE0D-BBC239B3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43E38A-D6E6-4D36-A2B6-08F910A4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generación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B4E54D-D926-41A0-A03E-AA10D9B5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8446437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3AD153-57C4-4D5B-8838-DDB52875A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DF873-A02F-4D7A-A4AB-FCBFFDC1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CA956-CFA7-4440-9693-95992F3E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A459F-74F6-4E02-897A-68CC4923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7C2061-7B13-4C50-A196-C0D4D8B5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B7B70-6588-49B7-8AA0-9A600D5B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0A331-7F7C-409D-81C1-ADC351C0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9CEF8F-3506-4ACC-9FBD-5E8CFD66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Laboratorio de modalidad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2751DB-8558-4AF1-B1FE-A90A7103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48DD85-60D7-42EB-9C4D-0A87CE3E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676CD-C72F-4D7B-9B15-E22FD4BE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asignan entradas, salidas, incertidumbre y criterio de éxito a cada modalidad sin confundirlas.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5CD662-BBD7-49D7-9FC6-E57E8BF9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8DCF2D-CF66-487A-8571-3037C08C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712F23-E7CD-4346-8875-CDC17FEF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88920C-E71C-453B-941A-3E6CC73E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4DDB28-5711-4798-9B0B-03FA6BF0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1ACBFD-FE18-41DD-949D-46B77A00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7153549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DA39C9-0537-442C-ADDE-576A5B53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8B5F4-46B0-44E1-88F6-D9B2012C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1679C-F224-4A2E-B52D-120566DE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3DC5E-01A9-4931-9B4D-C0E7D2A2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078520-FB2D-41CD-A068-F58A588C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5FAB68-550E-4BC6-B522-27FD69689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65799-445B-4E8D-82E4-BE4A344B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72D91-B68A-4355-BD10-E83F09ED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Escalera de autonomía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9E15D-7CDD-4DE9-B57E-B8EB3F99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07B0E4-4AC1-455A-A693-C9055D0A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32DB31-5854-40F5-AEFC-133E8D80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La misma tarea pasa por sugerir, preparar, ejecutar con aprobación y actuar. Se agregan permisos, reversión y trazabilidad.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4AB7F-8E96-44BB-965F-D087ED1F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CF19DA-C84C-4021-A057-17EFB012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36713F-8504-44AC-A755-BA0C8710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F14F9D-CBE1-4C82-A5EF-851EDCB0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C1F6BD-CA11-4E36-8230-570D33C6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952594-970B-44EE-89AE-9F2EE527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139281-65F5-49B8-84D4-089F78D4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AFCDD6-52AC-4990-A81C-22F0F00D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411ECD-5825-47D8-8809-204A6E5A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772733-7A76-499F-A364-8049FACA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AA03FC-CFA2-462C-BED9-C92ABFD5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CC34D1-AFDB-4B0A-AF56-C451B7BA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1273880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1CC3B-7F7A-4877-85B0-4B85FBD8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17B5D-B402-451B-AA31-4613BE98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BD5BE8-9E94-4575-972F-83CAD547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88B39-F292-4D13-9881-E1701342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02C47-918B-457B-8ECD-34E19C9B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1F0C4F-B874-453F-807D-ADAC4F49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5711E-B453-426A-A4A9-7143B0BC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D5E765-147F-4DB7-9961-9504E12D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Prueba HH-31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1482E-7703-466E-90AF-9E8F4EBB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9EF9C-0534-4EE0-838E-D6CD40EB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F1EDEC-0633-4EF7-A125-DFBFF86E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76078C-7D8E-451E-A6E1-9891A4F8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5DAE90-AFDE-4C1B-BA84-9E811168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Incertidumbre calibrada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E1FA8B-39D9-4EE8-B43B-AA43849D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 sistema recomienda negar una compensación. El equipo reconstruye fundamento, incertidumbre, actor decisor y reparación.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96975E-9AD7-477F-8B43-DC338AB2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63D600-94E4-4514-B84E-0E773B80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004773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77CEF1-F073-40C1-B58E-CE94843B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2C867-2424-4B6E-8DA6-539B5A3A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58D56-1FAB-49A6-B775-F41F0A5D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390820-D000-4312-95C8-48BFD343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1F41D-9BEC-482F-9150-0E5FCC36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274B2-4C28-40C3-868A-0EDAC9A2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38D6F-1639-446D-B2EF-DBC58214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D0B834-06D5-4583-931E-8577D773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Ataque de fluidez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79537-BD32-4956-A1CF-980681C7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86CCF-5566-4527-8288-387E9E03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16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33377E-A90C-4563-B2B9-8F29C1FE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3483E5-75D3-4AF9-A31A-9F52BB57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BFBC5-345D-4834-817E-73FEEAE9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Una respuesta convincente inventa una política. Se prueban procedencia, recuperación, verificación y condición de abstención.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53BB46-BE82-4561-8E5A-1E397331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4203708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718459-5933-4AEE-800D-4A7DBA8E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AE895-A1DC-4E76-858C-408D4A47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F92B5-8F5B-4622-8CD2-323DF26F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BF106-5EFD-44AC-A3DD-855BD94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E453A-F770-478C-9BDA-D3EB7289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AE521A-0B56-403C-8080-07E6C025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B4ED59-7E2D-4C1E-A61D-380F9798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138A20-766A-4508-A1F0-0FAC6A16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Consejo de pertinencia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045585-F09C-43A9-947F-D92FD7E3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D12549-472C-4944-A73B-0A9A1F2D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A666CE-A5D9-4A4C-A6BF-A5CC5ABA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defienden usar, limitar o descartar IA y registran evidencia que podría cambiar la decisión.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02DAA9-8182-422E-BF0D-983D2EA9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4B41F-A48A-400A-9FCD-1E7F22D6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31BEDF-AD3B-4329-BED4-8C3E04EA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01C66F-78E1-46FF-BBD4-5362858C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F52B95-6512-4BA3-9A50-E6001CB8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389D42-2111-4193-B542-8A9761A3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CE0A32-CD0A-46F6-A42C-DAB0C36B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9E3A18-59B6-47B1-A87F-6FEC2BD6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18C049-29B3-4FDE-B3C8-CAAF68A7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F775EE-A290-4D8E-A09C-E59638C4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9F9C52-A678-48A9-BF6B-BFD99E53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980762-1375-4612-9356-2824029B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641198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C10809-D7D8-4E45-B92D-DD8EE102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28159-8C6F-4512-8133-F88A952B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02F3E-3068-4981-BA2C-7EA2A027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C37FE-A2A6-46EC-8B3F-3474627F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0495C-5465-48EA-9D87-01ACC0A2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4A1E8-26D7-4518-8420-238C6CB4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CD05E-FCAE-4420-9D87-A72E7679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28367B-70A3-4EC3-8C3D-DAC0EA07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968BBE-68E5-4AC4-AFDC-99F13720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2C998-763D-4AF1-ADD3-8E887E56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35B11-E2A2-4D2D-B3B8-B64E4694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define qué población, daño y supervisión deberán evaluarse en N32.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A2200-D874-4422-8015-D2580891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B56EC7-D970-4387-BCCF-6E04245C8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E43885-4EAC-4734-8E55-C04B30BA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D5D452-9D34-4D66-838B-2219E6F5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29673B-C10E-4FF3-83EE-A7134C21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0FD797-F436-4BD9-B21B-5F41C1CD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A165DE-8499-450E-A3BE-BBBB46FC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A0F9A3-AAF5-4EA5-BD96-8E223606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64A80A-BEA2-4B2E-A3CD-BC8DF9A6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9DBEA0-BEA5-4017-ADA3-6EF54443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02D2C3-0FB0-40D3-AC53-4BC32CBC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AC9703-BE28-4C9F-837F-3923E8C7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3572543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1CD874-7BD0-4F24-8F1C-EF8AEBF2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21A44-D526-4DD3-83C1-E42B8EC9C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N31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69F052-A17E-4A5C-BBE8-0A698E299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C7E17C-C181-40F9-9473-1F36FDAA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G · IA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BF80B4-1376-498E-AD48-8BE3E86A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7D3F9-69F3-4C2E-A88C-B70A6FEB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2C2903-9F95-438F-B8AC-F6B4AC80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8E8FE5-A5F8-4915-8CCB-A354966E1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3EEBC-E177-4830-AD83-330C1CFE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583B41-08F3-456E-970E-7B38C0C3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FE034-E1E4-4E42-B36E-2FFF6F12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505C19-9446-46CD-B39A-4D9ED55D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0D398D-F78C-4F26-9D38-CCFEE7BA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441E84-1072-44D8-A1A3-61C07B94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03B7B1-21EC-4375-BD1B-0CC10BBE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una decisión HH-31 de pertinencia, modalidad y autonomía de IA con alternativa, límites y salida.</a:t>
            </a:r>
          </a:p>
        </p:txBody>
      </p:sp>
    </p:spTree>
    <p:extLst>
      <p:ext uri="{BB962C8B-B14F-4D97-AF65-F5344CB8AC3E}">
        <p14:creationId xmlns:p14="http://schemas.microsoft.com/office/powerpoint/2010/main" val="12716816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2026-09-14T03:54:53.3320000Z</dcterms:created>
  <dcterms:modified xsi:type="dcterms:W3CDTF">2026-09-14T03:54:53.3320000Z</dcterms:modified>
</coreProperties>
</file>