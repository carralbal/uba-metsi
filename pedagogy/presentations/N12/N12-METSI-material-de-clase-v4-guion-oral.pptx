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62eb20df844f8" /><Relationship Type="http://schemas.openxmlformats.org/officeDocument/2006/relationships/extended-properties" Target="/docProps/app.xml" Id="Rf2ebabcc765e4259" /><Relationship Type="http://schemas.openxmlformats.org/officeDocument/2006/relationships/officeDocument" Target="/ppt/presentation.xml" Id="R70ba337f07b5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b940f381654070"/>
  </p:sldMasterIdLst>
  <p:notesMasterIdLst>
    <p:notesMasterId xmlns:r="http://schemas.openxmlformats.org/officeDocument/2006/relationships" r:id="R5e7dee9e2e574557"/>
  </p:notesMasterIdLst>
  <p:sldIdLst>
    <p:sldId xmlns:r="http://schemas.openxmlformats.org/officeDocument/2006/relationships" id="256" r:id="Rbd51b46b91f74cd7"/>
    <p:sldId xmlns:r="http://schemas.openxmlformats.org/officeDocument/2006/relationships" id="257" r:id="R5223d206e49f4af2"/>
    <p:sldId xmlns:r="http://schemas.openxmlformats.org/officeDocument/2006/relationships" id="258" r:id="R59104337985b4c90"/>
    <p:sldId xmlns:r="http://schemas.openxmlformats.org/officeDocument/2006/relationships" id="259" r:id="R08fb9e83fa1c4e26"/>
    <p:sldId xmlns:r="http://schemas.openxmlformats.org/officeDocument/2006/relationships" id="260" r:id="R025542705e1a4e7c"/>
    <p:sldId xmlns:r="http://schemas.openxmlformats.org/officeDocument/2006/relationships" id="261" r:id="Rd4abcb6b102d452d"/>
    <p:sldId xmlns:r="http://schemas.openxmlformats.org/officeDocument/2006/relationships" id="262" r:id="Raf45d6875aac4127"/>
    <p:sldId xmlns:r="http://schemas.openxmlformats.org/officeDocument/2006/relationships" id="263" r:id="R6b6b25081db740af"/>
    <p:sldId xmlns:r="http://schemas.openxmlformats.org/officeDocument/2006/relationships" id="264" r:id="Rb7af5ef0332c41fb"/>
    <p:sldId xmlns:r="http://schemas.openxmlformats.org/officeDocument/2006/relationships" id="265" r:id="R0fdc78a4b941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1ea986d2584db8" /><Relationship Type="http://schemas.openxmlformats.org/officeDocument/2006/relationships/slideMaster" Target="/ppt/slideMasters/slideMaster1.xml" Id="Rf3b940f381654070" /><Relationship Type="http://schemas.openxmlformats.org/officeDocument/2006/relationships/notesMaster" Target="/ppt/notesMasters/notesMaster1.xml" Id="R5e7dee9e2e574557" /><Relationship Type="http://schemas.openxmlformats.org/officeDocument/2006/relationships/presProps" Target="/ppt/presProps.xml" Id="Ra7c1eab67512489d" /><Relationship Type="http://schemas.openxmlformats.org/officeDocument/2006/relationships/tableStyles" Target="/ppt/tableStyles.xml" Id="R4198c8f47dd24bcd" /><Relationship Type="http://schemas.openxmlformats.org/officeDocument/2006/relationships/slide" Target="/ppt/slides/slide1.xml" Id="Rbd51b46b91f74cd7" /><Relationship Type="http://schemas.openxmlformats.org/officeDocument/2006/relationships/slide" Target="/ppt/slides/slide2.xml" Id="R5223d206e49f4af2" /><Relationship Type="http://schemas.openxmlformats.org/officeDocument/2006/relationships/slide" Target="/ppt/slides/slide3.xml" Id="R59104337985b4c90" /><Relationship Type="http://schemas.openxmlformats.org/officeDocument/2006/relationships/slide" Target="/ppt/slides/slide4.xml" Id="R08fb9e83fa1c4e26" /><Relationship Type="http://schemas.openxmlformats.org/officeDocument/2006/relationships/slide" Target="/ppt/slides/slide5.xml" Id="R025542705e1a4e7c" /><Relationship Type="http://schemas.openxmlformats.org/officeDocument/2006/relationships/slide" Target="/ppt/slides/slide6.xml" Id="Rd4abcb6b102d452d" /><Relationship Type="http://schemas.openxmlformats.org/officeDocument/2006/relationships/slide" Target="/ppt/slides/slide7.xml" Id="Raf45d6875aac4127" /><Relationship Type="http://schemas.openxmlformats.org/officeDocument/2006/relationships/slide" Target="/ppt/slides/slide8.xml" Id="R6b6b25081db740af" /><Relationship Type="http://schemas.openxmlformats.org/officeDocument/2006/relationships/slide" Target="/ppt/slides/slide9.xml" Id="Rb7af5ef0332c41fb" /><Relationship Type="http://schemas.openxmlformats.org/officeDocument/2006/relationships/slide" Target="/ppt/slides/slide10.xml" Id="R0fdc78a4b941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a2a6380f64d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a941d2cf44a76" /><Relationship Type="http://schemas.openxmlformats.org/officeDocument/2006/relationships/notesMaster" Target="/ppt/notesMasters/notesMaster1.xml" Id="R1fb5553119474b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7f20bfb184290" /><Relationship Type="http://schemas.openxmlformats.org/officeDocument/2006/relationships/notesMaster" Target="/ppt/notesMasters/notesMaster1.xml" Id="Rbd17fff04909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25bb49dc84378" /><Relationship Type="http://schemas.openxmlformats.org/officeDocument/2006/relationships/notesMaster" Target="/ppt/notesMasters/notesMaster1.xml" Id="R97b5cc0b962a42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c0638e4b18409b" /><Relationship Type="http://schemas.openxmlformats.org/officeDocument/2006/relationships/notesMaster" Target="/ppt/notesMasters/notesMaster1.xml" Id="R633d67c80a4f46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b50886e414b3b" /><Relationship Type="http://schemas.openxmlformats.org/officeDocument/2006/relationships/notesMaster" Target="/ppt/notesMasters/notesMaster1.xml" Id="Rf64b03ec43f741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866ff0e824c2a" /><Relationship Type="http://schemas.openxmlformats.org/officeDocument/2006/relationships/notesMaster" Target="/ppt/notesMasters/notesMaster1.xml" Id="Rc639c769002840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3ed3c1397b4621" /><Relationship Type="http://schemas.openxmlformats.org/officeDocument/2006/relationships/notesMaster" Target="/ppt/notesMasters/notesMaster1.xml" Id="Rab81c530979245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e0fb8d185c4c31" /><Relationship Type="http://schemas.openxmlformats.org/officeDocument/2006/relationships/notesMaster" Target="/ppt/notesMasters/notesMaster1.xml" Id="R4d4c2fa7becb47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18799f09b4245" /><Relationship Type="http://schemas.openxmlformats.org/officeDocument/2006/relationships/notesMaster" Target="/ppt/notesMasters/notesMaster1.xml" Id="R226d5814657849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a27f8f1ab948d4" /><Relationship Type="http://schemas.openxmlformats.org/officeDocument/2006/relationships/notesMaster" Target="/ppt/notesMasters/notesMaster1.xml" Id="Rfc1138d28525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Eventos, estados, comandos, evidencia y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distinguir lo que ocurrió, lo que alguien intentó hacer, lo que hoy se considera vigente y quién podía decidirlo?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¿Esto expresa una intención o afirma una ocurrencia? ¿Qué evidencia prueba el evento?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clasifica frases como comando, evento, estado, consulta o evidencia. Debe justificar dos casos ambiguos.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prueba el evento?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ordenan físicamente las tarjetas de HH-12 y representan quién solicita, valida, decide, observa y repara. Una transición no puede avanzar si falta una condición.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tenía autoridad, además de permiso? ¿Qué tiempo está registrado?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contrastar permiso técnico, rol operativo y autoridad legítima con ejemplos surgidos de la coreografía.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tiempo está registrado? ¿Qué eventos conoce esta proyección?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 voy a entregar registros desordenados de PMS, Housekeeping y cerraduras. El equipo distingue tiempo de ocurrencia, registro y conocimiento, y reconstruye sólo el orden que la evidencia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eventos conoce esta proyección? ¿Qué invariante debe mantenerse?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Dos sistemas muestran estados distintos y ambos son coherentes con sus eventos conocidos. El equipo identifica qué estado es derivado, qué correlación falta y qué afirmación todavía no puede hacer.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invariante debe mantenerse? ¿Cómo se rechaza, corrige y repara?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declarar, corregir, retractar y compensar, el equipo asigna autoridad, evidencia, separación necesaria y vía de escalamiento. Una persona o agente de IA puede proponer sin decidir.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¿Cómo se rechaza, corrige y repara? ¿Esto expresa una intención o afirma una ocurrencia?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ejecuta camino exitoso, rechazo, duplicado y corrección. Registra si el modelo protege invariantes y conserva una historia explicable.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¿Esto expresa una intención o afirma una ocurrencia? ¿Qué evidencia prueba el evento?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una respuesta perdida o dos comandos concurrentes que N13 deberá resolver sin inventar certeza.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prueba el evento? ¿Quién tenía autoridad, además de permiso?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de transición verificable para la habitación 412 de HH-12, con semántica, tiempos, autoridad, invariantes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bcbaf1a714d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827398cc34a68" /><Relationship Type="http://schemas.openxmlformats.org/officeDocument/2006/relationships/slideLayout" Target="/ppt/slideLayouts/slideLayout1.xml" Id="Rfddd5ceb3e3f48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d5ceb3e3f48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742af203a47a1" /><Relationship Type="http://schemas.openxmlformats.org/officeDocument/2006/relationships/notesSlide" Target="/ppt/notesSlides/notesSlide1.xml" Id="R364d67514ec64a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37b193ed24717" /><Relationship Type="http://schemas.openxmlformats.org/officeDocument/2006/relationships/notesSlide" Target="/ppt/notesSlides/notesSlide2.xml" Id="R95ade5aba02c49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014000b546bc" /><Relationship Type="http://schemas.openxmlformats.org/officeDocument/2006/relationships/notesSlide" Target="/ppt/notesSlides/notesSlide3.xml" Id="R0bb69ef6ebad44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3081ecb954a92" /><Relationship Type="http://schemas.openxmlformats.org/officeDocument/2006/relationships/notesSlide" Target="/ppt/notesSlides/notesSlide4.xml" Id="Rc695285dff5f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4d7b6d99d4589" /><Relationship Type="http://schemas.openxmlformats.org/officeDocument/2006/relationships/notesSlide" Target="/ppt/notesSlides/notesSlide5.xml" Id="Ree393fd6d14a40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19ca91dd54a2f" /><Relationship Type="http://schemas.openxmlformats.org/officeDocument/2006/relationships/notesSlide" Target="/ppt/notesSlides/notesSlide6.xml" Id="R96a40d40006f40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8fdead90f44ec" /><Relationship Type="http://schemas.openxmlformats.org/officeDocument/2006/relationships/notesSlide" Target="/ppt/notesSlides/notesSlide7.xml" Id="R2aa46306dd2b40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ae0336b5408c" /><Relationship Type="http://schemas.openxmlformats.org/officeDocument/2006/relationships/notesSlide" Target="/ppt/notesSlides/notesSlide8.xml" Id="Re29405f0f17a4d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139302cdc42d7" /><Relationship Type="http://schemas.openxmlformats.org/officeDocument/2006/relationships/notesSlide" Target="/ppt/notesSlides/notesSlide9.xml" Id="Rfb31fe02b032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d7b2d378f428f" /><Relationship Type="http://schemas.openxmlformats.org/officeDocument/2006/relationships/notesSlide" Target="/ppt/notesSlides/notesSlide10.xml" Id="Raf04b0954d1c49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0BB9D-DE5F-4409-9ED5-C7104899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EFACA-C3BC-4BD8-80B6-093C9CD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61408-DD7B-4764-9D1B-8D4A2DD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A0476-D0A0-42B8-B34F-D4C98622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40E5-CB40-4A41-9AC9-B88532C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8F1ED-D1F9-4618-A93A-38149C9B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D3F52-2427-45FF-8524-9639A55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FDF4F-DF71-4235-B953-013339C4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9340B-5092-484E-A9B1-000E01D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Eventos, estados, comandos, evidencia y autoridad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971AB-A735-4640-9A0A-C538282B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distinguir lo que ocurrió, lo que alguien intentó hacer, lo que hoy se considera vigente y quién podía decidirlo?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A1AC3-4C02-4405-844A-C82F1F3C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8FAB4-96D0-4129-A0D7-115ADF6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689428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4261F-30C3-4CDB-87D7-2E8551DB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EEF74-FD57-4BBE-BB6A-DAEBDE4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4BE52-E087-4FC8-9C3D-A2BD01D7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8A723-65FE-4FAA-B2E4-CDE1873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5CF02-F95F-4C6F-9EF0-8AF0FF01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636AF-E42A-4E36-87A0-ADC97A1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34FE2-3896-44E2-9507-FEE7893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90A71-EB6C-4C47-8905-E56C582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Clasificación de afirmaciones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F611-1237-400D-B62B-1B5EC13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3C8EB-6C87-4496-B623-37906D4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BA5AB-2CBB-4D68-970E-823E58E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clasifica frases como comando, evento, estado, consulta o evidencia. Debe justificar dos casos ambiguos.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17D28-3229-4CBE-98D5-5887E99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E98DA-E36E-4C86-A4DD-96B87BC9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0EDB3-20FF-4B3A-8332-AE1FC12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C543E-47C4-4AB2-995C-C20CE4E4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DA294-7C12-4157-A471-6DD52957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8BB6F-A26C-4BA3-9EF3-2FEC0EB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C5609-4534-4295-BBFE-BB0C230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669AA-E37B-4772-B962-CC0E145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70FB5-A8EA-4F46-8A62-AC087B5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ADF8C-FC3C-40C4-B049-782C02F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323252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BE4D5-9B41-4077-B9BB-E2708D1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3E9A5-BF9B-4872-A28F-59AC5A2F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294FC-2090-4807-AE57-4EB411BE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0C862-57BA-4943-9291-D0BAC730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2CF63-73D5-44F1-8AAB-DB471FC7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1BF5-22F9-44E7-9659-38E8C147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7B5C6-AA07-4939-9F2A-D6805508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79643-7544-42AB-9E49-23A1BFFF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Coreografía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20654-1962-499D-B952-45921B39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26947-24E9-4E23-BE9E-4C5E9494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1A0D5-7169-4709-A3EA-51B7407A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ordenan físicamente las tarjetas de HH-12 y representan quién solicita, valida, decide, observa y repara. Una transición no puede avanzar si falta una condición.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39353-FC74-4D68-9F39-A693DA88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5FD76-3325-470A-A692-18549F7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60D40-0599-4575-B8BA-1A65AD6A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7FBC3-9544-4645-B982-E65D20AB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6E9E7-50F8-4BB0-BF04-C6958E2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48321-3FC2-4176-B5F1-83258E3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43EB7-44F8-4E38-A539-82AA764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4A2F7-8960-469C-B715-D7A5B0F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4F407-C6AE-4E51-A5CA-359E4438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7B73C-A96C-411A-BD98-5D0DCC65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76D16-F903-447E-97F5-A8FF106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0123B-D288-47AF-B3AC-C61E335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58829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9DC4F-5BEC-4C8E-B2EE-D12CEC44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7DE64-C48D-490C-80A3-B028992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4DAD-71E9-457D-BDCA-213099F9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D7072-9470-4C94-8BD8-943F71C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728E6-E38C-454A-A487-9B897856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0BFA5-BB71-405A-9EC1-FBDD3DB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7420-9DD1-4468-96AF-A5C7D6B1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95007-DE38-4092-B0ED-98FA610C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autoridad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D9A5E-7980-44AE-A9FB-573A2D4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98BA4-FB78-494E-B59C-402A48B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F7C46-B2AE-40C2-A7A9-3305A063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contrasta permiso técnico, rol operativo y autoridad legítima con ejemplos surgidos de la coreografía.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BF6ED-DE5F-4FDE-8C7C-0187E7E0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2487D-8916-4A5A-8C1B-03BBE244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BC7A1-9064-47A1-9415-75B562F8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972F5-5DF3-419D-BA7C-774F87A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B1144-776E-4058-8C88-04E211E2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A5708-C856-46BC-AD1B-7E2B3868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337168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A284B-7110-432B-ABB3-01A7DD4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9034C-9EFE-4FAC-80A5-3E1D06C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DADB1-CA36-4C96-B6F1-AC63907C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F3D12-C0B7-48FB-AEB1-05C51A0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7971-270B-4A16-A4EC-9169F129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5A3D-C935-4C57-968B-55785AF1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58640-A560-46D1-9EB7-38E7FF69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91DAF-88D4-4263-8DF6-A765D0AE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 los tres tiempos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DC0A8-8A3F-4C47-9587-6F02059F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D61D3-AFEA-403F-BE64-9837F854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651A5-6D34-470C-8059-295F524B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entregan registros desordenados de PMS, Housekeeping y cerraduras. El equipo distingue tiempo de ocurrencia, registro y conocimiento, y reconstruye sólo el orden que la evidencia permite.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C209D-5743-4D83-ADB8-C5DA82B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5E1F3-D3B0-40B8-8680-BA6EE90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0EF56-CD78-45EC-B035-B693949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96965-82C5-4DC2-855A-C0FBD268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8BFFA-94F6-4FC8-BC63-B7FCD24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99404-14A8-4369-B137-A6757F74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2B319-8084-4847-A674-524C22B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A539E-438F-4311-AFE5-644C90B5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0C8E6-357B-4907-86E4-6F5E20CD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E0D1F-07EA-447F-BE49-B1878EFB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4BA59-F8F1-4940-A5EE-794915BE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8A64E-8352-4402-AD26-CEC679EB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22804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90893-5538-446C-8D71-4056ECD9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48759-75D0-41C8-BCE1-FA439D52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BF3EB-27B2-40A0-89BF-DB46655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DD1BD-81E8-464D-ACB2-7DED658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93C2A-4461-4DF2-BDE7-1474D9A3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06E89-AC9C-4071-9FC4-FE0695CD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57CD-E223-4EAE-BCD5-B2F9A3C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129F6-9A5B-4630-A28F-CE79460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proyecciones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A3809-17BE-4973-B9AD-960432F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683DC-EEDF-4CDE-885C-55FBD85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28562-0139-4D27-8BCB-E07BABB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DB508-2A40-4CD1-BAA1-66B0F6B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65865-C6A2-43D7-830A-BCBADF6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Proyecciones divergentes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DD509-8A0C-4F8C-8AC0-1C20B3C3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Dos sistemas muestran estados distintos y ambos son coherentes con sus eventos conocidos. El equipo identifica qué estado es derivado, qué correlación falta y qué afirmación todavía no puede hacer.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A2516-02C1-4591-B079-4474DAD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63A34-1E13-4519-B169-31B3F24E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739641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C70F8-52EB-4A8C-989D-E18150C0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47747-AECD-4349-8187-B875C7F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22979-19B6-4AA3-A2F6-27670AD6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C3E61-645E-4436-9716-F5FAB3A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8FEAA-42FA-4AB9-AAB1-F9A494C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70C91-E138-48EA-BFED-13F7379E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BE1E9-057C-4CAB-93F7-23793857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EE61-F429-4A29-96F2-546F7C1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autoridad y reparación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0C1DD-581A-4728-ACAE-C280CEFD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859C2-9475-4676-B8CA-3F4C6583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5B5A3-6614-4F04-9A3B-75B73A71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E6390-B373-4ECE-B899-A7741BA8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581AF-7C59-4184-87C9-962585B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Para declarar, corregir, retractar y compensar, el equipo asigna autoridad, evidencia, separación necesaria y vía de escalamiento. Una persona o agente de IA puede proponer sin decidir.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27869-7584-4B2E-915B-B9CC76E8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954644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E871D-C1E2-48F7-9EF5-3A6A6A38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50862-06CD-48BD-A496-30AFF1C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448E-5CEA-4E6C-9D28-5F56879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E6522-909D-40BB-A79A-DE39DA40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C88DF-22C4-4D5C-BF42-50859F7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53D6D-C818-4536-87D5-B174A15E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A19B-FC12-496E-8463-21B707EA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518BC-5376-4EDC-9B6D-B0D61C0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transición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6C1C-103B-4B8F-A0AD-4C8826F6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38B72-399E-4D8E-848A-575BF566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EA9CA-2B20-4BD4-8A0F-9D83DAE0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ejecuta camino exitoso, rechazo, duplicado y corrección. Registra si el modelo protege invariantes y conserva una historia explicable.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D3FAE-FFCA-4C21-A4E7-F4FD9805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8DE41-27E0-4F75-81C2-6C4F457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D5981-574B-4BE1-AB90-80A9457A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13897-93FE-4962-8E7B-3628339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2D70A-6B64-4414-8B2A-9A9C237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F07B3-C220-4768-84C5-A7C9B7C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2519E-A63C-41FF-A1DD-CD4C2BD0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EEB86-9A70-428F-9405-392ECB7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60A86-F663-4A66-AFF0-54C9892C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3DB3F-DA3F-48BB-8B29-83F9FA8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D254C-039C-4A12-A45F-707719B5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A906D-E3C8-400D-A196-DEA683AB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18766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18A507-46B5-4E45-A5A8-0E64F545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9F9BF-C988-4226-854C-6DD1D9BF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FFEA-76DE-4355-983E-FC1558EB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A9626-EE57-4590-BA0D-FBF3ECA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818AD-3A53-4A51-9FA7-B0D82D25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1C4A7-EFB6-45B0-8D00-6B491885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17D03-172D-410A-A94E-B9A36D7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C1BB9-EFCE-46D0-A8AF-FCE7EF1C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1A427-004C-4397-8B32-90E016D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5C4D3-FDAC-434E-BEBA-814E71B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D726D-7392-428C-B85C-DD69825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respuesta perdida o dos comandos concurrentes que N13 deberá resolver sin inventar certeza.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7810E-BB49-4042-B5E4-8ECB3FA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4C98B-70BC-4965-846C-B3A21DF7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B7FAA-560C-4392-ABD0-E5701DD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E1932-726D-404E-902D-2F017CAC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4EEBD-4779-461E-BDDF-2FEA8152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2EDDB-3EBC-4A9F-9B0D-8ADAC1ED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8FEE9-0C47-433B-9FAC-BF3A3B58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E6A251-5AAB-41AC-818F-CD4A39F1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8BC93-00C2-4840-BA37-C43F8DB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A3320-08E3-4DC3-BB08-98A94AAA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29105-806F-439F-A8A1-5C01A932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EE892-9F1E-491A-A22E-6AC8F077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8509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307A1-F52C-4E33-8BE7-9B72EC26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F1803-24AF-445D-A45B-44A0F523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05C14-92F9-4B8E-B314-87B179C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38D8-D31F-477A-8A1F-22C7DD90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05BB-3248-4067-857C-89F67AC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C9427-9CF1-4BC0-8C3B-72074ADC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E02A-3EC0-4A8A-899C-D9AF9C23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1CD32-26F7-412C-9A97-C7C0130F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09FF6-273D-452E-911A-A9FA4126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1163E-A89A-4F7E-A946-8BCEFDA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86B83-7823-4D53-AE94-FA9B856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D9889-A5E8-4B89-A759-27A184B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F2E6C-74B1-4E3A-9111-CD28AF76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2F479-38FA-40CA-A103-F7351160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C0189-72C2-4AC8-9DB8-BDC6EB8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de transición verificable para la habitación 412 de HH-12, con semántica, tiempos, autoridad, invariantes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1796055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2026-09-15T15:46:59.0590000Z</dcterms:created>
  <dcterms:modified xsi:type="dcterms:W3CDTF">2026-09-15T15:46:59.0600000Z</dcterms:modified>
</coreProperties>
</file>