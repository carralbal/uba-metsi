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cb962ca6104da2" /><Relationship Type="http://schemas.openxmlformats.org/officeDocument/2006/relationships/extended-properties" Target="/docProps/app.xml" Id="R9fd1a7297c9e4fb1" /><Relationship Type="http://schemas.openxmlformats.org/officeDocument/2006/relationships/officeDocument" Target="/ppt/presentation.xml" Id="Rc533ef6382994c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fa5775c88b49ab"/>
  </p:sldMasterIdLst>
  <p:notesMasterIdLst>
    <p:notesMasterId xmlns:r="http://schemas.openxmlformats.org/officeDocument/2006/relationships" r:id="R1d47a95d151b45f1"/>
  </p:notesMasterIdLst>
  <p:sldIdLst>
    <p:sldId xmlns:r="http://schemas.openxmlformats.org/officeDocument/2006/relationships" id="256" r:id="R3c188a5ba5924a75"/>
    <p:sldId xmlns:r="http://schemas.openxmlformats.org/officeDocument/2006/relationships" id="257" r:id="R1ab95091d6b549cf"/>
    <p:sldId xmlns:r="http://schemas.openxmlformats.org/officeDocument/2006/relationships" id="258" r:id="Rf94a620690414fd4"/>
    <p:sldId xmlns:r="http://schemas.openxmlformats.org/officeDocument/2006/relationships" id="259" r:id="Rea74a5c174cd4d35"/>
    <p:sldId xmlns:r="http://schemas.openxmlformats.org/officeDocument/2006/relationships" id="260" r:id="R42e15a1d29fc4f92"/>
    <p:sldId xmlns:r="http://schemas.openxmlformats.org/officeDocument/2006/relationships" id="261" r:id="R9e5b17b77e7f4f64"/>
    <p:sldId xmlns:r="http://schemas.openxmlformats.org/officeDocument/2006/relationships" id="262" r:id="Re5ca1b2cf24744c8"/>
    <p:sldId xmlns:r="http://schemas.openxmlformats.org/officeDocument/2006/relationships" id="263" r:id="R567ec8a70f0f4484"/>
    <p:sldId xmlns:r="http://schemas.openxmlformats.org/officeDocument/2006/relationships" id="264" r:id="R4489b293ec864fd3"/>
    <p:sldId xmlns:r="http://schemas.openxmlformats.org/officeDocument/2006/relationships" id="265" r:id="Rcbac2650937a4a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8bcb93106a4089" /><Relationship Type="http://schemas.openxmlformats.org/officeDocument/2006/relationships/slideMaster" Target="/ppt/slideMasters/slideMaster1.xml" Id="R19fa5775c88b49ab" /><Relationship Type="http://schemas.openxmlformats.org/officeDocument/2006/relationships/notesMaster" Target="/ppt/notesMasters/notesMaster1.xml" Id="R1d47a95d151b45f1" /><Relationship Type="http://schemas.openxmlformats.org/officeDocument/2006/relationships/presProps" Target="/ppt/presProps.xml" Id="Ra0d149bcbef54a15" /><Relationship Type="http://schemas.openxmlformats.org/officeDocument/2006/relationships/tableStyles" Target="/ppt/tableStyles.xml" Id="Re42544f2da4e499e" /><Relationship Type="http://schemas.openxmlformats.org/officeDocument/2006/relationships/slide" Target="/ppt/slides/slide1.xml" Id="R3c188a5ba5924a75" /><Relationship Type="http://schemas.openxmlformats.org/officeDocument/2006/relationships/slide" Target="/ppt/slides/slide2.xml" Id="R1ab95091d6b549cf" /><Relationship Type="http://schemas.openxmlformats.org/officeDocument/2006/relationships/slide" Target="/ppt/slides/slide3.xml" Id="Rf94a620690414fd4" /><Relationship Type="http://schemas.openxmlformats.org/officeDocument/2006/relationships/slide" Target="/ppt/slides/slide4.xml" Id="Rea74a5c174cd4d35" /><Relationship Type="http://schemas.openxmlformats.org/officeDocument/2006/relationships/slide" Target="/ppt/slides/slide5.xml" Id="R42e15a1d29fc4f92" /><Relationship Type="http://schemas.openxmlformats.org/officeDocument/2006/relationships/slide" Target="/ppt/slides/slide6.xml" Id="R9e5b17b77e7f4f64" /><Relationship Type="http://schemas.openxmlformats.org/officeDocument/2006/relationships/slide" Target="/ppt/slides/slide7.xml" Id="Re5ca1b2cf24744c8" /><Relationship Type="http://schemas.openxmlformats.org/officeDocument/2006/relationships/slide" Target="/ppt/slides/slide8.xml" Id="R567ec8a70f0f4484" /><Relationship Type="http://schemas.openxmlformats.org/officeDocument/2006/relationships/slide" Target="/ppt/slides/slide9.xml" Id="R4489b293ec864fd3" /><Relationship Type="http://schemas.openxmlformats.org/officeDocument/2006/relationships/slide" Target="/ppt/slides/slide10.xml" Id="Rcbac2650937a4a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698c45810c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ecb0a7f8d24582" /><Relationship Type="http://schemas.openxmlformats.org/officeDocument/2006/relationships/notesMaster" Target="/ppt/notesMasters/notesMaster1.xml" Id="R2ee63046e15c47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319602bf614073" /><Relationship Type="http://schemas.openxmlformats.org/officeDocument/2006/relationships/notesMaster" Target="/ppt/notesMasters/notesMaster1.xml" Id="R4c73f4ee1f2845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5222ef13f2448e" /><Relationship Type="http://schemas.openxmlformats.org/officeDocument/2006/relationships/notesMaster" Target="/ppt/notesMasters/notesMaster1.xml" Id="Ra12659a47386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d0594c983a406e" /><Relationship Type="http://schemas.openxmlformats.org/officeDocument/2006/relationships/notesMaster" Target="/ppt/notesMasters/notesMaster1.xml" Id="R6383ef9a7c514f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0526f0ed20401f" /><Relationship Type="http://schemas.openxmlformats.org/officeDocument/2006/relationships/notesMaster" Target="/ppt/notesMasters/notesMaster1.xml" Id="R60727cdfff2d48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76de70d0a477b" /><Relationship Type="http://schemas.openxmlformats.org/officeDocument/2006/relationships/notesMaster" Target="/ppt/notesMasters/notesMaster1.xml" Id="R0efaf745bd5846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d99c4717a34fe8" /><Relationship Type="http://schemas.openxmlformats.org/officeDocument/2006/relationships/notesMaster" Target="/ppt/notesMasters/notesMaster1.xml" Id="R3506a862950041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5b0ab7777a43d4" /><Relationship Type="http://schemas.openxmlformats.org/officeDocument/2006/relationships/notesMaster" Target="/ppt/notesMasters/notesMaster1.xml" Id="R2b8ff560c86e48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7c289285054554" /><Relationship Type="http://schemas.openxmlformats.org/officeDocument/2006/relationships/notesMaster" Target="/ppt/notesMasters/notesMaster1.xml" Id="R254a355591874a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7b650d320e4e2c" /><Relationship Type="http://schemas.openxmlformats.org/officeDocument/2006/relationships/notesMaster" Target="/ppt/notesMasters/notesMaster1.xml" Id="R9c1b1d590f71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cuándo una habitación está realmente disponible.</a:t>
            </a:r>
          </a:p>
          <a:p xmlns:a="http://schemas.openxmlformats.org/drawingml/2006/main">
            <a:r>
              <a:t>Señal para avanzar: Aparecen reglas y autoridades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¿Esto expresa una intención o afirma una ocurrencia?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funciones mezcladas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Clasificación de afirmaciones · 10 minutos</a:t>
            </a:r>
          </a:p>
          <a:p xmlns:a="http://schemas.openxmlformats.org/drawingml/2006/main">
            <a:r>
              <a:t>Cada persona clasifica frases como comando, evento, estado, consulta o evidencia. Debe justificar dos casos ambiguos.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justificación de comando, evento, estado, consulta y evidencia.</a:t>
            </a:r>
          </a:p>
          <a:p xmlns:a="http://schemas.openxmlformats.org/drawingml/2006/main">
            <a:r>
              <a:t>Señal para avanzar: Los casos ambiguos quedan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Coreografía vacía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Coreografía de transición · 15 minutos</a:t>
            </a:r>
          </a:p>
          <a:p xmlns:a="http://schemas.openxmlformats.org/drawingml/2006/main">
            <a:r>
              <a:t>Los equipos ordenan físicamente las tarjetas de HH-12 y representan quién solicita, valida, decide, observa y repara. Una transición no puede avanzar si falta una condición.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Distribuir solicitud, validación, decisión, observación y reparación.</a:t>
            </a:r>
          </a:p>
          <a:p xmlns:a="http://schemas.openxmlformats.org/drawingml/2006/main">
            <a:r>
              <a:t>Señal para avanzar: La transición expresa responsabilidades.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>• ¿Qué eventos conoce esta proyección?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Permiso y autoridad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autoridad · 10 minutos</a:t>
            </a:r>
          </a:p>
          <a:p xmlns:a="http://schemas.openxmlformats.org/drawingml/2006/main">
            <a:r>
              <a:t>El docente contrasta permiso técnico, rol operativo y autoridad legítima con ejemplos surgidos de la coreografía.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una credencial válida sin legitimidad para decidir.</a:t>
            </a:r>
          </a:p>
          <a:p xmlns:a="http://schemas.openxmlformats.org/drawingml/2006/main">
            <a:r>
              <a:t>Señal para avanzar: El grupo separa ambas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>• ¿Qué eventos conoce esta proyección?</a:t>
            </a:r>
          </a:p>
          <a:p xmlns:a="http://schemas.openxmlformats.org/drawingml/2006/main">
            <a:r>
              <a:t>• ¿Qué invariante debe mantenerse?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líneas temporales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Reconstrucción de los tres tiempos · 22 minutos</a:t>
            </a:r>
          </a:p>
          <a:p xmlns:a="http://schemas.openxmlformats.org/drawingml/2006/main">
            <a:r>
              <a:t>Se entregan registros desordenados de PMS, Housekeeping y cerraduras. El equipo distingue tiempo de ocurrencia, registro y conocimiento, y reconstruye sólo el orden que la evidencia permite.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ordenar por marca horaria sin analizar relojes y conocimiento.</a:t>
            </a:r>
          </a:p>
          <a:p xmlns:a="http://schemas.openxmlformats.org/drawingml/2006/main">
            <a:r>
              <a:t>Señal para avanzar: Se declara qué orden está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eventos conoce esta proyección?</a:t>
            </a:r>
          </a:p>
          <a:p xmlns:a="http://schemas.openxmlformats.org/drawingml/2006/main">
            <a:r>
              <a:t>• ¿Qué invariante debe mantenerse?</a:t>
            </a:r>
          </a:p>
          <a:p xmlns:a="http://schemas.openxmlformats.org/drawingml/2006/main">
            <a:r>
              <a:t>• ¿Cómo se rechaza, corrige y repara?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Proyecciones divergentes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Perturbación de proyecciones · 18 minutos</a:t>
            </a:r>
          </a:p>
          <a:p xmlns:a="http://schemas.openxmlformats.org/drawingml/2006/main">
            <a:r>
              <a:t>Dos sistemas muestran estados distintos y ambos son coherentes con sus eventos conocidos. El equipo identifica qué estado es derivado, qué correlación falta y qué afirmación todavía no puede hacer.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eventos conoce cada vista.</a:t>
            </a:r>
          </a:p>
          <a:p xmlns:a="http://schemas.openxmlformats.org/drawingml/2006/main">
            <a:r>
              <a:t>Señal para avanzar: La divergencia produce una pregunta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invariante debe mantenerse?</a:t>
            </a:r>
          </a:p>
          <a:p xmlns:a="http://schemas.openxmlformats.org/drawingml/2006/main">
            <a:r>
              <a:t>• ¿Cómo se rechaza, corrige y repara?</a:t>
            </a:r>
          </a:p>
          <a:p xmlns:a="http://schemas.openxmlformats.org/drawingml/2006/main">
            <a:r>
              <a:t>• ¿Esto expresa una intención o afirma una ocurrencia?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Corrección y compensación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Matriz de autoridad y reparación · 17 minutos</a:t>
            </a:r>
          </a:p>
          <a:p xmlns:a="http://schemas.openxmlformats.org/drawingml/2006/main">
            <a:r>
              <a:t>Para declarar, corregir, retractar y compensar, el equipo asigna autoridad, evidencia, separación necesaria y vía de escalamiento. Una persona o agente de IA puede proponer sin decidir.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corregir estado no borra consecuencias.</a:t>
            </a:r>
          </a:p>
          <a:p xmlns:a="http://schemas.openxmlformats.org/drawingml/2006/main">
            <a:r>
              <a:t>Señal para avanzar: La reparación incluye actor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rechaza, corrige y repara?</a:t>
            </a:r>
          </a:p>
          <a:p xmlns:a="http://schemas.openxmlformats.org/drawingml/2006/main">
            <a:r>
              <a:t>• ¿Esto expresa una intención o afirma una ocurrencia?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Matriz de autoridad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transición · 20 minutos</a:t>
            </a:r>
          </a:p>
          <a:p xmlns:a="http://schemas.openxmlformats.org/drawingml/2006/main">
            <a:r>
              <a:t>Otro equipo ejecuta camino exitoso, rechazo, duplicado y corrección. Registra si el modelo protege invariantes y conserva una historia explicable.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propuesta de IA sin autoridad final.</a:t>
            </a:r>
          </a:p>
          <a:p xmlns:a="http://schemas.openxmlformats.org/drawingml/2006/main">
            <a:r>
              <a:t>Señal para avanzar: Cada acción tiene límite y escalamiento.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¿Esto expresa una intención o afirma una ocurrencia?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Casos de prueba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identifica una respuesta perdida o dos comandos concurrentes que N13 deberá resolver sin inventar certeza.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 éxito, rechazo, duplicado y corrección.</a:t>
            </a:r>
          </a:p>
          <a:p xmlns:a="http://schemas.openxmlformats.org/drawingml/2006/main">
            <a:r>
              <a:t>Señal para avanzar: El modelo conserva invariantes e historia.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una respuesta o cruzar dos intenciones válidas.</a:t>
            </a:r>
          </a:p>
          <a:p xmlns:a="http://schemas.openxmlformats.org/drawingml/2006/main">
            <a:r>
              <a:t>Señal para avanzar: Surge un estado ambiguo.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conocida desarmada en intención, ocurrencia, estado, evidencia y autoridad.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>• ¿Qué eventos conoce esta proyección?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2d2899fbb40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aeb7eda09049fb" /><Relationship Type="http://schemas.openxmlformats.org/officeDocument/2006/relationships/slideLayout" Target="/ppt/slideLayouts/slideLayout1.xml" Id="R837dff942a7843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7dff942a7843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de3e834cd4893" /><Relationship Type="http://schemas.openxmlformats.org/officeDocument/2006/relationships/notesSlide" Target="/ppt/notesSlides/notesSlide1.xml" Id="Ra138cee92fe940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cca0c422b4c32" /><Relationship Type="http://schemas.openxmlformats.org/officeDocument/2006/relationships/notesSlide" Target="/ppt/notesSlides/notesSlide2.xml" Id="R737ef28e613441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64810a9b546c6" /><Relationship Type="http://schemas.openxmlformats.org/officeDocument/2006/relationships/notesSlide" Target="/ppt/notesSlides/notesSlide3.xml" Id="R33b527699f2f45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1774f877045cc" /><Relationship Type="http://schemas.openxmlformats.org/officeDocument/2006/relationships/notesSlide" Target="/ppt/notesSlides/notesSlide4.xml" Id="Rb0f0b46dd1e149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2150edb0d4d45" /><Relationship Type="http://schemas.openxmlformats.org/officeDocument/2006/relationships/notesSlide" Target="/ppt/notesSlides/notesSlide5.xml" Id="R2cfc3c32f88f4e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5faa427f74020" /><Relationship Type="http://schemas.openxmlformats.org/officeDocument/2006/relationships/notesSlide" Target="/ppt/notesSlides/notesSlide6.xml" Id="Rf8b7d5bba0eb4c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1ef114cdd4b08" /><Relationship Type="http://schemas.openxmlformats.org/officeDocument/2006/relationships/notesSlide" Target="/ppt/notesSlides/notesSlide7.xml" Id="Rf02673bf35e64a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3cd88bfea476b" /><Relationship Type="http://schemas.openxmlformats.org/officeDocument/2006/relationships/notesSlide" Target="/ppt/notesSlides/notesSlide8.xml" Id="Rad146338d0904d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d11f57fa04ca5" /><Relationship Type="http://schemas.openxmlformats.org/officeDocument/2006/relationships/notesSlide" Target="/ppt/notesSlides/notesSlide9.xml" Id="R4266c0bb13f045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8a496d34e4e42" /><Relationship Type="http://schemas.openxmlformats.org/officeDocument/2006/relationships/notesSlide" Target="/ppt/notesSlides/notesSlide10.xml" Id="Rabcecd9255804b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E8A7A-9BA3-4FE7-91B3-792480F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7E14A-C90E-48FF-8C46-17792799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D26D3-21A4-4C8B-8C84-F4877415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79CD1-0346-4C14-A163-E2F56C97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21E8F-FCCA-42BA-AFE0-51B944B1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EC9CC-69A2-435D-811F-AD25A30A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BFA1A-7E41-4416-AABB-90A847D3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AF584-8788-4BDD-BE53-B6DCAF14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D487A-0D6F-4C5E-A168-2E5F601E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Eventos, estados, comandos, evidencia y autoridad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8399F-5E4C-4E35-BC79-05F8FD1D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distinguir lo que ocurrió, lo que alguien intentó hacer, lo que hoy se considera vigente y quién podía decidirlo?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B618A-3047-40E9-A657-5FF095F3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EF314-CEF7-4927-94C6-96442138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76927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7BFB2-9793-4115-BA44-51EB539A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FAAD9-22F1-46FE-91FB-CABD906A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9DE6D-D5B2-473E-86A8-ED182CD0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621B0-82E3-4BD4-B689-EE537CD3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0D54D-3838-49ED-B947-DD55325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A0A6C-4DD5-4DFB-B568-D5E98238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F7C14-94C4-440B-B885-4044063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5F2AA-0342-4985-97EA-869B9772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Clasificación de afirmaciones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04A30-8E9C-4707-8AC0-57017DE7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4BCD4-15F3-4DF4-B36D-5A7A41DC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AD1C0-B6CE-4B4E-A45F-F246FAC1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clasifica frases como comando, evento, estado, consulta o evidencia. Debe justificar dos casos ambiguos.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1E565-C639-4143-9786-D7841B75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6535C-DCF0-454A-9C9F-D9E3D7A0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10BF8-ED8F-44C6-B534-3570896A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12FA0-9636-43C7-A492-411511DC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32C7F-2582-4B75-8394-A650049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74A1A-2E9D-45AB-B663-3A32AE9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2D55B-4645-4273-9830-1D486DA7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48467-C0AE-43C0-91AA-C5993136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55FFD-CBA7-4BC5-9D5E-1A52CA90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73B11-9C69-4E81-90B4-69BBAE14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367854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08F58-AB8D-4BEC-80CD-F32B009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EAB39-25AA-44E4-B4EF-0AD797A0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CC1C8-EFAA-41D2-96E7-926BE6D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F3BF3-EDEF-4857-A750-2E76BDA0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1FDA4-23D0-4A41-B1BE-FF7185EC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B94B2-4CBC-47E7-96BB-A47DBEB4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FB296-B604-4068-92C9-18EA6B69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8F763-E0C1-4AE6-9F3F-A9C312E7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Coreografía de transición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94AB5-53C5-4562-B254-D8BD60AF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61835-B3F4-4DA5-9425-EE986AE3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6F1F7-CAA4-40DF-BE37-515C6D0E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ordenan físicamente las tarjetas de HH-12 y representan quién solicita, valida, decide, observa y repara. Una transición no puede avanzar si falta una condición.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AC3ED-4CE6-46A6-8D36-53E5DBF7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5BC41-705E-4420-815D-6FBED7A3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33559-60C1-4FE0-90F7-8F9EE5FC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6535D-27CB-41F6-8DB5-C9C535CE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BBCDD-07AF-4D43-A1C6-E2EAEBD2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66EE7-EE97-42BA-8BEA-FE0D6EE9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121DE-2545-435B-A7BB-06135C97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BD72B-73FF-4CC3-9F6E-2DDE5B1A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80739-27D1-4CC0-98D7-489CD4C7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90454-FAA2-418C-8024-22B7DD03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B9FC5-E11C-4F3C-AF10-1BF1E617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95D44-2911-4134-8889-D50C1CF6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465753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8D0FD-3C5B-4ABB-A8B7-E0F80792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F026C-529D-4D61-AD6A-6694B3E7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BEA45-D0F2-4BDC-9238-A74EA872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47D12-A22F-47C2-9673-7B24DFB3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E2550-4ABD-4B9A-9B5A-6C8B7860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3BA65-9423-4769-BCDB-39D725B5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98B52-7AAC-4AD3-A6C2-241C1565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A5D02-4E2C-4296-9CD5-77122E89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autoridad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32DC9-84D9-4EFD-BAC3-2E5619D9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5984E-64E7-4A76-948D-54CE36B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36CC4-6D7D-48FB-888F-53FCF7DB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contrasta permiso técnico, rol operativo y autoridad legítima con ejemplos surgidos de la coreografía.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F1D1B-0496-4CC5-8903-5FD86085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46F80-17D1-4D66-9437-3C649223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90383-FA0E-4DBA-9CB8-3A85C14C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CC5B3-351F-4E45-87CC-5D3033A7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9F22B-065F-4BE2-B236-2748256F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CC282-F532-41C2-84BD-7D4EFD86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864847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FB37E4-54C3-461A-A36D-E85561E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AE0BA-220A-485B-8D9B-1F126406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387B0-3A02-4DD7-AFDC-D33B5681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04B61-9463-4BAD-B15B-1C3475E7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CB0F2-9A4E-4343-883F-9D5DD33B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1E4B0-4CB8-47B9-AB65-42A73A81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8379A-3C15-460D-8310-2FE61BA6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D93E2-9A85-43E9-8116-166F5376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de los tres tiempos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0252B-7B99-4453-B9BB-99E44055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6EC03-9E3B-4FB0-A0DB-56CC8ABF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E9839-2ECD-4346-9A68-E1C426F8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entregan registros desordenados de PMS, Housekeeping y cerraduras. El equipo distingue tiempo de ocurrencia, registro y conocimiento, y reconstruye sólo el orden que la evidencia permite.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EA119-C67A-433F-B18F-6ABFF68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2302C-CBF1-48C1-8670-FEC58AB1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9F25F-186C-41DE-9271-10C413FB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4CAA4-DEE3-43FC-8C92-E946F697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2479B-62D9-4253-9F83-0605CF5D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2D172-DB3B-41A6-8E7D-998AFC78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5137A-40CC-4C81-95DD-9F87C1E7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09120-1444-49E4-8A23-68F7C1C3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55969-9049-47FD-9440-D41EC0CE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41960-2599-45CF-8078-756E6EA2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64DA1-EA05-407C-88CC-55D9BC09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B94E5-2C54-43DF-8F4F-5E191915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86509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ECA64-4E22-4FA5-987F-7BAD75F1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C381C-9A19-48F9-A94C-27991EB0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86C7C-150B-4E93-BA67-9410C901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DF98A-A904-4BBE-B93A-E12ABB8E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2CEBC-DDEC-44EE-9DB8-2E794EB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E9B23-8936-474D-8608-87862582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6CFA9-D49A-4B85-A4D2-25F54313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733E8-698D-41CA-85D7-1D251DE6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proyecciones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AEBEB-7164-4083-BFEE-90164188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871C6-40A6-440B-8F56-E0760DA5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A4401-B777-423B-9543-D9B2CB8A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F1221-1503-4EF0-93A8-94FC0B35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A418D-9AAC-44AA-93A5-AB438ACA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Proyecciones divergentes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21692-7041-441B-95F5-3F89640C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Dos sistemas muestran estados distintos y ambos son coherentes con sus eventos conocidos. El equipo identifica qué estado es derivado, qué correlación falta y qué afirmación todavía no puede hacer.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62E2F-3CF5-489E-89C5-96E080BA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1B562-0EDD-4A29-A4E3-85AEBD8F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884564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3C784-B032-44F9-815C-98ADDB3B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DB3DA-3C4A-4F32-93A0-E0123BA5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96073-CBB2-43E2-951B-5AD0109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12542-81FF-4998-8E00-BD2A205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028B7-1560-436E-94A4-574CB19F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32B92-49B3-4921-A571-2FA5AFB5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3BC7D-6F6C-455C-8EEA-8B2F584F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C2378-BCE2-410B-BC60-C79FF628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Matriz de autoridad y reparación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7265F-E98F-43D9-9347-8B6F13D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B2868-F62A-45B7-AADD-1F8157A6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5CA42-8002-43A8-894A-8651373C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EA5E1-9A81-4320-8612-0D0F3078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2EB04-D631-4F42-8A29-B635CD97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Para declarar, corregir, retractar y compensar, el equipo asigna autoridad, evidencia, separación necesaria y vía de escalamiento. Una persona o agente de IA puede proponer sin decidir.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F3030-D55E-4009-8987-CEC3991B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47268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4CFF3-0002-4B02-87C3-60EB8951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1DFA0-FB9D-4177-B138-2CC4255B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CE4FF-DBFA-4759-865E-9BC0D02B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C80A1-00D4-48B7-BF0B-7306EB8D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2DE13-61A2-4F0F-BF62-16C11E9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ABFED-F649-4EAF-8711-39AA1A4B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D0685-2B38-4AA0-82CB-A43787C8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756B9-08F7-43C3-9B76-C5ED8DD2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transición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603E4-4760-4CEA-8B22-B3B7359E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04DA6-DF87-43C9-8F7C-BB0486BC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F0FDE-FD72-4370-9773-BB74574E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ejecuta camino exitoso, rechazo, duplicado y corrección. Registra si el modelo protege invariantes y conserva una historia explicable.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7CD79-F917-4BA3-B490-6F0A7988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229E6-3244-4403-A37B-25CAC934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54E8D-971E-4714-BFDA-161ECA4F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DD11A-D22F-4325-8BF3-BDCD2E37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7E92B-95B5-4012-AFCF-B6D22FB6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9E455-4A6D-49E6-A999-2C5BA31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EF548-693D-45A4-96D0-C6F40C1B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49EB7-1C5A-4F3A-BC3F-47FC15D8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78B6E-F1EC-4B03-A4CD-112E8E90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3ED7C-07F4-4349-8651-DB000212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6484A-99D4-463A-8E63-A8E6F796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9E269-C1BC-49B8-A447-D2F58D3F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034090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6291A-19FC-445D-80A2-59621A11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BC8A2-A670-4D81-BD21-05099094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B0AFD-77D7-465F-80F9-3F08309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B4329-8592-4859-9CF5-E84DCEE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B1A21-A4D3-4CC2-82B2-24DE045E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58E69-ACC9-40E2-8D62-EF97F210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E538B-B6B0-4FDF-87F7-1FE8904E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5FDBE-3EC5-4214-92A1-BD2BD709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5DA61-EFB5-4AFB-9766-1416CB49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0F1C5-486A-4A98-938E-32DD060A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7912F-AE3B-4FBC-8390-7DD0CCAC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una respuesta perdida o dos comandos concurrentes que N13 deberá resolver sin inventar certeza.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23A3E-8FEA-48C9-ABF0-F7752B41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31AE9-B537-4931-A284-AAD0435F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52D61-B57D-4705-8338-8F5A7A0A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BF44A-1694-457D-AF71-A5447B25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26D9C-95BE-4C0E-B80C-02E79A4C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F92DA-910B-4591-BC9C-5878DCFE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D8295-45E0-4A9F-9D59-4FB1FFAA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C53FC-C596-4118-B3EA-8B22D704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185ED-2BD2-418E-99CA-44D265F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D6441-ADCB-4BB5-AADA-DAF6870A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5CD17-B140-467F-8196-73429D88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50E78-9ACA-4EBC-9D39-0AD95FAD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899754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EDDF6-BAF1-4F53-975D-6273569F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5D79D-FDAC-4514-97AB-B38B62F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B8F94-A419-4380-AD43-00B873A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BCF80-9A35-4B46-85AE-6ADF493C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25E26-92E9-44A3-9C65-F5B3C899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CA462-F218-4951-A5D2-990ABC30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BE818-32BD-48AD-9997-B9E48CD7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BBFA3-5C4C-4EC1-BFAD-BF2F2F65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83FF9-37EE-445A-826A-090445B5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9069C-BB1A-4156-A353-13F3FE4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B2BC0-58AA-48A1-8835-017DE37A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87107-4FE3-4C5F-812D-E4E16F24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0AADE-3CF7-48AA-BA20-3FDB3D94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DEBD0-BD1A-4BEF-B2DA-C5D7BB62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4BD65-8BB3-4B45-A5A2-641B5F7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transición verificable para la habitación 412 de HH-12, con semántica, tiempos, autoridad, invariantes y reparación.</a:t>
            </a:r>
          </a:p>
        </p:txBody>
      </p:sp>
    </p:spTree>
    <p:extLst>
      <p:ext uri="{BB962C8B-B14F-4D97-AF65-F5344CB8AC3E}">
        <p14:creationId xmlns:p14="http://schemas.microsoft.com/office/powerpoint/2010/main" val="502540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2026-09-14T03:54:22.2940000Z</dcterms:created>
  <dcterms:modified xsi:type="dcterms:W3CDTF">2026-09-14T03:54:22.2940000Z</dcterms:modified>
</coreProperties>
</file>