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9c4c0e0cb436b" /><Relationship Type="http://schemas.openxmlformats.org/officeDocument/2006/relationships/extended-properties" Target="/docProps/app.xml" Id="R9f6bd5e336114c69" /><Relationship Type="http://schemas.openxmlformats.org/officeDocument/2006/relationships/officeDocument" Target="/ppt/presentation.xml" Id="R95fd11491608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d0f6724c744bae"/>
  </p:sldMasterIdLst>
  <p:notesMasterIdLst>
    <p:notesMasterId xmlns:r="http://schemas.openxmlformats.org/officeDocument/2006/relationships" r:id="R9746520bcea64c8e"/>
  </p:notesMasterIdLst>
  <p:sldIdLst>
    <p:sldId xmlns:r="http://schemas.openxmlformats.org/officeDocument/2006/relationships" id="256" r:id="R32e12dec618642fc"/>
    <p:sldId xmlns:r="http://schemas.openxmlformats.org/officeDocument/2006/relationships" id="257" r:id="R8aa70dcd129c4739"/>
    <p:sldId xmlns:r="http://schemas.openxmlformats.org/officeDocument/2006/relationships" id="258" r:id="Rd3a0f83f66484bbe"/>
    <p:sldId xmlns:r="http://schemas.openxmlformats.org/officeDocument/2006/relationships" id="259" r:id="Rbd8d3389d28142bf"/>
    <p:sldId xmlns:r="http://schemas.openxmlformats.org/officeDocument/2006/relationships" id="260" r:id="R0c50787c32af4960"/>
    <p:sldId xmlns:r="http://schemas.openxmlformats.org/officeDocument/2006/relationships" id="261" r:id="R37f19a4f9bef4042"/>
    <p:sldId xmlns:r="http://schemas.openxmlformats.org/officeDocument/2006/relationships" id="262" r:id="R8481d95092c8466c"/>
    <p:sldId xmlns:r="http://schemas.openxmlformats.org/officeDocument/2006/relationships" id="263" r:id="Rcde5a4c5a2854778"/>
    <p:sldId xmlns:r="http://schemas.openxmlformats.org/officeDocument/2006/relationships" id="264" r:id="R31c90f7bd7e44840"/>
    <p:sldId xmlns:r="http://schemas.openxmlformats.org/officeDocument/2006/relationships" id="265" r:id="R37fbec5db8314e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d489a9b314992" /><Relationship Type="http://schemas.openxmlformats.org/officeDocument/2006/relationships/slideMaster" Target="/ppt/slideMasters/slideMaster1.xml" Id="R09d0f6724c744bae" /><Relationship Type="http://schemas.openxmlformats.org/officeDocument/2006/relationships/notesMaster" Target="/ppt/notesMasters/notesMaster1.xml" Id="R9746520bcea64c8e" /><Relationship Type="http://schemas.openxmlformats.org/officeDocument/2006/relationships/presProps" Target="/ppt/presProps.xml" Id="Rc1195a7b29244ea6" /><Relationship Type="http://schemas.openxmlformats.org/officeDocument/2006/relationships/tableStyles" Target="/ppt/tableStyles.xml" Id="Rf3e44950cc534bd2" /><Relationship Type="http://schemas.openxmlformats.org/officeDocument/2006/relationships/slide" Target="/ppt/slides/slide1.xml" Id="R32e12dec618642fc" /><Relationship Type="http://schemas.openxmlformats.org/officeDocument/2006/relationships/slide" Target="/ppt/slides/slide2.xml" Id="R8aa70dcd129c4739" /><Relationship Type="http://schemas.openxmlformats.org/officeDocument/2006/relationships/slide" Target="/ppt/slides/slide3.xml" Id="Rd3a0f83f66484bbe" /><Relationship Type="http://schemas.openxmlformats.org/officeDocument/2006/relationships/slide" Target="/ppt/slides/slide4.xml" Id="Rbd8d3389d28142bf" /><Relationship Type="http://schemas.openxmlformats.org/officeDocument/2006/relationships/slide" Target="/ppt/slides/slide5.xml" Id="R0c50787c32af4960" /><Relationship Type="http://schemas.openxmlformats.org/officeDocument/2006/relationships/slide" Target="/ppt/slides/slide6.xml" Id="R37f19a4f9bef4042" /><Relationship Type="http://schemas.openxmlformats.org/officeDocument/2006/relationships/slide" Target="/ppt/slides/slide7.xml" Id="R8481d95092c8466c" /><Relationship Type="http://schemas.openxmlformats.org/officeDocument/2006/relationships/slide" Target="/ppt/slides/slide8.xml" Id="Rcde5a4c5a2854778" /><Relationship Type="http://schemas.openxmlformats.org/officeDocument/2006/relationships/slide" Target="/ppt/slides/slide9.xml" Id="R31c90f7bd7e44840" /><Relationship Type="http://schemas.openxmlformats.org/officeDocument/2006/relationships/slide" Target="/ppt/slides/slide10.xml" Id="R37fbec5db831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4e9934bd8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ef47224b94b59" /><Relationship Type="http://schemas.openxmlformats.org/officeDocument/2006/relationships/notesMaster" Target="/ppt/notesMasters/notesMaster1.xml" Id="Re1b3039143a44e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b87d17b59c4bbb" /><Relationship Type="http://schemas.openxmlformats.org/officeDocument/2006/relationships/notesMaster" Target="/ppt/notesMasters/notesMaster1.xml" Id="Reda87631543d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4b49ff73424191" /><Relationship Type="http://schemas.openxmlformats.org/officeDocument/2006/relationships/notesMaster" Target="/ppt/notesMasters/notesMaster1.xml" Id="Rcd8fa6d7dd7c4d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2be3a5a9e24b78" /><Relationship Type="http://schemas.openxmlformats.org/officeDocument/2006/relationships/notesMaster" Target="/ppt/notesMasters/notesMaster1.xml" Id="R0ac390dc05c14c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a844d2208456c" /><Relationship Type="http://schemas.openxmlformats.org/officeDocument/2006/relationships/notesMaster" Target="/ppt/notesMasters/notesMaster1.xml" Id="Rc40b8cd94361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6774cc22144443" /><Relationship Type="http://schemas.openxmlformats.org/officeDocument/2006/relationships/notesMaster" Target="/ppt/notesMasters/notesMaster1.xml" Id="R454de482f29945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cc9f006dbc491d" /><Relationship Type="http://schemas.openxmlformats.org/officeDocument/2006/relationships/notesMaster" Target="/ppt/notesMasters/notesMaster1.xml" Id="Rb9e3e479da734b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d8643c039a45c2" /><Relationship Type="http://schemas.openxmlformats.org/officeDocument/2006/relationships/notesMaster" Target="/ppt/notesMasters/notesMaster1.xml" Id="R92e95dbf0e3841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af1233e29a405d" /><Relationship Type="http://schemas.openxmlformats.org/officeDocument/2006/relationships/notesMaster" Target="/ppt/notesMasters/notesMaster1.xml" Id="R68887273d06745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630dafde84a4f" /><Relationship Type="http://schemas.openxmlformats.org/officeDocument/2006/relationships/notesMaster" Target="/ppt/notesMasters/notesMaster1.xml" Id="R8e5fbf6fa1ed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cuándo una habitación está realmente disponible.</a:t>
            </a:r>
          </a:p>
          <a:p xmlns:a="http://schemas.openxmlformats.org/drawingml/2006/main">
            <a:r>
              <a:t>Señal para avanzar: Aparecen reglas y autoridades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funciones mezcladas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justificación de comando, evento, estado, consulta y evidencia.</a:t>
            </a:r>
          </a:p>
          <a:p xmlns:a="http://schemas.openxmlformats.org/drawingml/2006/main">
            <a:r>
              <a:t>Señal para avanzar: Los casos ambiguos quedan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Coreografía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Distribuir solicitud, validación, decisión, observación y reparación.</a:t>
            </a:r>
          </a:p>
          <a:p xmlns:a="http://schemas.openxmlformats.org/drawingml/2006/main">
            <a:r>
              <a:t>Señal para avanzar: La transición expresa responsabilidades.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Permiso y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una credencial válida sin legitimidad para decidir.</a:t>
            </a:r>
          </a:p>
          <a:p xmlns:a="http://schemas.openxmlformats.org/drawingml/2006/main">
            <a:r>
              <a:t>Señal para avanzar: El grupo separa ambas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>• ¿Qué invariante debe mantenerse?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líneas temporales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ordenar por marca horaria sin analizar relojes y conocimiento.</a:t>
            </a:r>
          </a:p>
          <a:p xmlns:a="http://schemas.openxmlformats.org/drawingml/2006/main">
            <a:r>
              <a:t>Señal para avanzar: Se declara qué orden está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>• ¿Qué invariante debe mantenerse?</a:t>
            </a:r>
          </a:p>
          <a:p xmlns:a="http://schemas.openxmlformats.org/drawingml/2006/main">
            <a:r>
              <a:t>• ¿Cómo se rechaza, corrige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Proyecciones divergentes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eventos conoce cada vista.</a:t>
            </a:r>
          </a:p>
          <a:p xmlns:a="http://schemas.openxmlformats.org/drawingml/2006/main">
            <a:r>
              <a:t>Señal para avanzar: La divergencia produce una pregunta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invariante debe mantenerse?</a:t>
            </a:r>
          </a:p>
          <a:p xmlns:a="http://schemas.openxmlformats.org/drawingml/2006/main">
            <a:r>
              <a:t>• ¿Cómo se rechaza, corrige y repara?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Corrección y compensación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corregir estado no borra consecuencias.</a:t>
            </a:r>
          </a:p>
          <a:p xmlns:a="http://schemas.openxmlformats.org/drawingml/2006/main">
            <a:r>
              <a:t>Señal para avanzar: La reparación incluye actor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rechaza, corrige y repara?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Matriz de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propuesta de IA sin autoridad final.</a:t>
            </a:r>
          </a:p>
          <a:p xmlns:a="http://schemas.openxmlformats.org/drawingml/2006/main">
            <a:r>
              <a:t>Señal para avanzar: Cada acción tiene límite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¿Esto expresa una intención o afirma una ocurrencia?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Casos de prueba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éxito, rechazo, duplicado y corrección.</a:t>
            </a:r>
          </a:p>
          <a:p xmlns:a="http://schemas.openxmlformats.org/drawingml/2006/main">
            <a:r>
              <a:t>Señal para avanzar: El modelo conserva invariantes e historia.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prueba el evento?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una respuesta o cruzar dos intenciones válidas.</a:t>
            </a:r>
          </a:p>
          <a:p xmlns:a="http://schemas.openxmlformats.org/drawingml/2006/main">
            <a:r>
              <a:t>Señal para avanzar: Surge un estado ambiguo.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tenía autoridad, además de permiso?</a:t>
            </a:r>
          </a:p>
          <a:p xmlns:a="http://schemas.openxmlformats.org/drawingml/2006/main">
            <a:r>
              <a:t>• ¿Qué tiempo está registrado?</a:t>
            </a:r>
          </a:p>
          <a:p xmlns:a="http://schemas.openxmlformats.org/drawingml/2006/main">
            <a:r>
              <a:t>• ¿Qué eventos conoce esta proyección?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transición verificable para la habitación 412 de HH-12, con semántica, tiempos, autoridad, invariantes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b7f06fbe5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29cbecbab9414b" /><Relationship Type="http://schemas.openxmlformats.org/officeDocument/2006/relationships/slideLayout" Target="/ppt/slideLayouts/slideLayout1.xml" Id="R51f8fa8dfd2542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8fa8dfd25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9db06922b4937" /><Relationship Type="http://schemas.openxmlformats.org/officeDocument/2006/relationships/notesSlide" Target="/ppt/notesSlides/notesSlide1.xml" Id="Ra3e68fa8c14b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cdc1e31de4404" /><Relationship Type="http://schemas.openxmlformats.org/officeDocument/2006/relationships/notesSlide" Target="/ppt/notesSlides/notesSlide2.xml" Id="Rbf6aee23df82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75a8e8e5140b6" /><Relationship Type="http://schemas.openxmlformats.org/officeDocument/2006/relationships/notesSlide" Target="/ppt/notesSlides/notesSlide3.xml" Id="Rb325272cd543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7cb1b72eb4f0a" /><Relationship Type="http://schemas.openxmlformats.org/officeDocument/2006/relationships/notesSlide" Target="/ppt/notesSlides/notesSlide4.xml" Id="R2de887daca18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c2ada54e94409" /><Relationship Type="http://schemas.openxmlformats.org/officeDocument/2006/relationships/notesSlide" Target="/ppt/notesSlides/notesSlide5.xml" Id="Ra0bd1d2af03d43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3e39a86804207" /><Relationship Type="http://schemas.openxmlformats.org/officeDocument/2006/relationships/notesSlide" Target="/ppt/notesSlides/notesSlide6.xml" Id="R4dbd434e085a40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3c66397cc4336" /><Relationship Type="http://schemas.openxmlformats.org/officeDocument/2006/relationships/notesSlide" Target="/ppt/notesSlides/notesSlide7.xml" Id="Rb480cd2b5c7a4d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b21253d304ab9" /><Relationship Type="http://schemas.openxmlformats.org/officeDocument/2006/relationships/notesSlide" Target="/ppt/notesSlides/notesSlide8.xml" Id="Ra746e46ef1004d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8485787b14633" /><Relationship Type="http://schemas.openxmlformats.org/officeDocument/2006/relationships/notesSlide" Target="/ppt/notesSlides/notesSlide9.xml" Id="R83d7f0b708d045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ea68914845ed" /><Relationship Type="http://schemas.openxmlformats.org/officeDocument/2006/relationships/notesSlide" Target="/ppt/notesSlides/notesSlide10.xml" Id="R8f9df9080a9d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3BB9B-9F22-4AA3-B0E0-1E3E68B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8E8FC-343C-4241-A704-41E84F9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9E86E-4ED9-4485-9BEC-C9B453C3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E062D-FFE0-4EA8-9BF8-597019A2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422B2-58C5-4674-8FB6-38997539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846E1-E176-4762-8D0D-8D79717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601F0-9D17-4DDB-AF57-71955FEB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A2FC7-AD95-4BCC-94E2-279657D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2A8B3-F94D-48CB-99D5-60F2896D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distinguir lo que ocurrió, lo que alguien intentó hacer, lo que el sistema considera vigente y quién tenía autoridad para decidirlo?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12C15-BC93-4757-BC00-DD874CE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D04A5-9FCF-4CA5-B26D-1917DAB7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27714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DD44C-884C-4B0D-96F1-5667BFA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8EB00-82B7-42FF-97CA-1D29FB77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68AA9-DC35-4707-9ECC-D30B2AF8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E66DA-9B40-40C3-B9C0-ABB1EAE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CE0F4-2B73-47FA-8764-9196DFF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66988-60FE-42AC-8E09-9DFCD714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D74C1-C15F-4F69-988B-28C4E56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B82DD-B646-4047-99D3-B0ECC98C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Cinco funciones mezcladas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1A03B-914C-46F3-ACE3-22BA2C01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50D53-0CFB-4F0C-B9CA-59D770EE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FBCA2-584E-4381-BE6D-524FD13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D093B-0AE7-44D2-BA57-AED9662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1E5FF-CB7D-4751-B9C3-BDF1C5E4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387C4-96EC-46E9-AB12-454F927E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150CF-C44F-4522-9F3D-3F3160A0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9279B-776D-438A-9DB8-4F5AE03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68F5A-C1C9-4552-9B50-B6007986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A20EC-3C27-43A2-AEE0-BEBE7A56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2097493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E63E3-3391-4BC6-A73F-35210DE6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50EA0-7108-42BE-AC3E-38CACD2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66165-519E-41E4-84E9-E76A7D3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C3D39-FAE7-4A50-A4E8-459F0954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025CD-07D7-4C26-BDA9-89509E1D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2B274-24E9-4F5B-8CD0-A630D02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D3B7B-C496-4D8B-A832-F75417A3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C2E6A-DB5D-42ED-99D4-A56F407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Coreografía vacía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8BB4E-0128-4806-8C68-8E521F83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B61F-4D58-4CE1-89D5-71524812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49D2E-1C7B-4E15-97DE-10213A71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58D94-02B6-4CE2-A4ED-F27ED6F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9E572-7F0A-489C-9EB9-900E3EDD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DE773-01C1-469D-8959-0DEEF27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9C78E-8313-4B92-BFA9-AD630A6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EE5F6-8BDD-4185-9402-AF52AC6D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88A16-28A5-4B52-A9FD-A70B6BA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97060-958A-4A4F-B68A-DA3C36B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9FFAE-E43F-4407-9AD7-0D679111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70789-B519-42F2-82D5-C4C2A14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378746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567EC-59FA-4DE8-8CDC-8019A77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36464-FF6F-4FB2-BF1C-686C80B6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A739-F2D2-4A4D-8678-70491A35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51C1F-07D9-4656-AF3F-DA3BC6FB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07413-9AB5-4C90-BE69-631373E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769DE-243E-4C2F-867E-8C5024EE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03DDC-D98B-4888-B04C-730423AE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A48B9-8D62-4506-BC5C-9FD3E026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Permiso y autoridad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31CD4-29D4-4B41-BD7D-773C690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A514C-4B67-4179-9B23-FFA4D11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47A90-FCA4-4FE2-BCA7-355F2BD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601A0-B827-45DE-9A6B-F369493D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7FC3C-F57F-42F7-AFBE-198B86CF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6052-A715-4434-B643-FFDC0B98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873324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537FD-A3E6-4249-9E1C-8C59C362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3CB6E-5BB0-48FB-9569-C024B1E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F5BE1-59DA-4E77-8F1C-8760AF0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DE7CF-C9A2-4820-914B-854D3DC4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7921F-40AD-4859-B1E9-D1DA97E0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4EC8D-EA79-47DE-BA65-9F0130B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1C21-303F-4CCF-B7C5-185FBFD8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76CE1-964C-4C21-B674-1F6AEA72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líneas temporales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A0928-2822-43A6-A517-A2B2F0D8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868B1-856B-45A7-A9E7-7FBBE9BB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50FE6-3242-4537-AC8C-8C0B420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4021F-34A9-44E6-B81F-4827F56B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67CE0-AE90-466A-87B7-AF1A9642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5B153-68C8-436F-9D56-E8213D67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926A1-6ADE-4448-B172-BD224F41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FD497-74AD-4E29-B4C2-234ADE6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EAF4E-7F79-4DA2-8489-8E5620D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391BE-9153-4679-A358-48CD1C47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ECE0A-DB83-4863-97E6-BF43E186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202A6-334B-445F-9662-26101963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5231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621A5-F059-42ED-8CC9-E1A1FE0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8241B-4058-4042-ACDA-E70D546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D854E-B028-4184-9454-D8072B75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4FA97-BCF0-4857-9E22-A927E9CA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7FE1A-D555-4FE2-A54E-B081B81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440B-72DE-4FF3-8C56-8BB7FEE1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D93FF-E090-4A09-ACB7-4E21E1D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5B6D5-68EC-49CE-9F9E-9471063C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Proyecciones divergentes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AB66E-D210-4663-9D3B-F700D27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69931-371E-449D-A3C5-38966B4F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ED8BA-91CF-4C80-80CA-8303616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B5DE4-70CB-4C64-A8F8-535EA356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96DF8-6023-4C1E-99D8-219D500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E063D-957F-4326-91A7-893BA368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870025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8BB3E-ADD6-4ABB-B55D-64C42719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311B9-9A57-4AA6-AC18-574908CF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16808-AB2D-4F6C-9B71-CA6914A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3B45-44AB-4DB5-A138-712F917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0613D-F7FF-4CA9-9FD9-ECFD1A3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EC90A-B6BF-4104-B19E-89B8FE14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8F885-6B2C-4243-A10B-1C1AB25E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2F197-4BB8-4005-A4F7-088AFEEF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Corrección y compensación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2C3B0-B280-4725-8FC3-375BDD9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D03F3-0F84-45C5-A875-5E05C725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86A05-4D8E-4518-A35B-AB79C73B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480301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10A2C-2209-43DB-BAC7-1587B26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CD2C3-81F2-4310-9866-40D51A86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0E6F1-2185-4BAC-B563-B447CF76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06A34-1E60-46C6-AE70-060AD2C0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2DAF6-7C33-42E7-9A1B-74042142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2FD85-4E92-49C8-8DC0-3B5F58B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87207-25A9-4AA5-A70A-40F8AF03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4E5DE-86E3-426F-8E61-9327241B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 autoridad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8E887-DCD1-4083-AB4F-045425A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F8E91-161C-4F3A-BA60-211D5324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91F93-270D-42B3-9D4F-69F56A12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58A11-FD6F-4108-92EC-E2B41EE7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97ECB-5ADD-4347-A5B0-241E0EBB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FF09B-9249-48F5-B63F-1F98CFEA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7BD82-9553-4FEA-B973-B6CE257D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24840-E2C6-497C-B1D0-23F2724A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72858-7755-4967-B7EA-7ADD439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63913-61B6-4F7A-BDFA-8B9FF4AB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1FEBE-567D-4258-87CB-8AFBB6C4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D6B6F-C572-49DF-A14F-BA8CF67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94897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DF8E9-C7F7-4DA3-B4BB-20ED4FE5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75C5F-638C-4E98-B783-8A6E08C6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DEB83-4F02-4D56-B110-ACF8B5A0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E2818-E442-41C4-89B8-A7FEE3B8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8952B-578A-4973-9647-FA598D13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EC4D8-1E95-40A0-B7F9-AF68D223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23F41-CAB2-435F-9C2E-25C0E2D0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4DBAC-767B-4150-8B94-1CD5551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Casos de prueba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097B1-D778-4B1B-899E-03108CB1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D1930-3D4D-4B77-B5D9-C4CC31B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58BA0-D6EA-4138-BEE4-BE12BAD1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5DC90-CD0A-41AF-9A2B-67EDFF13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AF38E-E9C8-45DA-9F69-5291494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BC86E-19BF-476F-A6A7-612C982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65CA3-A5A7-45CA-BC0C-BEB32A2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63EEA-4E15-4257-AB92-B454E07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FAAEA-5DA5-4D38-B4D6-445844B3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029E8-6FC3-4FCF-B512-6BAEACA5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18FC0-39F5-4A18-8F1D-913F86F5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4141D-BAAC-4B9F-A087-39BA962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41510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B0291-4B21-43BD-8099-1ED0CD4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D5691-053E-4A71-BB06-1B64722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ED0E4-8019-4374-8EB2-3248C39C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23BBD-501C-4AA9-8F06-90A3364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69E21-B8B6-4FEE-A74B-E15065BD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34664-5193-4EA9-A14D-7494E5D9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A082F-71EB-4321-8E8F-EA71DC24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86E5E-3061-464C-84D4-76305DCC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A1C91-7220-4A1E-B689-1B757E6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F87C5-B631-4BA0-8FA5-0586C2C7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C9566-9CDD-408F-A35B-73481B83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6E49F-E46F-48C8-8F01-A3B3054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DCC7B-6C8F-4DBF-A844-C49593C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53870-CBC6-4F2C-B8B0-7C043DE0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B4BB4-2262-49C8-9451-B5AFCD8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transición verificable para la habitación 412 de HH-12, con semántica, tiempos, autoridad, invariantes y reparación.</a:t>
            </a:r>
          </a:p>
        </p:txBody>
      </p:sp>
    </p:spTree>
    <p:extLst>
      <p:ext uri="{BB962C8B-B14F-4D97-AF65-F5344CB8AC3E}">
        <p14:creationId xmlns:p14="http://schemas.microsoft.com/office/powerpoint/2010/main" val="72960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2026-09-12T16:22:57.9290000Z</dcterms:created>
  <dcterms:modified xsi:type="dcterms:W3CDTF">2026-09-12T16:22:57.9290000Z</dcterms:modified>
</coreProperties>
</file>