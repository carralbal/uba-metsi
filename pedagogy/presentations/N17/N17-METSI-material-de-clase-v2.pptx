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22093a93054742" /><Relationship Type="http://schemas.openxmlformats.org/officeDocument/2006/relationships/extended-properties" Target="/docProps/app.xml" Id="Redb0ed5afb5144ff" /><Relationship Type="http://schemas.openxmlformats.org/officeDocument/2006/relationships/officeDocument" Target="/ppt/presentation.xml" Id="R7b66dd587ca041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87239fa77c4f1f"/>
  </p:sldMasterIdLst>
  <p:notesMasterIdLst>
    <p:notesMasterId xmlns:r="http://schemas.openxmlformats.org/officeDocument/2006/relationships" r:id="R146ceec96de64d57"/>
  </p:notesMasterIdLst>
  <p:sldIdLst>
    <p:sldId xmlns:r="http://schemas.openxmlformats.org/officeDocument/2006/relationships" id="256" r:id="R7480c3a5197e49cc"/>
    <p:sldId xmlns:r="http://schemas.openxmlformats.org/officeDocument/2006/relationships" id="257" r:id="R4ab5f8c8c18c480e"/>
    <p:sldId xmlns:r="http://schemas.openxmlformats.org/officeDocument/2006/relationships" id="258" r:id="R847a4ff9fa004e04"/>
    <p:sldId xmlns:r="http://schemas.openxmlformats.org/officeDocument/2006/relationships" id="259" r:id="Rf61991eb8d644a05"/>
    <p:sldId xmlns:r="http://schemas.openxmlformats.org/officeDocument/2006/relationships" id="260" r:id="Reb2716fc83b24c59"/>
    <p:sldId xmlns:r="http://schemas.openxmlformats.org/officeDocument/2006/relationships" id="261" r:id="Re48d28f700904fc0"/>
    <p:sldId xmlns:r="http://schemas.openxmlformats.org/officeDocument/2006/relationships" id="262" r:id="R85a13de010b04c7f"/>
    <p:sldId xmlns:r="http://schemas.openxmlformats.org/officeDocument/2006/relationships" id="263" r:id="R48d175d1ca3b497a"/>
    <p:sldId xmlns:r="http://schemas.openxmlformats.org/officeDocument/2006/relationships" id="264" r:id="R50c10d348af44ddb"/>
    <p:sldId xmlns:r="http://schemas.openxmlformats.org/officeDocument/2006/relationships" id="265" r:id="Rafa0fa4915b44f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8ccad4ee374837" /><Relationship Type="http://schemas.openxmlformats.org/officeDocument/2006/relationships/slideMaster" Target="/ppt/slideMasters/slideMaster1.xml" Id="R7987239fa77c4f1f" /><Relationship Type="http://schemas.openxmlformats.org/officeDocument/2006/relationships/notesMaster" Target="/ppt/notesMasters/notesMaster1.xml" Id="R146ceec96de64d57" /><Relationship Type="http://schemas.openxmlformats.org/officeDocument/2006/relationships/presProps" Target="/ppt/presProps.xml" Id="R5bb437aed4e941e2" /><Relationship Type="http://schemas.openxmlformats.org/officeDocument/2006/relationships/tableStyles" Target="/ppt/tableStyles.xml" Id="Rdfa3204b14a54b1c" /><Relationship Type="http://schemas.openxmlformats.org/officeDocument/2006/relationships/slide" Target="/ppt/slides/slide1.xml" Id="R7480c3a5197e49cc" /><Relationship Type="http://schemas.openxmlformats.org/officeDocument/2006/relationships/slide" Target="/ppt/slides/slide2.xml" Id="R4ab5f8c8c18c480e" /><Relationship Type="http://schemas.openxmlformats.org/officeDocument/2006/relationships/slide" Target="/ppt/slides/slide3.xml" Id="R847a4ff9fa004e04" /><Relationship Type="http://schemas.openxmlformats.org/officeDocument/2006/relationships/slide" Target="/ppt/slides/slide4.xml" Id="Rf61991eb8d644a05" /><Relationship Type="http://schemas.openxmlformats.org/officeDocument/2006/relationships/slide" Target="/ppt/slides/slide5.xml" Id="Reb2716fc83b24c59" /><Relationship Type="http://schemas.openxmlformats.org/officeDocument/2006/relationships/slide" Target="/ppt/slides/slide6.xml" Id="Re48d28f700904fc0" /><Relationship Type="http://schemas.openxmlformats.org/officeDocument/2006/relationships/slide" Target="/ppt/slides/slide7.xml" Id="R85a13de010b04c7f" /><Relationship Type="http://schemas.openxmlformats.org/officeDocument/2006/relationships/slide" Target="/ppt/slides/slide8.xml" Id="R48d175d1ca3b497a" /><Relationship Type="http://schemas.openxmlformats.org/officeDocument/2006/relationships/slide" Target="/ppt/slides/slide9.xml" Id="R50c10d348af44ddb" /><Relationship Type="http://schemas.openxmlformats.org/officeDocument/2006/relationships/slide" Target="/ppt/slides/slide10.xml" Id="Rafa0fa4915b44f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27c3b8f03949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5673e04819481d" /><Relationship Type="http://schemas.openxmlformats.org/officeDocument/2006/relationships/notesMaster" Target="/ppt/notesMasters/notesMaster1.xml" Id="R9dc6fa7207d742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01191555e0469c" /><Relationship Type="http://schemas.openxmlformats.org/officeDocument/2006/relationships/notesMaster" Target="/ppt/notesMasters/notesMaster1.xml" Id="R925756e871254b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0d5a604b464b28" /><Relationship Type="http://schemas.openxmlformats.org/officeDocument/2006/relationships/notesMaster" Target="/ppt/notesMasters/notesMaster1.xml" Id="Ra4d2da1f89694e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8d595954f24a4e" /><Relationship Type="http://schemas.openxmlformats.org/officeDocument/2006/relationships/notesMaster" Target="/ppt/notesMasters/notesMaster1.xml" Id="R1e4b9a3c11f74c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b38673c1b64a82" /><Relationship Type="http://schemas.openxmlformats.org/officeDocument/2006/relationships/notesMaster" Target="/ppt/notesMasters/notesMaster1.xml" Id="R1f5d02a4d3fb46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729a945f4049cc" /><Relationship Type="http://schemas.openxmlformats.org/officeDocument/2006/relationships/notesMaster" Target="/ppt/notesMasters/notesMaster1.xml" Id="R57d33b48a50149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d830461374d95" /><Relationship Type="http://schemas.openxmlformats.org/officeDocument/2006/relationships/notesMaster" Target="/ppt/notesMasters/notesMaster1.xml" Id="Rc70db50c58e34d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d53eb425bd467d" /><Relationship Type="http://schemas.openxmlformats.org/officeDocument/2006/relationships/notesMaster" Target="/ppt/notesMasters/notesMaster1.xml" Id="R47753c9a5a1342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84c7158e954099" /><Relationship Type="http://schemas.openxmlformats.org/officeDocument/2006/relationships/notesMaster" Target="/ppt/notesMasters/notesMaster1.xml" Id="R8d9666c7e29442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86a272078a4ec0" /><Relationship Type="http://schemas.openxmlformats.org/officeDocument/2006/relationships/notesMaster" Target="/ppt/notesMasters/notesMaster1.xml" Id="R39d7667f1ef74f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etiqueta rápida y luego la decisión oculta.</a:t>
            </a:r>
          </a:p>
          <a:p xmlns:a="http://schemas.openxmlformats.org/drawingml/2006/main">
            <a:r>
              <a:t>Señal para avanzar: Aparecen necesidades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necesita anticipación?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lógicas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conocimiento, compromiso y criterio de avance.</a:t>
            </a:r>
          </a:p>
          <a:p xmlns:a="http://schemas.openxmlformats.org/drawingml/2006/main">
            <a:r>
              <a:t>Señal para avanzar: Iteración e incremento se distinguen.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PMBOK, Scrum y Kanban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funciones y límites, no marcas.</a:t>
            </a:r>
          </a:p>
          <a:p xmlns:a="http://schemas.openxmlformats.org/drawingml/2006/main">
            <a:r>
              <a:t>Señal para avanzar: Cada práctica tiene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Dependencias del híbrido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Impedir collage de ceremonias.</a:t>
            </a:r>
          </a:p>
          <a:p xmlns:a="http://schemas.openxmlformats.org/drawingml/2006/main">
            <a:r>
              <a:t>Señal para avanzar: La secuencia es causal y gobernable.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no revierte un rollback?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Evento de contexto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incertidumbre o consecuencia.</a:t>
            </a:r>
          </a:p>
          <a:p xmlns:a="http://schemas.openxmlformats.org/drawingml/2006/main">
            <a:r>
              <a:t>Señal para avanzar: La estrategia se revisa con rastro.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no revierte un rollback?</a:t>
            </a:r>
          </a:p>
          <a:p xmlns:a="http://schemas.openxmlformats.org/drawingml/2006/main">
            <a:r>
              <a:t>• ¿Qué decisión necesita anticipación?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Reversibilidad ampliada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contrato, datos, trabajo y confianza.</a:t>
            </a:r>
          </a:p>
          <a:p xmlns:a="http://schemas.openxmlformats.org/drawingml/2006/main">
            <a:r>
              <a:t>Señal para avanzar: Revertir no se reduce a rollback.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no revierte un rollback?</a:t>
            </a:r>
          </a:p>
          <a:p xmlns:a="http://schemas.openxmlformats.org/drawingml/2006/main">
            <a:r>
              <a:t>• ¿Qué decisión necesita anticipación?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Puertas reales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quién puede detener.</a:t>
            </a:r>
          </a:p>
          <a:p xmlns:a="http://schemas.openxmlformats.org/drawingml/2006/main">
            <a:r>
              <a:t>Señal para avanzar: Hay evidencia y autoridad efectivas.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necesita anticipación?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Cadencias distintas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decisión, aprendizaje, entrega y gobierno.</a:t>
            </a:r>
          </a:p>
          <a:p xmlns:a="http://schemas.openxmlformats.org/drawingml/2006/main">
            <a:r>
              <a:t>Señal para avanzar: Los ritmos pueden coordinarse.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aprende una iteración y qué entrega un incremento?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HH-17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protección y riesgo residual.</a:t>
            </a:r>
          </a:p>
          <a:p xmlns:a="http://schemas.openxmlformats.org/drawingml/2006/main">
            <a:r>
              <a:t>Señal para avanzar: La combinación queda defendible.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función cumple esta ceremonia?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parte no puede tratarse como elección libre.</a:t>
            </a:r>
          </a:p>
          <a:p xmlns:a="http://schemas.openxmlformats.org/drawingml/2006/main">
            <a:r>
              <a:t>Señal para avanzar: Surge legado u obligación.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opción se pierde al avanzar?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no revierte un rollback?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lógica de intervención para HH-17 que combina anticipación, aprendizaje y entrega sin convertir PMBOK, Scrum o Kanban en recetas globales.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37fee2dcd43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2802f8f64a47ef" /><Relationship Type="http://schemas.openxmlformats.org/officeDocument/2006/relationships/slideLayout" Target="/ppt/slideLayouts/slideLayout1.xml" Id="Rfd73538c90db4b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73538c90db4b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b808c03b3478c" /><Relationship Type="http://schemas.openxmlformats.org/officeDocument/2006/relationships/notesSlide" Target="/ppt/notesSlides/notesSlide1.xml" Id="Rf4bff8ddc48e4b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daae01f2d41aa" /><Relationship Type="http://schemas.openxmlformats.org/officeDocument/2006/relationships/notesSlide" Target="/ppt/notesSlides/notesSlide2.xml" Id="R3699d725e1e9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0a331c84349ea" /><Relationship Type="http://schemas.openxmlformats.org/officeDocument/2006/relationships/notesSlide" Target="/ppt/notesSlides/notesSlide3.xml" Id="Re509df46c5c14f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8c58b730a4b68" /><Relationship Type="http://schemas.openxmlformats.org/officeDocument/2006/relationships/notesSlide" Target="/ppt/notesSlides/notesSlide4.xml" Id="R77c4b98f872a4d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cefa356294c44" /><Relationship Type="http://schemas.openxmlformats.org/officeDocument/2006/relationships/notesSlide" Target="/ppt/notesSlides/notesSlide5.xml" Id="R26f367b852984b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fae6b3a7f442f" /><Relationship Type="http://schemas.openxmlformats.org/officeDocument/2006/relationships/notesSlide" Target="/ppt/notesSlides/notesSlide6.xml" Id="R21acc9d92d7a44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3207a896f4f23" /><Relationship Type="http://schemas.openxmlformats.org/officeDocument/2006/relationships/notesSlide" Target="/ppt/notesSlides/notesSlide7.xml" Id="R49156120da6f47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bd2c41eed413e" /><Relationship Type="http://schemas.openxmlformats.org/officeDocument/2006/relationships/notesSlide" Target="/ppt/notesSlides/notesSlide8.xml" Id="R8d615210cd3547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d2f2dc96b4363" /><Relationship Type="http://schemas.openxmlformats.org/officeDocument/2006/relationships/notesSlide" Target="/ppt/notesSlides/notesSlide9.xml" Id="R1b6a532f6dc247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a25d7c8bf42d0" /><Relationship Type="http://schemas.openxmlformats.org/officeDocument/2006/relationships/notesSlide" Target="/ppt/notesSlides/notesSlide10.xml" Id="R6f027122518348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E1182-BF42-45B0-B2D4-045EC39A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4D80F-EC4F-4ECB-A320-2143485C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1AAC4-2F2A-4702-B046-D1E5DBB1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C6746-4736-407F-9394-84A458C0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1735D-571D-493F-BEFA-CFFDD2A8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B022D-6BF6-42C6-9311-FC38C8E4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2B38A-244C-4D69-8C68-0F8B6219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4C42C-1B91-4CB8-8CE6-69210EB9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D6393-C041-4E82-A097-D1F0D649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elegir una forma de intervención cuando algunas decisiones pueden anticiparse, otras necesitan aprendizaje y varias no admiten el mismo costo de error?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3969E-02FA-4E68-8A40-DE25817F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CBC9D-D399-44ED-94CD-7CA35CDC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556473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F5D05-291B-4C23-9F6E-956BB7D4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F282C-FBF6-4096-BC93-FF5D99D2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7AE3E-07A6-400C-B77B-724F5616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81602-AF4B-442E-900A-C62F8E1B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B0053-40FE-483F-99F9-518DD92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C4C56-2021-4F02-9930-2418D400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034C3-AAEC-4266-8871-15C4F124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A9A98-4913-4BB7-BC03-F3A0849F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Cinco lógicas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55FA5-2E2E-4CBA-816A-6A95C82B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DBD04-A5DC-4F17-A8BE-95DFAEE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94082-CB5C-49E3-A991-F039BFAC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28C8B-9E22-4488-8732-7D439C63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3599B-F16B-41B7-B962-6AAC8E6B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3E006-7042-47F6-B390-BADB0BEA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5A1F6-CBFD-4730-862F-FBC7E569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F04B3-AFC2-478A-A472-3848E925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31917-C80E-4A96-9D59-8875D8E1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048ED-4C61-4A0E-A248-2A0C9F4B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332977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3A979-CDEC-45E9-BFF2-D405C59F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83B22-4EDE-4458-AB7D-D3360298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648FA-755A-480C-A000-B6519970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A1A2E-F7BC-4A0C-8908-49A2CF5A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6E94B-9C35-446C-838F-2D11BC90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E86B4-5532-4A72-A919-8F76B2E1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946C1-8832-46E1-9101-B788E977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7CA51-BA1F-4F73-9239-4F4B0C15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PMBOK, Scrum y Kanban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E3673-8702-4C6D-8671-6368D157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8F6F3-638F-4576-BDB3-F823443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A6FF8-577B-443E-B92F-4005836B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PMBOK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3789F-92D4-437B-B779-13BD3054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5A0E6-A8BD-4437-81CC-8639E580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A92E7-B3C5-46F3-825F-AC9631E7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74CB3-0107-4267-8297-B8981EDE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Scrum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9B556-E7B4-4554-BFD1-9C32DD8D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CB1FD-F2EA-48AA-9BE6-EC0449A3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4EB80-808B-4A1F-810D-34B58122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C001B-5CEF-4AB1-8C7A-FE35AC5D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Kanban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FAEB8-5C01-455F-9DCD-4035D9D4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4088369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AF8F8-CC44-484C-B171-39611835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42B4C-84F0-4617-9CAE-EB3D433B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AC629-4CDE-4631-9C4B-E056B64F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5247B-570A-40E0-AA94-9E9CA79F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075C5-D83A-46AF-96AE-53E27792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DF0E7-C87F-48F6-8129-EFB2EE36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19AEB-D082-46B0-B137-E5F8C8BE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90830-5034-4D30-B599-74710DFF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Dependencias del híbrido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789EA-3C0D-4FE5-AFCF-4F3E5F9D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E1A4A-0497-469A-897A-4DF2FDD9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DF3EF-E506-4D80-A089-B0854322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6418D-19DA-44EA-9999-C2AF4385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1D0B5-4F18-4629-B5C8-86632D68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5392E-351C-4299-A028-901A4922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2753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146F8-BAF6-427C-A207-31BEC270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EA021-2568-4583-8F70-4AA497ED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D27DA-3BEA-4D2D-B1A3-2F4D831D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C0C33-261D-45B6-A0C5-65A3318E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79023-701F-464F-9218-0493EB8D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06311-0AEF-4F12-9EC6-2992E53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63684-6C64-4B34-B707-FE91CF04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9D5E9-3775-443C-908D-4BA1967D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Evento de contexto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631B4-6292-4691-AC13-7A699D9D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75B93-D920-4178-A59E-C6298DFC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F72A6-EA96-4E49-85FB-48DB691A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EDAF4-D4D4-4E7C-8AA7-8E473673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6A068-AB50-473F-AB3B-F3E4BA7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59D5D-0695-40FC-80EC-314E22F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FC8E8-931C-412A-8891-D82D0770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5AE07-8420-4841-9F71-1CB7C218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AC2A5-41FF-4761-A279-26ECB8A3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C8980-9263-458E-BD71-22DFDB91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DB8A6-4569-4AD0-9C01-6EDBA4F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DC464-1D72-451B-9DE9-04219834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40913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46499-2660-4D00-AA61-FA134B61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3E52D-235A-437D-A17C-940BC34E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F8207-B1FF-4FDF-B85F-37F8D17C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68665-9E8C-4C27-B833-4638E2F9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C4FCE-0EF6-4E22-A916-F39F9ACF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2ED14-F6E0-48A2-B0CC-CFD48D84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22F0B-C1D0-4DAC-9D0F-07E0AD7B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629A0-D676-4CC3-BC16-120C3953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Reversibilidad ampliada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03C19-4DA9-431B-9367-BA4E0FE5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36B27-E407-4B5C-B0AB-6BBDFA6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F1239-54BF-448E-A8DC-EBEBF6EE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020F6-DBA1-4264-9D9E-99A65E05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1D4D8-D060-465B-B3B6-CED9B76E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20A39-8DF4-4252-A2CA-E1A85A2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239889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1FF28-8DE0-4CDB-824F-BEF22FD5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CBC58-B9D0-4DB1-9E5F-6857A73F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C65D5-7619-4E6C-A595-765FEB0E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D03C7-4162-4780-B7D8-52B613F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3CD2A-A6AF-4B4D-9B0B-C5F59E15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06A2A-4B11-4B7C-B80A-18422D85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5BE83-AA9F-413D-90F9-22BFD370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ECD99-E20F-4418-B155-244B34CD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Puertas reales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EACA1-2766-42EC-BD28-B065632A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AA5C1-2C2F-4147-8A4F-8600ADCD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34A75-06E4-47B8-9866-C488F108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488279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CA0A5-65AF-4DAF-A0E3-41340B84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D9D6F-D831-48BE-BC57-AF8B8866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D46DC-4AA1-4752-99E8-F96B9532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D32C1-0165-48D9-B771-C326A446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2E869-D779-4388-9526-1B72DDAB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263B5-A365-46DF-ADCD-30F1251C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B794D-5AE9-4F1E-AAA3-D65A56D9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6A069-DB30-4BE4-8B06-57E8EA74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Cadencias distintas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882C9-D1A5-4A4A-9E6C-C5F062FE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A76A9-358C-4539-BC3A-E9D071F0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9073A-74DE-47A1-92B8-BEF88DB4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9A2C0-4539-49A0-A018-1954D235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AC255-6113-4276-BD78-89C5BD71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6C5EB-E900-4B01-944A-71CFA670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34481-7B95-44FE-ACB3-BE245FB6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F9EC6-67D8-4891-8B24-3AA1691B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FF6F6-8885-42B5-B6CB-3E919490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DCBDA-78C8-48CF-B693-A4E76FB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10894-64AB-4572-874C-11F6E4A0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57C16-D604-4D3F-969F-04472232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82399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AFECB-B259-450D-8FB5-F4B702CE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C6F73-39B2-446F-8F45-DD52A707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26535-B856-486F-A337-84CDC432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B25FE-6D07-4EF2-BB37-15B89FD5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F4829-A570-4D08-B1FF-28A5E65E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9D110-ED78-466D-8CF5-0BDF204A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1C456-6541-4BBF-8ECA-55E0DE5C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3EF2B-CD8C-48CB-AD07-4E1E15E5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Mapa HH-17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1DAE9-8A36-4D90-BEB0-8E63C1C5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B572A-3D57-4268-BACC-79837A64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82B08-F6DD-414A-9C25-128D9303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9602D-B7CF-4E63-9B1E-5D23EC9C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92A43-5E9C-4B73-9168-379E7ECA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1AD41-92E1-4CD2-83C1-885B5A7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80BFE-E6A4-4174-9003-0FC67E6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5DE49-5B8A-48DF-9143-2C838EB6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051B9-73CE-4FA5-8812-5C1974CF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F14EE-ED41-491D-94AF-53BA05B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423A2-E5E2-4FA1-B236-20B447F5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51D79-EF2E-4AD4-867A-1BACD88D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08846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0D40A-8BE2-4C08-8100-F9BA8D3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79AC8-9DBB-42CD-9857-98CFA3F6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F5FC0-46FA-40FC-A628-94FFF7A8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86B08-D5C0-4940-B948-0F7229E4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A2D7F-4C51-43AC-A6D8-CB29308B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034BF-6859-46C4-B0D9-1C95D4B8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30E1C-AC31-4ECC-B5ED-B33141E2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7AA4D-FA77-4344-AFE1-248C1874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8EC50-777B-48AF-9A7A-AA4D3A26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3B77D-1E49-44DF-AF2B-94407959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CE97C-6CE0-40FE-8D9E-57D3E27F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E5B0E-F733-4B05-A0DB-EFF5DA7C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722F9-9D44-49E7-90C0-E592862A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B8B40-AF0A-4802-99A0-5CABCE9B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1873C-7E1C-49BA-95EB-FDEC7AB7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lógica de intervención para HH-17 que combina anticipación, aprendizaje y entrega sin convertir PMBOK, Scrum o Kanban en recetas globales.</a:t>
            </a:r>
          </a:p>
        </p:txBody>
      </p:sp>
    </p:spTree>
    <p:extLst>
      <p:ext uri="{BB962C8B-B14F-4D97-AF65-F5344CB8AC3E}">
        <p14:creationId xmlns:p14="http://schemas.microsoft.com/office/powerpoint/2010/main" val="2045750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2026-09-12T16:23:05.3470000Z</dcterms:created>
  <dcterms:modified xsi:type="dcterms:W3CDTF">2026-09-12T16:23:05.3470000Z</dcterms:modified>
</coreProperties>
</file>