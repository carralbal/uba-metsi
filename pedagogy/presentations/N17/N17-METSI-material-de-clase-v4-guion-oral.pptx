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6515360d184659" /><Relationship Type="http://schemas.openxmlformats.org/officeDocument/2006/relationships/extended-properties" Target="/docProps/app.xml" Id="R2129f878945f4f32" /><Relationship Type="http://schemas.openxmlformats.org/officeDocument/2006/relationships/officeDocument" Target="/ppt/presentation.xml" Id="Ra52ecdb5cfcb45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2d9cfb70a4661"/>
  </p:sldMasterIdLst>
  <p:notesMasterIdLst>
    <p:notesMasterId xmlns:r="http://schemas.openxmlformats.org/officeDocument/2006/relationships" r:id="R5a4e334e0a3c41fc"/>
  </p:notesMasterIdLst>
  <p:sldIdLst>
    <p:sldId xmlns:r="http://schemas.openxmlformats.org/officeDocument/2006/relationships" id="256" r:id="Rd9f6751514804f63"/>
    <p:sldId xmlns:r="http://schemas.openxmlformats.org/officeDocument/2006/relationships" id="257" r:id="Raa2ef13968664e63"/>
    <p:sldId xmlns:r="http://schemas.openxmlformats.org/officeDocument/2006/relationships" id="258" r:id="R5de65682b2714f39"/>
    <p:sldId xmlns:r="http://schemas.openxmlformats.org/officeDocument/2006/relationships" id="259" r:id="R250fd9fbeb8b4626"/>
    <p:sldId xmlns:r="http://schemas.openxmlformats.org/officeDocument/2006/relationships" id="260" r:id="R8a80611054ca4650"/>
    <p:sldId xmlns:r="http://schemas.openxmlformats.org/officeDocument/2006/relationships" id="261" r:id="R94c4bf4e594c405a"/>
    <p:sldId xmlns:r="http://schemas.openxmlformats.org/officeDocument/2006/relationships" id="262" r:id="R3425d52fd37f45c0"/>
    <p:sldId xmlns:r="http://schemas.openxmlformats.org/officeDocument/2006/relationships" id="263" r:id="R9b4b735620724c9c"/>
    <p:sldId xmlns:r="http://schemas.openxmlformats.org/officeDocument/2006/relationships" id="264" r:id="R14663b06098a4d40"/>
    <p:sldId xmlns:r="http://schemas.openxmlformats.org/officeDocument/2006/relationships" id="265" r:id="R94cd58e30ec248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9b0eaf0d0540df" /><Relationship Type="http://schemas.openxmlformats.org/officeDocument/2006/relationships/slideMaster" Target="/ppt/slideMasters/slideMaster1.xml" Id="R0662d9cfb70a4661" /><Relationship Type="http://schemas.openxmlformats.org/officeDocument/2006/relationships/notesMaster" Target="/ppt/notesMasters/notesMaster1.xml" Id="R5a4e334e0a3c41fc" /><Relationship Type="http://schemas.openxmlformats.org/officeDocument/2006/relationships/presProps" Target="/ppt/presProps.xml" Id="Ra1ce4243ce064601" /><Relationship Type="http://schemas.openxmlformats.org/officeDocument/2006/relationships/tableStyles" Target="/ppt/tableStyles.xml" Id="Rb1a7f4cb272142b3" /><Relationship Type="http://schemas.openxmlformats.org/officeDocument/2006/relationships/slide" Target="/ppt/slides/slide1.xml" Id="Rd9f6751514804f63" /><Relationship Type="http://schemas.openxmlformats.org/officeDocument/2006/relationships/slide" Target="/ppt/slides/slide2.xml" Id="Raa2ef13968664e63" /><Relationship Type="http://schemas.openxmlformats.org/officeDocument/2006/relationships/slide" Target="/ppt/slides/slide3.xml" Id="R5de65682b2714f39" /><Relationship Type="http://schemas.openxmlformats.org/officeDocument/2006/relationships/slide" Target="/ppt/slides/slide4.xml" Id="R250fd9fbeb8b4626" /><Relationship Type="http://schemas.openxmlformats.org/officeDocument/2006/relationships/slide" Target="/ppt/slides/slide5.xml" Id="R8a80611054ca4650" /><Relationship Type="http://schemas.openxmlformats.org/officeDocument/2006/relationships/slide" Target="/ppt/slides/slide6.xml" Id="R94c4bf4e594c405a" /><Relationship Type="http://schemas.openxmlformats.org/officeDocument/2006/relationships/slide" Target="/ppt/slides/slide7.xml" Id="R3425d52fd37f45c0" /><Relationship Type="http://schemas.openxmlformats.org/officeDocument/2006/relationships/slide" Target="/ppt/slides/slide8.xml" Id="R9b4b735620724c9c" /><Relationship Type="http://schemas.openxmlformats.org/officeDocument/2006/relationships/slide" Target="/ppt/slides/slide9.xml" Id="R14663b06098a4d40" /><Relationship Type="http://schemas.openxmlformats.org/officeDocument/2006/relationships/slide" Target="/ppt/slides/slide10.xml" Id="R94cd58e30ec2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484050890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e886e660a4db4" /><Relationship Type="http://schemas.openxmlformats.org/officeDocument/2006/relationships/notesMaster" Target="/ppt/notesMasters/notesMaster1.xml" Id="Rec470c3d6dd647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abbf19323c4380" /><Relationship Type="http://schemas.openxmlformats.org/officeDocument/2006/relationships/notesMaster" Target="/ppt/notesMasters/notesMaster1.xml" Id="Rd740e509322f45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71dd507f8c46a9" /><Relationship Type="http://schemas.openxmlformats.org/officeDocument/2006/relationships/notesMaster" Target="/ppt/notesMasters/notesMaster1.xml" Id="Rb091638f3c624e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5529c413149a4" /><Relationship Type="http://schemas.openxmlformats.org/officeDocument/2006/relationships/notesMaster" Target="/ppt/notesMasters/notesMaster1.xml" Id="R6466102515fe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a7376109784c05" /><Relationship Type="http://schemas.openxmlformats.org/officeDocument/2006/relationships/notesMaster" Target="/ppt/notesMasters/notesMaster1.xml" Id="R418ec31cbb3c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415016c1e45e9" /><Relationship Type="http://schemas.openxmlformats.org/officeDocument/2006/relationships/notesMaster" Target="/ppt/notesMasters/notesMaster1.xml" Id="R09ceb22157504a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7d3c29a5dc4921" /><Relationship Type="http://schemas.openxmlformats.org/officeDocument/2006/relationships/notesMaster" Target="/ppt/notesMasters/notesMaster1.xml" Id="R57766b3fb4434c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d5e2639144fd7" /><Relationship Type="http://schemas.openxmlformats.org/officeDocument/2006/relationships/notesMaster" Target="/ppt/notesMasters/notesMaster1.xml" Id="R43aad29048b54c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e9fc1c045c4633" /><Relationship Type="http://schemas.openxmlformats.org/officeDocument/2006/relationships/notesMaster" Target="/ppt/notesMasters/notesMaster1.xml" Id="Rc845262d747248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bf4ee973454c29" /><Relationship Type="http://schemas.openxmlformats.org/officeDocument/2006/relationships/notesMaster" Target="/ppt/notesMasters/notesMaster1.xml" Id="Ra22b23fe00ed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Lógicas predictivas, iterativas, incrementales, adaptativas y experimentales.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elegir una forma de trabajo cuando algunas decisiones pueden anticiparse, otras exigen aprender y no todos los errores tienen el mismo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necesita anticipación? ¿Qué aprende una iteración y qué entrega un incremento?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elige predictivo o ágil para HH-17 y registra qué decisión real quedó oculta por la etiqueta.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aprende una iteración y qué entrega un incremento? ¿Qué función cumple esta ceremonia?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asignan lógica a cada decisión y justifican qué conocimiento o compromiso produce.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función cumple esta ceremonia? ¿Qué opción se pierde al avanzar?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comparar gobierno de dominios y compromisos, cadencia empírica e inspección, y gestión visual de flujo, límites y espera. Ningún marco cubre toda la intervención.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opción se pierde al avanzar?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compone una ruta con dependencias, criterios de entrada y salida, evidencia y autoridad. Debe retirar prácticas sin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detener la puerta? ¿Qué no revierte un rollback?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cambiar una obligación, una población o el costo de demora. El equipo revisa lógica, cadencia y alcance sin borrar decisiones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no revierte un rollback? ¿Qué decisión necesita anticipación?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intenta revertir una decisión técnica y enumera contratos, datos, aprendizaje, confianza y trabajo que no vuelven automáticamente atrás.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necesita anticipación? ¿Qué aprende una iteración y qué entrega un incremento?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defienden tres puertas: avanzar, ampliar y detener. Cada una exige evidencia, autoridad, decisión habilitada y riesgo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aprende una iteración y qué entrega un incremento? ¿Qué función cumple esta ceremonia?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qué obligación o capacidad heredada condiciona la estrategia y la transfiere a N18.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función cumple esta ceremonia? ¿Qué opción se pierde al avanzar?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mapa de lógica de intervención para HH-17 que combina anticipación, aprendizaje y entrega sin convertir PMBOK, Scrum o Kanban en recetas globales.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d95f746ce4d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39fb4663844b4" /><Relationship Type="http://schemas.openxmlformats.org/officeDocument/2006/relationships/slideLayout" Target="/ppt/slideLayouts/slideLayout1.xml" Id="R2e7ea30c9e6f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7ea30c9e6f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0e47e2727462f" /><Relationship Type="http://schemas.openxmlformats.org/officeDocument/2006/relationships/notesSlide" Target="/ppt/notesSlides/notesSlide1.xml" Id="R224a4b7e9572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2292f2db1478f" /><Relationship Type="http://schemas.openxmlformats.org/officeDocument/2006/relationships/notesSlide" Target="/ppt/notesSlides/notesSlide2.xml" Id="R645b95a1e5e4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2c161f79a43ce" /><Relationship Type="http://schemas.openxmlformats.org/officeDocument/2006/relationships/notesSlide" Target="/ppt/notesSlides/notesSlide3.xml" Id="R6a9ac4b898f7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39c5e133743ae" /><Relationship Type="http://schemas.openxmlformats.org/officeDocument/2006/relationships/notesSlide" Target="/ppt/notesSlides/notesSlide4.xml" Id="Raa76e20cc18f46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3e027c6304922" /><Relationship Type="http://schemas.openxmlformats.org/officeDocument/2006/relationships/notesSlide" Target="/ppt/notesSlides/notesSlide5.xml" Id="R1162006800f145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a24d641e54845" /><Relationship Type="http://schemas.openxmlformats.org/officeDocument/2006/relationships/notesSlide" Target="/ppt/notesSlides/notesSlide6.xml" Id="Re762afe0b5db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a5aed84614351" /><Relationship Type="http://schemas.openxmlformats.org/officeDocument/2006/relationships/notesSlide" Target="/ppt/notesSlides/notesSlide7.xml" Id="R3ce94919ad2b4c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6c1ca6e1343f4" /><Relationship Type="http://schemas.openxmlformats.org/officeDocument/2006/relationships/notesSlide" Target="/ppt/notesSlides/notesSlide8.xml" Id="R547dd92021de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ce5538984887" /><Relationship Type="http://schemas.openxmlformats.org/officeDocument/2006/relationships/notesSlide" Target="/ppt/notesSlides/notesSlide9.xml" Id="Rbda0bd615df140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5e6759f49444c" /><Relationship Type="http://schemas.openxmlformats.org/officeDocument/2006/relationships/notesSlide" Target="/ppt/notesSlides/notesSlide10.xml" Id="R61f885df24b04b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8E8E3-2A99-4A20-B1EA-528E3F5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2CC9A-824A-41DC-85C2-D14563CA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9EB05-874B-4B25-A747-E998F612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10E4-1D65-4ADE-950B-6547A3A4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8F5FB-165F-4F9A-ADAB-33D188F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A5527-6E6A-43DD-982B-F7E8D2EC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2FAD1-2F4E-453F-95B6-DD805BF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4EFDA-1FDC-4920-995B-ADE74BCE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9C212-A633-45A9-A57B-7356C0A1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Lógicas predictivas, iterativas, incrementales, adaptativas y experimentales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CB82F-965B-42D1-80D0-638EF77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elegir una forma de trabajo cuando algunas decisiones pueden anticiparse, otras exigen aprender y no todos los errores tienen el mismo costo?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C215C-5AB3-4DC3-A1B6-042C8398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F8476-3396-4972-ACF1-45430ABD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81189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061FF-7B4F-4134-B15A-F59BE81F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9CE78-28A1-4F27-8048-8BE9CDCF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A0246-B428-41B8-A1BA-40EC83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57956-6C18-4554-8DBE-739F13F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6C36F-7694-47EF-B6F8-0D06D3F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34791-5C51-4743-94B0-487FDA0C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333A-D419-4E5C-9882-EE3B1E8F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BDFD5-4C80-4662-A567-E868E52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Etiqueta metodológica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838E4-D58E-4B87-BC56-921089A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6CDAA-0F25-4085-A867-506D2741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9CD9E-FFC1-475C-8BB1-C2D825E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elige predictivo o ágil para HH-17 y registra qué decisión real quedó oculta por la etiqueta.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C0031-AEAD-44CC-B6EC-20A89D7B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B89EA-F99E-47C5-BAD0-47055D60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42B29-FC61-4826-BCB2-A240AC9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D9076-EE33-4749-AB78-5D762C9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D988A-6009-44FE-BE58-1BB19CFB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04B7C-BE88-4E06-83B7-51A5638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D891C-7B66-468A-9A93-A24B987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1224D-733E-4777-A45B-352AAD4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4FC4-33EB-4A23-A5A1-F2984B03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344AA-E434-4E35-87F9-6DB984F1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40949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2BC29-7C04-4087-8479-12AC696F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A4535-09DC-4953-A83C-312D8F74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7A053-F91C-4FAC-B228-E10590B9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A7906-A33C-4C86-8738-553B63C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3AE2-6B33-44FC-8E7E-5AFD7C8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45783-F9CD-4445-8DD9-3E8E80EC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D2873-1C49-4505-879A-3C1EEF02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6B3E2-D5A7-446D-9A7F-D3383B3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lógicas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6AF2A-BC8E-460F-94E6-0538AA0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C10AB-585D-4DA8-A854-F15FD9CA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DFE0E-0DFA-4931-B1BD-B4F8717B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asignan lógica a cada decisión y justifican qué conocimiento o compromiso produce.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029DF-1215-43C4-B1DC-587B4DF8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BDD92-B4CF-42C9-A4D9-9CF0B63F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105F3-75A3-4BE1-83AE-1796FA55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PMBOK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156CF-6297-4FE5-BCA5-E8014489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FA1F9-C85C-4720-92AF-EC12194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8518-0759-451A-9C60-AA836E7D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A6233-FF74-4DBC-B3A2-1621E9C1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Scrum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48720-E399-4D97-BC3D-DC43E026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6976A-C155-4030-9DA0-FC4F299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15BB2-5356-4592-942F-49E6357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664AE-678B-4F34-BA3A-6366A3C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Kanban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46F64-917F-4388-90B1-5872DC1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16744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47F97-9354-466A-BB65-32FCDEF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4155E-D46F-4B8C-8F50-8390D8A8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A2070-6B28-4CC8-AF48-2F67D2D0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FA1AA-E49A-4BE3-97EA-9E508D9E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1B48E-F0F6-4760-85D9-1E1BD62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FA7B2-0C87-47F2-8E59-0DDEABF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C0608-410D-4D77-99AE-8C85F41E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282C1-833D-4CA0-BD98-F10B858B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PMBOK, Scrum y Kanban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9E5DC-E822-45CC-AEB5-54352F1A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6C3E7-B80A-4CC3-8A98-F13F99FE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01553-3E59-493C-82F3-3F5941A5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compara gobierno de dominios y compromisos, cadencia empírica e inspección, y gestión visual de flujo, límites y espera. Ningún marco cubre toda la intervención.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7544B-CC4B-4DDF-B892-637142A6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9F7BD-D53B-4F1B-B13E-FF7FA6B1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2DBAC-B4C3-4E8E-9D0F-0A0A4C7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3A87E-A2AB-4301-86C2-F7000E59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FD545-B505-4A45-B2B0-57A1CFBE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6A313-C2D5-42FE-A096-A8BDAB3C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65417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A7749-B893-4094-B0F0-DABA3C2A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2040D-BC8D-4E28-99F6-2898462A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60DD1-171D-4E5A-B61D-00D920AB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EBB1A-30DA-4188-B618-BBB1E4AB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40BD0-BF45-4D68-8A1F-E0CA03B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2347A-F4D2-4CCD-BAAD-64D5DC3E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50B75-F732-4D74-B1D0-9E58067A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3E2B6-FFF8-4624-B81B-147988E4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Ensamble híbrido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245F5-10FD-4F9C-A3B7-FE716CA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EC588-D90A-4FF8-B432-0A7B83BE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7773F-B138-423E-A87D-79E0EB3E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compone una ruta con dependencias, criterios de entrada y salida, evidencia y autoridad. Debe retirar prácticas sin función.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6A08E-C142-479F-BC1C-D65DC67C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7DBA0-4753-42F6-9BAB-FCD4D49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85840-B771-4C1E-A03F-DC412B8D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E51B5-AC3F-4916-ADE4-CE1C94C4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13FDC-DA1E-4F89-8E5B-61CA97CA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4C3CD-1B02-4B7E-B8C3-55F59DAA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38C68-9A79-4FB5-B024-8FAF36E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7D790-FAC2-4C15-AC9E-98BC047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17EBF-7FD6-4778-98F5-58B3FE4F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1F1AC-4B0A-47B7-A046-FBBD15B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476C9-35B8-4DB3-ABE3-1ABFF7A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EFC96-9DF5-462A-BF9E-650C156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373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7CD24-91DF-4633-BFD7-9859840D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4BD29-B889-437E-8AA6-993E6BBF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A4D83-A867-43DC-BD9B-9A9B5BAE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B9EBD-2F76-464F-9D34-2BA1E384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384EE-8553-4E02-AEC8-8F148929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34361-FA50-4E34-A1D5-85C26B7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77F62-4BB6-4D6A-B8A0-C53892AB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B94A-7597-4BF1-AC23-152D9616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contexto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34693-D918-4F87-B918-DF9645C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EBA44-2672-436C-81BF-DEF27344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52094-8827-4C7C-8616-138799FA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A55FC-1717-40AB-B28D-31E783FC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274A-6335-4049-B3D9-C72DCDD2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Reversibilidad ampliada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5C0BC-FE1A-4D4A-820D-76803A67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Cambia una obligación, una población o el costo de demora. El equipo revisa lógica, cadencia y alcance sin borrar decisiones anteriores.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A6BE0-72CB-43FB-BE05-BD32007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CF30B-31A7-4B3D-814F-2BEE6901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624286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78A58-6820-4D52-8FC8-60B680F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5545D-0514-4B55-B035-384103F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A3FD8-7CC5-4C03-8B56-C1A0B02C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1EEB9-8A25-4573-9651-0F7271D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DDA03-5FB7-41CA-8F7C-8CAA59C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422B9-7161-4537-9F9D-8904646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616F7-05C3-48BC-904F-E9D8D81D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20D92-B645-491B-A6B5-16DA0FF5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reversibilidad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CE035-5FE1-4B80-A94A-35F31A33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F60BA-BBE8-4A9A-BDC9-F1F7E07C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34F22-6C40-4995-985C-4BE5D0C0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059E4-AA4E-43D7-AAEA-83B8250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C823-1131-4826-8F68-E1FB4789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Otro equipo intenta revertir una decisión técnica y enumera contratos, datos, aprendizaje, confianza y trabajo que no vuelven automáticamente atrás.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AD4A3-E44E-4DFB-91A3-A5EFD2CB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678544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8D854-5AEB-47E4-8450-140D512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D0E56-3AD1-4CD4-8509-8386493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5F726-864C-42D5-A883-C1930F30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5C1D0-A325-4A08-BAC0-B053082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D8C9E-B427-41B7-9383-46F3CE1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C40DE-AD2B-4349-800F-01A6A69D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754E7-0FA4-408B-BB7C-048F1CF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C318E-7362-49B2-AE19-4E7D7E13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puertas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69A60-2E93-4688-9290-4FDD1C98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30C75-1606-477B-A98B-3D2C2147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14951-7C22-4610-A4B0-F6BA831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defienden tres puertas: avanzar, ampliar y detener. Cada una exige evidencia, autoridad, decisión habilitada y riesgo residual.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CCFF4-5377-4CA0-B4FF-61D3A5EA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537A6-36FF-4CE2-8DEB-58B7855D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37DBC-6216-4551-A959-198235F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250BE-08E1-4E43-BD3D-AF7B96B9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C3CC5-0EB9-4489-9DA0-F3710E9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26D40-F4A4-4E8B-8E71-3D4A386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A2AF3-C33C-4730-937A-2E2AE13E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FF81E-2A5E-47EF-BAE3-951A3E90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655A8-209F-4BED-ACEB-589AA08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CCEB8-69A8-458D-A2B0-586D53E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D9A82-F770-4367-834F-D066984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79A57-FA75-4FF0-8D4D-A2DF2756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47402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34943-F02F-417E-885C-155BF5B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51415-6A18-4FC3-AC31-C3B8E58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6F1A9-8D02-48FA-95F3-C7D38AFD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24A95-B789-4999-A30F-6417EAF9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F794-8AB3-4DBD-8516-533D655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9C36A-04BE-40C9-856F-8B08A89B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0351A-5C90-4C5A-9BF7-EDE39CB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FD3E1-505D-46B5-96AE-699C15CF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08DCC-24B2-4D38-A196-B587FEC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BA862-69B2-445F-8E36-CB23176C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5193C-5003-488E-B4BB-4265DFE5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obligación o capacidad heredada condiciona la estrategia y la transfiere a N18.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2AB1C-55F0-4176-990D-AB50B42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6EAF4-6681-4758-83B4-129A45A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786A1-49C1-4184-A7AE-5B6723D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E98BB-FCD4-45C8-95D1-AD488E2E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31517-1875-4198-BF14-350B8F3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3208A-A4A7-43D5-8F59-B939B212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BF834-02ED-4B44-B7B9-F0D8625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2CB67-C307-440D-B0D5-9A2AEB24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50159-A341-4699-98FC-26CB8D4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5F3AE-961B-443B-8AA0-A0E77EDF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42BB6-2C1F-414E-8D75-85AB89A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0E13E-6EFB-4EF6-A41B-C73FE6DC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1518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7BCBE-A54E-4B5E-A245-98063240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4166D-78DD-487F-93AE-C3EB268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B8892-98CC-4347-8AA0-FD635DD2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178C7-9D06-4041-858E-E2183947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F5806-431F-41A9-959C-113DD69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F995E-E801-48BD-A24F-7C696F86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D6885-CB53-46E6-AA6F-CED9030A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071CC-D072-4E6B-A153-985B2C40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61817-483A-4460-A0AC-CCAA420C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BAD88-650D-42EC-857C-D28F7EA6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6913E-7012-4F76-A8E9-3893675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4AB1A-7860-410D-A36C-EBD7D936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58A83-C053-47D4-A1AC-197F5C5E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2D3E0-13E6-4F31-8235-F620F480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73ECF-37F6-4759-8CFC-D29A6B91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lógica de intervención para HH-17 que combina anticipación, aprendizaje y entrega sin convertir PMBOK, Scrum o Kanban en recetas globales.</a:t>
            </a:r>
          </a:p>
        </p:txBody>
      </p:sp>
    </p:spTree>
    <p:extLst>
      <p:ext uri="{BB962C8B-B14F-4D97-AF65-F5344CB8AC3E}">
        <p14:creationId xmlns:p14="http://schemas.microsoft.com/office/powerpoint/2010/main" val="269685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2026-09-15T15:52:24.7410000Z</dcterms:created>
  <dcterms:modified xsi:type="dcterms:W3CDTF">2026-09-15T15:52:24.7410000Z</dcterms:modified>
</coreProperties>
</file>