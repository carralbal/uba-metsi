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93adca45664c2f" /><Relationship Type="http://schemas.openxmlformats.org/officeDocument/2006/relationships/extended-properties" Target="/docProps/app.xml" Id="R58b6e15bca414066" /><Relationship Type="http://schemas.openxmlformats.org/officeDocument/2006/relationships/officeDocument" Target="/ppt/presentation.xml" Id="Rf06ee59d295641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75866d3b484d6a"/>
  </p:sldMasterIdLst>
  <p:notesMasterIdLst>
    <p:notesMasterId xmlns:r="http://schemas.openxmlformats.org/officeDocument/2006/relationships" r:id="Rff7d6db4da514d0a"/>
  </p:notesMasterIdLst>
  <p:sldIdLst>
    <p:sldId xmlns:r="http://schemas.openxmlformats.org/officeDocument/2006/relationships" id="256" r:id="R9acc70bdbb274cd3"/>
    <p:sldId xmlns:r="http://schemas.openxmlformats.org/officeDocument/2006/relationships" id="257" r:id="R7e6075f090cb42d2"/>
    <p:sldId xmlns:r="http://schemas.openxmlformats.org/officeDocument/2006/relationships" id="258" r:id="R0f8f8b1dc7984413"/>
    <p:sldId xmlns:r="http://schemas.openxmlformats.org/officeDocument/2006/relationships" id="259" r:id="R31124f0d3eb64126"/>
    <p:sldId xmlns:r="http://schemas.openxmlformats.org/officeDocument/2006/relationships" id="260" r:id="R8c6be6f9bce44ebd"/>
    <p:sldId xmlns:r="http://schemas.openxmlformats.org/officeDocument/2006/relationships" id="261" r:id="Ree7af73730e14bfb"/>
    <p:sldId xmlns:r="http://schemas.openxmlformats.org/officeDocument/2006/relationships" id="262" r:id="R475ed59f3e044092"/>
    <p:sldId xmlns:r="http://schemas.openxmlformats.org/officeDocument/2006/relationships" id="263" r:id="R64fb5b179f934089"/>
    <p:sldId xmlns:r="http://schemas.openxmlformats.org/officeDocument/2006/relationships" id="264" r:id="R7323f52e0f55458d"/>
    <p:sldId xmlns:r="http://schemas.openxmlformats.org/officeDocument/2006/relationships" id="265" r:id="R65f1b379513544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98d91f66134f1b" /><Relationship Type="http://schemas.openxmlformats.org/officeDocument/2006/relationships/slideMaster" Target="/ppt/slideMasters/slideMaster1.xml" Id="R0375866d3b484d6a" /><Relationship Type="http://schemas.openxmlformats.org/officeDocument/2006/relationships/notesMaster" Target="/ppt/notesMasters/notesMaster1.xml" Id="Rff7d6db4da514d0a" /><Relationship Type="http://schemas.openxmlformats.org/officeDocument/2006/relationships/presProps" Target="/ppt/presProps.xml" Id="Re4fa955f2e154a46" /><Relationship Type="http://schemas.openxmlformats.org/officeDocument/2006/relationships/tableStyles" Target="/ppt/tableStyles.xml" Id="Rb9562d3572ef4576" /><Relationship Type="http://schemas.openxmlformats.org/officeDocument/2006/relationships/slide" Target="/ppt/slides/slide1.xml" Id="R9acc70bdbb274cd3" /><Relationship Type="http://schemas.openxmlformats.org/officeDocument/2006/relationships/slide" Target="/ppt/slides/slide2.xml" Id="R7e6075f090cb42d2" /><Relationship Type="http://schemas.openxmlformats.org/officeDocument/2006/relationships/slide" Target="/ppt/slides/slide3.xml" Id="R0f8f8b1dc7984413" /><Relationship Type="http://schemas.openxmlformats.org/officeDocument/2006/relationships/slide" Target="/ppt/slides/slide4.xml" Id="R31124f0d3eb64126" /><Relationship Type="http://schemas.openxmlformats.org/officeDocument/2006/relationships/slide" Target="/ppt/slides/slide5.xml" Id="R8c6be6f9bce44ebd" /><Relationship Type="http://schemas.openxmlformats.org/officeDocument/2006/relationships/slide" Target="/ppt/slides/slide6.xml" Id="Ree7af73730e14bfb" /><Relationship Type="http://schemas.openxmlformats.org/officeDocument/2006/relationships/slide" Target="/ppt/slides/slide7.xml" Id="R475ed59f3e044092" /><Relationship Type="http://schemas.openxmlformats.org/officeDocument/2006/relationships/slide" Target="/ppt/slides/slide8.xml" Id="R64fb5b179f934089" /><Relationship Type="http://schemas.openxmlformats.org/officeDocument/2006/relationships/slide" Target="/ppt/slides/slide9.xml" Id="R7323f52e0f55458d" /><Relationship Type="http://schemas.openxmlformats.org/officeDocument/2006/relationships/slide" Target="/ppt/slides/slide10.xml" Id="R65f1b379513544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dcbec1d2224c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8b1eebc76b4c72" /><Relationship Type="http://schemas.openxmlformats.org/officeDocument/2006/relationships/notesMaster" Target="/ppt/notesMasters/notesMaster1.xml" Id="Ra174dbc30def4a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a44dad192d44c0" /><Relationship Type="http://schemas.openxmlformats.org/officeDocument/2006/relationships/notesMaster" Target="/ppt/notesMasters/notesMaster1.xml" Id="R96b93fb98fcc44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10e49948504ad3" /><Relationship Type="http://schemas.openxmlformats.org/officeDocument/2006/relationships/notesMaster" Target="/ppt/notesMasters/notesMaster1.xml" Id="Re5f4a49a21274e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acf296307645fa" /><Relationship Type="http://schemas.openxmlformats.org/officeDocument/2006/relationships/notesMaster" Target="/ppt/notesMasters/notesMaster1.xml" Id="R9779bf626faa4f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454effbebb4491" /><Relationship Type="http://schemas.openxmlformats.org/officeDocument/2006/relationships/notesMaster" Target="/ppt/notesMasters/notesMaster1.xml" Id="R609650f1afc04b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005d73e0b44aed" /><Relationship Type="http://schemas.openxmlformats.org/officeDocument/2006/relationships/notesMaster" Target="/ppt/notesMasters/notesMaster1.xml" Id="R9b0fb63dc4cb43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c39352fdc94827" /><Relationship Type="http://schemas.openxmlformats.org/officeDocument/2006/relationships/notesMaster" Target="/ppt/notesMasters/notesMaster1.xml" Id="Rb66329734b8644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9c351a65844bab" /><Relationship Type="http://schemas.openxmlformats.org/officeDocument/2006/relationships/notesMaster" Target="/ppt/notesMasters/notesMaster1.xml" Id="Rffc9a1a60ee44b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52339c539e4552" /><Relationship Type="http://schemas.openxmlformats.org/officeDocument/2006/relationships/notesMaster" Target="/ppt/notesMasters/notesMaster1.xml" Id="R7d3e3d2d21d74d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9776a3ad1b453a" /><Relationship Type="http://schemas.openxmlformats.org/officeDocument/2006/relationships/notesMaster" Target="/ppt/notesMasters/notesMaster1.xml" Id="R95fa5dbf1b1940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etiqueta rápida y luego la decisión oculta.</a:t>
            </a:r>
          </a:p>
          <a:p xmlns:a="http://schemas.openxmlformats.org/drawingml/2006/main">
            <a:r>
              <a:t>Señal para avanzar: Aparecen necesidades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que asigne lógicas distintas a decisiones con incertidumbre, consecuencias y reversibilidad diferentes.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necesita anticipación?</a:t>
            </a:r>
          </a:p>
          <a:p xmlns:a="http://schemas.openxmlformats.org/drawingml/2006/main">
            <a:r>
              <a:t>• ¿Qué aprende una iteración y qué entrega un incremento?</a:t>
            </a:r>
          </a:p>
          <a:p xmlns:a="http://schemas.openxmlformats.org/drawingml/2006/main">
            <a:r>
              <a:t>• ¿Qué función cumple esta ceremonia?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Cinco lógicas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Etiqueta metodológica · 10 minutos</a:t>
            </a:r>
          </a:p>
          <a:p xmlns:a="http://schemas.openxmlformats.org/drawingml/2006/main">
            <a:r>
              <a:t>Cada persona elige predictivo o ágil para HH-17 y registra qué decisión real quedó oculta por la etiqueta.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conocimiento, compromiso y criterio de avance.</a:t>
            </a:r>
          </a:p>
          <a:p xmlns:a="http://schemas.openxmlformats.org/drawingml/2006/main">
            <a:r>
              <a:t>Señal para avanzar: Iteración e incremento se distinguen.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que asigne lógicas distintas a decisiones con incertidumbre, consecuencias y reversibilidad diferentes.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aprende una iteración y qué entrega un incremento?</a:t>
            </a:r>
          </a:p>
          <a:p xmlns:a="http://schemas.openxmlformats.org/drawingml/2006/main">
            <a:r>
              <a:t>• ¿Qué función cumple esta ceremonia?</a:t>
            </a:r>
          </a:p>
          <a:p xmlns:a="http://schemas.openxmlformats.org/drawingml/2006/main">
            <a:r>
              <a:t>• ¿Qué opción se pierde al avanzar?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PMBOK, Scrum y Kanban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Mesa de lógicas · 16 minutos</a:t>
            </a:r>
          </a:p>
          <a:p xmlns:a="http://schemas.openxmlformats.org/drawingml/2006/main">
            <a:r>
              <a:t>Los equipos asignan lógica a cada decisión y justifican qué conocimiento o compromiso produce.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funciones y límites, no marcas.</a:t>
            </a:r>
          </a:p>
          <a:p xmlns:a="http://schemas.openxmlformats.org/drawingml/2006/main">
            <a:r>
              <a:t>Señal para avanzar: Cada práctica tiene propósito.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que asigne lógicas distintas a decisiones con incertidumbre, consecuencias y reversibilidad diferentes.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función cumple esta ceremonia?</a:t>
            </a:r>
          </a:p>
          <a:p xmlns:a="http://schemas.openxmlformats.org/drawingml/2006/main">
            <a:r>
              <a:t>• ¿Qué opción se pierde al avanzar?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Dependencias del híbrido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PMBOK, Scrum y Kanban · 12 minutos</a:t>
            </a:r>
          </a:p>
          <a:p xmlns:a="http://schemas.openxmlformats.org/drawingml/2006/main">
            <a:r>
              <a:t>El docente compara gobierno de dominios y compromisos, cadencia empírica e inspección, y gestión visual de flujo, límites y espera. Ningún marco cubre toda la intervención.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Impedir collage de ceremonias.</a:t>
            </a:r>
          </a:p>
          <a:p xmlns:a="http://schemas.openxmlformats.org/drawingml/2006/main">
            <a:r>
              <a:t>Señal para avanzar: La secuencia es causal y gobernable.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que asigne lógicas distintas a decisiones con incertidumbre, consecuencias y reversibilidad diferentes.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opción se pierde al avanzar?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>• ¿Qué no revierte un rollback?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Evento de contexto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Ensamble híbrido · 20 minutos</a:t>
            </a:r>
          </a:p>
          <a:p xmlns:a="http://schemas.openxmlformats.org/drawingml/2006/main">
            <a:r>
              <a:t>Cada equipo compone una ruta con dependencias, criterios de entrada y salida, evidencia y autoridad. Debe retirar prácticas sin función.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Cambiar incertidumbre o consecuencia.</a:t>
            </a:r>
          </a:p>
          <a:p xmlns:a="http://schemas.openxmlformats.org/drawingml/2006/main">
            <a:r>
              <a:t>Señal para avanzar: La estrategia se revisa con rastro.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que asigne lógicas distintas a decisiones con incertidumbre, consecuencias y reversibilidad diferentes.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>• ¿Qué no revierte un rollback?</a:t>
            </a:r>
          </a:p>
          <a:p xmlns:a="http://schemas.openxmlformats.org/drawingml/2006/main">
            <a:r>
              <a:t>• ¿Qué decisión necesita anticipación?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Reversibilidad ampliada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Perturbación de contexto · 18 minutos</a:t>
            </a:r>
          </a:p>
          <a:p xmlns:a="http://schemas.openxmlformats.org/drawingml/2006/main">
            <a:r>
              <a:t>Cambia una obligación, una población o el costo de demora. El equipo revisa lógica, cadencia y alcance sin borrar decisiones anteriores.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Incluir contrato, datos, trabajo y confianza.</a:t>
            </a:r>
          </a:p>
          <a:p xmlns:a="http://schemas.openxmlformats.org/drawingml/2006/main">
            <a:r>
              <a:t>Señal para avanzar: Revertir no se reduce a rollback.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que asigne lógicas distintas a decisiones con incertidumbre, consecuencias y reversibilidad diferentes.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no revierte un rollback?</a:t>
            </a:r>
          </a:p>
          <a:p xmlns:a="http://schemas.openxmlformats.org/drawingml/2006/main">
            <a:r>
              <a:t>• ¿Qué decisión necesita anticipación?</a:t>
            </a:r>
          </a:p>
          <a:p xmlns:a="http://schemas.openxmlformats.org/drawingml/2006/main">
            <a:r>
              <a:t>• ¿Qué aprende una iteración y qué entrega un incremento?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Puertas reales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Prueba de reversibilidad · 17 minutos</a:t>
            </a:r>
          </a:p>
          <a:p xmlns:a="http://schemas.openxmlformats.org/drawingml/2006/main">
            <a:r>
              <a:t>Otro equipo intenta revertir una decisión técnica y enumera contratos, datos, aprendizaje, confianza y trabajo que no vuelven automáticamente atrás.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quién puede detener.</a:t>
            </a:r>
          </a:p>
          <a:p xmlns:a="http://schemas.openxmlformats.org/drawingml/2006/main">
            <a:r>
              <a:t>Señal para avanzar: Hay evidencia y autoridad efectivas.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que asigne lógicas distintas a decisiones con incertidumbre, consecuencias y reversibilidad diferentes.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necesita anticipación?</a:t>
            </a:r>
          </a:p>
          <a:p xmlns:a="http://schemas.openxmlformats.org/drawingml/2006/main">
            <a:r>
              <a:t>• ¿Qué aprende una iteración y qué entrega un incremento?</a:t>
            </a:r>
          </a:p>
          <a:p xmlns:a="http://schemas.openxmlformats.org/drawingml/2006/main">
            <a:r>
              <a:t>• ¿Qué función cumple esta ceremonia?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Cadencias distintas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Junta de puertas · 19 minutos</a:t>
            </a:r>
          </a:p>
          <a:p xmlns:a="http://schemas.openxmlformats.org/drawingml/2006/main">
            <a:r>
              <a:t>Se defienden tres puertas: avanzar, ampliar y detener. Cada una exige evidencia, autoridad, decisión habilitada y riesgo residual.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decisión, aprendizaje, entrega y gobierno.</a:t>
            </a:r>
          </a:p>
          <a:p xmlns:a="http://schemas.openxmlformats.org/drawingml/2006/main">
            <a:r>
              <a:t>Señal para avanzar: Los ritmos pueden coordinarse.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que asigne lógicas distintas a decisiones con incertidumbre, consecuencias y reversibilidad diferentes.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aprende una iteración y qué entrega un incremento?</a:t>
            </a:r>
          </a:p>
          <a:p xmlns:a="http://schemas.openxmlformats.org/drawingml/2006/main">
            <a:r>
              <a:t>• ¿Qué función cumple esta ceremonia?</a:t>
            </a:r>
          </a:p>
          <a:p xmlns:a="http://schemas.openxmlformats.org/drawingml/2006/main">
            <a:r>
              <a:t>• ¿Qué opción se pierde al avanzar?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Mapa HH-17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persona identifica qué obligación o capacidad heredada condiciona la estrategia y la transfiere a N18.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protección y riesgo residual.</a:t>
            </a:r>
          </a:p>
          <a:p xmlns:a="http://schemas.openxmlformats.org/drawingml/2006/main">
            <a:r>
              <a:t>Señal para avanzar: La combinación queda defendible.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que asigne lógicas distintas a decisiones con incertidumbre, consecuencias y reversibilidad diferentes.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función cumple esta ceremonia?</a:t>
            </a:r>
          </a:p>
          <a:p xmlns:a="http://schemas.openxmlformats.org/drawingml/2006/main">
            <a:r>
              <a:t>• ¿Qué opción se pierde al avanzar?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parte no puede tratarse como elección libre.</a:t>
            </a:r>
          </a:p>
          <a:p xmlns:a="http://schemas.openxmlformats.org/drawingml/2006/main">
            <a:r>
              <a:t>Señal para avanzar: Surge legado u obligación.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estrategia que asigne lógicas distintas a decisiones con incertidumbre, consecuencias y reversibilidad diferentes.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opción se pierde al avanzar?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>• ¿Qué no revierte un rollback?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cfa036d8746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889141c0954650" /><Relationship Type="http://schemas.openxmlformats.org/officeDocument/2006/relationships/slideLayout" Target="/ppt/slideLayouts/slideLayout1.xml" Id="R22393aae158e40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393aae158e40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6c79ee0594dc9" /><Relationship Type="http://schemas.openxmlformats.org/officeDocument/2006/relationships/notesSlide" Target="/ppt/notesSlides/notesSlide1.xml" Id="Rc288eecca13940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884af55c64d8e" /><Relationship Type="http://schemas.openxmlformats.org/officeDocument/2006/relationships/notesSlide" Target="/ppt/notesSlides/notesSlide2.xml" Id="Racd202ab632448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39ef0977b44d8" /><Relationship Type="http://schemas.openxmlformats.org/officeDocument/2006/relationships/notesSlide" Target="/ppt/notesSlides/notesSlide3.xml" Id="Rbf7f0e6a754d4d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109366b884acd" /><Relationship Type="http://schemas.openxmlformats.org/officeDocument/2006/relationships/notesSlide" Target="/ppt/notesSlides/notesSlide4.xml" Id="R71b2fbe1ddc642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a7d43185e4d71" /><Relationship Type="http://schemas.openxmlformats.org/officeDocument/2006/relationships/notesSlide" Target="/ppt/notesSlides/notesSlide5.xml" Id="R44584fe8b3f64c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b9798499a43ab" /><Relationship Type="http://schemas.openxmlformats.org/officeDocument/2006/relationships/notesSlide" Target="/ppt/notesSlides/notesSlide6.xml" Id="Re9be27e3315249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036279a6446b6" /><Relationship Type="http://schemas.openxmlformats.org/officeDocument/2006/relationships/notesSlide" Target="/ppt/notesSlides/notesSlide7.xml" Id="R44775c3b890441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acf1675be4553" /><Relationship Type="http://schemas.openxmlformats.org/officeDocument/2006/relationships/notesSlide" Target="/ppt/notesSlides/notesSlide8.xml" Id="Rbbb4a737959a41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5e230e6204a30" /><Relationship Type="http://schemas.openxmlformats.org/officeDocument/2006/relationships/notesSlide" Target="/ppt/notesSlides/notesSlide9.xml" Id="R630dd5eddcce45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90b460da04e78" /><Relationship Type="http://schemas.openxmlformats.org/officeDocument/2006/relationships/notesSlide" Target="/ppt/notesSlides/notesSlide10.xml" Id="R0d73edcdb75f46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84304-31CF-45F5-B083-6199BE31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09A38-BB87-4792-89FA-CF34E08D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7F600-688E-4D95-8760-78AAAB77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DD028-5DC0-40CE-AD8B-67114D4F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4B09A-BBFD-4E9E-ACF5-C8B9866B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F3F7D-9D20-41C5-AB00-DE77F0EF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40BA3-9585-4F67-AE28-29D670D2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1A7EB-C8F5-4A5F-9121-9BBE2D83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95C11-25CC-492C-A3F3-D29BAAF8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Lógicas predictivas, iterativas, incrementales, adaptativas y experimentales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EA0B7-6CB9-473D-AFAB-3F7B56D3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elegir una forma de trabajo cuando algunas decisiones pueden anticiparse, otras exigen aprender y no todos los errores tienen el mismo costo?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E7CE2-2B86-41B0-AD82-73FD7E3A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C46C7-2C18-4037-BD60-AAE48011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554194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D042C-95B8-48A2-9565-BF53CB0C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17D83-4FE2-4DA3-8071-02177D9F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C87E5-A52D-4084-8A8F-1FDA4CB8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86415-7D77-4541-B85D-26CEBED1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7D871-5D8F-4EFD-A23D-4F62D210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4B729-1645-4790-A3CD-DF2EBE93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69EBA-6AC4-42BE-9D70-3C352CB9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54AAC-D9C3-4AFB-BDDA-6E859A37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Etiqueta metodológica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DD3EB-E908-4BD5-A038-DE2EC55B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90EAA-1DA1-4D17-9A45-5035B564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D9ADB-B1FF-467B-B29B-07A2A1E1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elige predictivo o ágil para HH-17 y registra qué decisión real quedó oculta por la etiqueta.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1946D-F89F-45B2-BB92-B51A717D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4F820-72FC-413D-964F-D9E35812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ACAF3-24B4-411D-A4B5-E015C972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3522D-886E-4CCD-979A-887C185B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E8B46-2227-4D92-B074-CB0ECB8D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5A8D4-F02A-42CD-9118-16B6F9D1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6DCC7-1147-4558-ADBA-787F1C5A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4C437-3278-43A2-86CB-237538CD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1883D-3292-43A3-8C50-48C4DEFF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FF474-E6D6-4BB0-A916-542E8602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20045151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F8638-8534-4985-B57D-47D6B8BE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E440F-54DB-4068-80A9-4A0179A8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3E958-D693-4971-8678-FB260AD3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5E745-3693-4B6F-AD09-780AA340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71805-8A41-41B5-977A-D9CDA3B8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DAF67-45E8-45C5-BD7A-1F16D15D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C7FB7-CCDA-44E5-A464-76EF560C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53977-4E0E-466D-B946-E90C964D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Mesa de lógicas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1906B-63B5-4B94-8D4C-121427CE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2AEE7-F426-4AC4-BBA0-BCECA1DA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B3131-F364-4873-B43F-62946F35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asignan lógica a cada decisión y justifican qué conocimiento o compromiso produce.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A0D98-310B-4E34-AD54-3B2D0134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B96A5-EEA1-487D-95E5-754CA983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7D14A-1C50-4E28-9FA0-98B09AE0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PMBOK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8DC71-0B21-4DD1-B731-57882DAB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09E8C-DDBA-4382-9828-6461A933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CD805-E1FE-4D27-AFF6-D5245B0C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80B87-57E7-4FEB-838A-D107139B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Scrum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91077-ED52-4014-BBCB-79E6ABEE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340A3-A9D8-4F28-A7E1-889FC413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2DB7D-E10F-410A-B489-D9DBABAA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6B35A0-04C9-46DC-9683-32106FDC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Kanban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61383D-3F27-4241-AAF0-86DB23D5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8198492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619032-360E-471D-B81D-E0D1B3BB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FD5A1-99CC-4697-B4FB-BF8CC521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A60F0-8918-4EBC-A307-44735F82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1B31C-8C2D-42C1-B147-0F19CAE0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9E255-E823-4AFC-BF7C-2543A09D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DD81F-2F12-4C7F-AACA-C1EFC4CE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05B07-96D2-427A-B83A-4A2F1594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5493C-DDEE-47EC-8DA3-42BCFB1C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PMBOK, Scrum y Kanban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3A27A-FA6B-400F-BAF3-B1FC518F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DF374-DCCD-4650-832B-3BC9EABD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5254C-C4F2-4468-89D5-1F435845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compara gobierno de dominios y compromisos, cadencia empírica e inspección, y gestión visual de flujo, límites y espera. Ningún marco cubre toda la intervención.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1C74B-E9CB-4945-B6A9-96217C54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22919-29B4-4818-98CC-C4360656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9E08C-6F31-4077-A725-E1E3593B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2AE83-F99C-4122-B5D5-8121FD5E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81BFF-29DF-463A-A960-6F0BA365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C23C4-FB5E-4E80-928E-B58C629E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489225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08408B-C5E2-45B2-91D1-84C85A89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C300A-83E1-4102-934C-A8AAD4EB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8E274-D6F6-4C9A-8B34-4738BFD5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2923E-63BD-492A-8983-D2404032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010EB-CB2A-4D87-90F4-C74783F7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60868-EE92-43BE-A6EF-41998E34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208AD-6F18-41A3-A174-0299AA92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163D8-9757-416D-9E5B-1EB71580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Ensamble híbrido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66B24-5AC7-4A68-8D2A-F0C51259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5B597-444B-41B0-A1CF-46048D1D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FAC35-0863-4488-AA11-EB9CD6D0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compone una ruta con dependencias, criterios de entrada y salida, evidencia y autoridad. Debe retirar prácticas sin función.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EE336-6B77-4D34-B4D0-29DCCEB4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E0E22-83B1-48E7-94C6-FF956D41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D5A29-BCE8-4E82-8028-B0A774C4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2F4B6-282F-4132-8F00-1DD4D622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3BF07-1D4A-4CEB-B43E-097D7D50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75F7F-23C5-40C6-BEED-60CE8E35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5D848-02C9-47CB-915E-7D678348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8E9D5-F804-4DCD-9816-BE6BEBB9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AACED-1794-41DD-9792-6F7329AA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7DBBD-8929-413E-BBF3-9528F72C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FE1CE-6EEA-4DB5-8544-2E591620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E7217-4676-467F-BEA3-DFA06668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526286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CBF02-168D-490E-84AA-100B0F6B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2CEE6-0AF8-4C3E-8FCA-92A9CC76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31AF8-62F2-494B-A502-63C33E31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CFDA0-AB1F-402E-93B7-A67CB38D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01A3C-DE2C-4D74-B0CC-77B3C518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278AB-9AB0-4A8C-9786-130D3AB3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1346B-AEEF-4DDF-B20D-731FD7E8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15460-42DA-4EE0-AAE3-52D93E42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Perturbación de contexto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247BA-F51B-4FC2-B33C-653CA5CE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C95DF-E3C0-4E2C-A485-AE4A2878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6E3BD-0779-4C66-B638-A9FE2316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B4C0C-81A7-47EC-A3E1-58D5C5E9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9A6B2-237B-4C5E-87C1-2E932A69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Reversibilidad ampliada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FA679-0376-47C4-923B-0834C076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Cambia una obligación, una población o el costo de demora. El equipo revisa lógica, cadencia y alcance sin borrar decisiones anteriores.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8B243-BA86-4394-8187-DA8579B0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2A13A-F81A-478C-A631-211B867D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9856881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10BCA-335A-42E8-84FD-723A8E10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75B77-40EA-4AF5-9A2E-93697DF5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895CB-B6AB-41DE-9EF0-C36E6C6A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B122A-83AA-4A0E-93B2-79EE26AC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97664-D445-4428-83E2-C191BEB9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7D8B7-850F-4CD8-8261-AC7CCFCB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7384B-D7FD-4400-943C-B2CC43C4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AEA91-EF44-410A-ACCC-AD456829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reversibilidad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8939F-3208-484B-B1CB-9A9D4D4D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3B9C6-9F36-4BB5-A9BA-48428940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08DE7-BBFB-4F29-B5E3-C3317648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05C2C-5B45-4AAA-B7B2-CCB73679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4DED3-C765-4C9D-AE0A-D962006C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Otro equipo intenta revertir una decisión técnica y enumera contratos, datos, aprendizaje, confianza y trabajo que no vuelven automáticamente atrás.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68D96-B3CB-46DB-9065-BED7BD88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4645235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FA2D7-D917-442D-97D3-383714F5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DDD5B-F796-4C21-AC46-FA7D6665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059CD-44CE-4622-B27F-A1AAC83A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73B5E-FE31-4AD6-8400-C5B2F253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81F90-3BC8-4D89-9E4C-8B4A7A3E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2A22B-79F0-44F9-A169-A0FBF068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950BE-5AAC-4285-81AB-B2A7BE64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73699-DECE-4AEE-95E7-94AFD230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Junta de puertas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723A4-4990-4E98-BAD4-0BE7477D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04E3A-3059-42A4-BE91-05CE0A73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76A5C-C5AE-4EDA-9441-48DB045F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defienden tres puertas: avanzar, ampliar y detener. Cada una exige evidencia, autoridad, decisión habilitada y riesgo residual.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AC37B-336B-4586-9499-20C6E3CF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BACA9-393F-4D84-894B-E6FA9CCA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63B83-CF4A-4E73-95EC-C1CC6B73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BC7E2-A527-4800-BA00-811F9FC1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3633E-8959-4E69-B3A0-789C6985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F1A1F-9853-40B2-988F-65D49830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FFCEE-B54E-4C1C-AF69-DB50BCCE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9A869-002A-49F4-8DB1-91DDED0E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915463-9B02-4490-8D05-6A82E052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B5F6F-A390-4C6C-BDEE-21EB9107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97B9F-54C6-4F2C-8D17-4B5A5C49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10AE0-A825-4FFE-8D6B-572C2EF7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195707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FA4E1-1348-43B0-B7A4-005A0EC2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CA28C-1283-424A-9C9D-DDDA1EA5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B4D9A-8187-477F-A711-C0012DA8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195BF-2E5C-450D-ACB9-0BD5D433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5FA87-94DF-4D42-A408-97302F2C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DE6B4-ED2A-49CA-9A41-99689674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2F51E-7E69-4661-ADA2-3F617D3A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36D1C-5E1B-49F1-8EB2-EBAEFFA1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39A6B-4ABA-418E-B052-D1F713B6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A26EB-732C-40A0-B86E-C055475B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5F67F-35C8-48AC-9265-3294E8D3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qué obligación o capacidad heredada condiciona la estrategia y la transfiere a N18.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EB654-6651-4622-BAB8-356E385C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38539-F61E-48DA-B9C8-E5F43CD8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09FD8-54C8-4B89-B8AA-2A473EFA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70036-4B4E-4CB1-833A-CA121323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23BB9-6E95-4476-8813-0185C79D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FF8FD5-5B09-4213-BA7B-987396C4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4A2A4-33DA-407D-AD5A-7F473152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2EA75-EED1-49A1-891A-FCDE8C15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B8EBA-B03E-4194-9053-57D7F062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23D3D1-658C-40C9-8443-40A100E6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B1CE5-F4BC-4383-A83C-F064429D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DB99C-1580-4773-A3AB-672C2E7E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036645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7BD03-0B3F-42C2-AB02-157FB148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BA544-6395-4B23-A6D7-173A9720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8F4F3-7A43-470A-8919-D44B4E65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AD655-8C01-4E8A-BD70-B892D6B3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DE461-02D0-4F77-88DA-92EC839E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3259F-0D35-4FB5-AF04-9AB62F78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34737-8F41-4510-8D17-02E40CE9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005C5-FFB5-4889-92DA-40C7A361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6B6B4-8FB4-4E9C-9B98-20CBC745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70F5C-2A38-4977-85D8-2404EB0A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33DE8-08A7-4111-A1E9-7907FB0B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D3A6B-393E-40F4-92CE-735C8D05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480FD-E51B-4671-81F7-6C8D73E8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9940F-9689-4202-88AF-57211A3A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618DC-CB4F-4E65-B35B-A32A337D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de lógica de intervención para HH-17 que combina anticipación, aprendizaje y entrega sin convertir PMBOK, Scrum o Kanban en recetas globales.</a:t>
            </a:r>
          </a:p>
        </p:txBody>
      </p:sp>
    </p:spTree>
    <p:extLst>
      <p:ext uri="{BB962C8B-B14F-4D97-AF65-F5344CB8AC3E}">
        <p14:creationId xmlns:p14="http://schemas.microsoft.com/office/powerpoint/2010/main" val="556899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2026-09-14T03:54:30.5440000Z</dcterms:created>
  <dcterms:modified xsi:type="dcterms:W3CDTF">2026-09-14T03:54:30.5440000Z</dcterms:modified>
</coreProperties>
</file>