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17dabc1fff4939" /><Relationship Type="http://schemas.openxmlformats.org/officeDocument/2006/relationships/extended-properties" Target="/docProps/app.xml" Id="Rd7f0e4289ff54fe3" /><Relationship Type="http://schemas.openxmlformats.org/officeDocument/2006/relationships/officeDocument" Target="/ppt/presentation.xml" Id="Rfead01bbd72641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36b2a2decc45fb"/>
  </p:sldMasterIdLst>
  <p:notesMasterIdLst>
    <p:notesMasterId xmlns:r="http://schemas.openxmlformats.org/officeDocument/2006/relationships" r:id="Rb7425082c3514c71"/>
  </p:notesMasterIdLst>
  <p:sldIdLst>
    <p:sldId xmlns:r="http://schemas.openxmlformats.org/officeDocument/2006/relationships" id="256" r:id="R8539ea2fe86b41a2"/>
    <p:sldId xmlns:r="http://schemas.openxmlformats.org/officeDocument/2006/relationships" id="257" r:id="R257924b0afcd43ef"/>
    <p:sldId xmlns:r="http://schemas.openxmlformats.org/officeDocument/2006/relationships" id="258" r:id="R771cff0bd0d54295"/>
    <p:sldId xmlns:r="http://schemas.openxmlformats.org/officeDocument/2006/relationships" id="259" r:id="Rb9d8377b85c544f9"/>
    <p:sldId xmlns:r="http://schemas.openxmlformats.org/officeDocument/2006/relationships" id="260" r:id="Rbafda369d0b84c4d"/>
    <p:sldId xmlns:r="http://schemas.openxmlformats.org/officeDocument/2006/relationships" id="261" r:id="Rffb90ef39c1749bd"/>
    <p:sldId xmlns:r="http://schemas.openxmlformats.org/officeDocument/2006/relationships" id="262" r:id="Rdd50d99edbf74cf9"/>
    <p:sldId xmlns:r="http://schemas.openxmlformats.org/officeDocument/2006/relationships" id="263" r:id="R39825428ab9a464b"/>
    <p:sldId xmlns:r="http://schemas.openxmlformats.org/officeDocument/2006/relationships" id="264" r:id="R6fc5c649ffa4476e"/>
    <p:sldId xmlns:r="http://schemas.openxmlformats.org/officeDocument/2006/relationships" id="265" r:id="R1d58ef28339948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e7b8432ec04f09" /><Relationship Type="http://schemas.openxmlformats.org/officeDocument/2006/relationships/slideMaster" Target="/ppt/slideMasters/slideMaster1.xml" Id="Rad36b2a2decc45fb" /><Relationship Type="http://schemas.openxmlformats.org/officeDocument/2006/relationships/notesMaster" Target="/ppt/notesMasters/notesMaster1.xml" Id="Rb7425082c3514c71" /><Relationship Type="http://schemas.openxmlformats.org/officeDocument/2006/relationships/presProps" Target="/ppt/presProps.xml" Id="Rd4d63520769a4108" /><Relationship Type="http://schemas.openxmlformats.org/officeDocument/2006/relationships/tableStyles" Target="/ppt/tableStyles.xml" Id="Ra2060ae7b4784e23" /><Relationship Type="http://schemas.openxmlformats.org/officeDocument/2006/relationships/slide" Target="/ppt/slides/slide1.xml" Id="R8539ea2fe86b41a2" /><Relationship Type="http://schemas.openxmlformats.org/officeDocument/2006/relationships/slide" Target="/ppt/slides/slide2.xml" Id="R257924b0afcd43ef" /><Relationship Type="http://schemas.openxmlformats.org/officeDocument/2006/relationships/slide" Target="/ppt/slides/slide3.xml" Id="R771cff0bd0d54295" /><Relationship Type="http://schemas.openxmlformats.org/officeDocument/2006/relationships/slide" Target="/ppt/slides/slide4.xml" Id="Rb9d8377b85c544f9" /><Relationship Type="http://schemas.openxmlformats.org/officeDocument/2006/relationships/slide" Target="/ppt/slides/slide5.xml" Id="Rbafda369d0b84c4d" /><Relationship Type="http://schemas.openxmlformats.org/officeDocument/2006/relationships/slide" Target="/ppt/slides/slide6.xml" Id="Rffb90ef39c1749bd" /><Relationship Type="http://schemas.openxmlformats.org/officeDocument/2006/relationships/slide" Target="/ppt/slides/slide7.xml" Id="Rdd50d99edbf74cf9" /><Relationship Type="http://schemas.openxmlformats.org/officeDocument/2006/relationships/slide" Target="/ppt/slides/slide8.xml" Id="R39825428ab9a464b" /><Relationship Type="http://schemas.openxmlformats.org/officeDocument/2006/relationships/slide" Target="/ppt/slides/slide9.xml" Id="R6fc5c649ffa4476e" /><Relationship Type="http://schemas.openxmlformats.org/officeDocument/2006/relationships/slide" Target="/ppt/slides/slide10.xml" Id="R1d58ef283399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aa26eba7414c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2367ce4c40491f" /><Relationship Type="http://schemas.openxmlformats.org/officeDocument/2006/relationships/notesMaster" Target="/ppt/notesMasters/notesMaster1.xml" Id="R842eea30564d47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a1d4f2ef36498b" /><Relationship Type="http://schemas.openxmlformats.org/officeDocument/2006/relationships/notesMaster" Target="/ppt/notesMasters/notesMaster1.xml" Id="R540a6e7664e24a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e2812bddfd42b3" /><Relationship Type="http://schemas.openxmlformats.org/officeDocument/2006/relationships/notesMaster" Target="/ppt/notesMasters/notesMaster1.xml" Id="Rb64e4ecf847647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341547d67c497d" /><Relationship Type="http://schemas.openxmlformats.org/officeDocument/2006/relationships/notesMaster" Target="/ppt/notesMasters/notesMaster1.xml" Id="R3b12a1504bcf45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7919d6e7794389" /><Relationship Type="http://schemas.openxmlformats.org/officeDocument/2006/relationships/notesMaster" Target="/ppt/notesMasters/notesMaster1.xml" Id="R5a6d8db34ea34c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471f1a06654131" /><Relationship Type="http://schemas.openxmlformats.org/officeDocument/2006/relationships/notesMaster" Target="/ppt/notesMasters/notesMaster1.xml" Id="Rd8bcf9bbba654c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25e297a8634f21" /><Relationship Type="http://schemas.openxmlformats.org/officeDocument/2006/relationships/notesMaster" Target="/ppt/notesMasters/notesMaster1.xml" Id="R601b83b35c2247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393dea21f54a4e" /><Relationship Type="http://schemas.openxmlformats.org/officeDocument/2006/relationships/notesMaster" Target="/ppt/notesMasters/notesMaster1.xml" Id="R4f038f3139f24a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279d42c2cd47b5" /><Relationship Type="http://schemas.openxmlformats.org/officeDocument/2006/relationships/notesMaster" Target="/ppt/notesMasters/notesMaster1.xml" Id="R0d6b2fac022c47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2a435ea0a04d37" /><Relationship Type="http://schemas.openxmlformats.org/officeDocument/2006/relationships/notesMaster" Target="/ppt/notesMasters/notesMaster1.xml" Id="R1126fb337c49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la cadena, no el índice.</a:t>
            </a:r>
          </a:p>
          <a:p xmlns:a="http://schemas.openxmlformats.org/drawingml/2006/main">
            <a:r>
              <a:t>Señal para avanzar: Aparecen relaciones causales.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relación sostiene esta conclusión?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Fragmentos desordenados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Mesa de fragmentos · 10 minutos</a:t>
            </a:r>
          </a:p>
          <a:p xmlns:a="http://schemas.openxmlformats.org/drawingml/2006/main">
            <a:r>
              <a:t>Los equipos reciben decisiones y evidencias desordenadas y reconstruyen relaciones, no fechas.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orden cronológico inicial.</a:t>
            </a:r>
          </a:p>
          <a:p xmlns:a="http://schemas.openxmlformats.org/drawingml/2006/main">
            <a:r>
              <a:t>Señal para avanzar: Se conectan por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Coherencia vertical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Cadena vertical · 16 minutos</a:t>
            </a:r>
          </a:p>
          <a:p xmlns:a="http://schemas.openxmlformats.org/drawingml/2006/main">
            <a:r>
              <a:t>Se enlazan problema, afirmación, evidencia, criterio y decisión. Todo salto recibe un supuesto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una afirmación hasta evidencia.</a:t>
            </a:r>
          </a:p>
          <a:p xmlns:a="http://schemas.openxmlformats.org/drawingml/2006/main">
            <a:r>
              <a:t>Señal para avanzar: Los supuestos son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Coherencia horizontal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Trama horizontal · 14 minutos</a:t>
            </a:r>
          </a:p>
          <a:p xmlns:a="http://schemas.openxmlformats.org/drawingml/2006/main">
            <a:r>
              <a:t>Se comparan decisiones de producto, tecnología, operación y gobierno para detectar incompatibilidades simultáneas.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Contrastar decisiones simultáneas.</a:t>
            </a:r>
          </a:p>
          <a:p xmlns:a="http://schemas.openxmlformats.org/drawingml/2006/main">
            <a:r>
              <a:t>Señal para avanzar: Se detectan incompatibilidades.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>• ¿Qué permanece abierto al cerrar?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Puertas de integración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Estaciones de integración · 20 minutos</a:t>
            </a:r>
          </a:p>
          <a:p xmlns:a="http://schemas.openxmlformats.org/drawingml/2006/main">
            <a:r>
              <a:t>El expediente circula por frontera, evidencia, modelos, estrategia, calidad y gobierno. Cada estación puede devolverlo.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Permitir devolución real.</a:t>
            </a:r>
          </a:p>
          <a:p xmlns:a="http://schemas.openxmlformats.org/drawingml/2006/main">
            <a:r>
              <a:t>Señal para avanzar: La firma no basta.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>• ¿Qué permanece abierto al cerrar?</a:t>
            </a:r>
          </a:p>
          <a:p xmlns:a="http://schemas.openxmlformats.org/drawingml/2006/main">
            <a:r>
              <a:t>• ¿Qué relación sostiene esta conclusión?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Contradicción conservada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Red team de eslabones · 18 minutos</a:t>
            </a:r>
          </a:p>
          <a:p xmlns:a="http://schemas.openxmlformats.org/drawingml/2006/main">
            <a:r>
              <a:t>Otro equipo retira la pieza cuya ausencia produce mayor colapso argumental y exige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síntesis prematura.</a:t>
            </a:r>
          </a:p>
          <a:p xmlns:a="http://schemas.openxmlformats.org/drawingml/2006/main">
            <a:r>
              <a:t>Señal para avanzar: Se explicita qué decidiría entre opciones.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permanece abierto al cerrar?</a:t>
            </a:r>
          </a:p>
          <a:p xmlns:a="http://schemas.openxmlformats.org/drawingml/2006/main">
            <a:r>
              <a:t>• ¿Qué relación sostiene esta conclusión?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Eslabón retirado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extrema HH-34 · 18 minutos</a:t>
            </a:r>
          </a:p>
          <a:p xmlns:a="http://schemas.openxmlformats.org/drawingml/2006/main">
            <a:r>
              <a:t>Se ejecuta una llegada con excepción, tercero degradado y señal ambigua. La cadena debe orientar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dependencia argumental.</a:t>
            </a:r>
          </a:p>
          <a:p xmlns:a="http://schemas.openxmlformats.org/drawingml/2006/main">
            <a:r>
              <a:t>Señal para avanzar: El expediente puede repararse.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relación sostiene esta conclusión?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HH-34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Junta de cierre con incertidumbre · 16 minutos</a:t>
            </a:r>
          </a:p>
          <a:p xmlns:a="http://schemas.openxmlformats.org/drawingml/2006/main">
            <a:r>
              <a:t>Se decide qué cerrar, qué transferir y qué mantener abierto, con responsables, señales y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 extremo a extremo.</a:t>
            </a:r>
          </a:p>
          <a:p xmlns:a="http://schemas.openxmlformats.org/drawingml/2006/main">
            <a:r>
              <a:t>Señal para avanzar: La evidencia orienta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Cierre con incertidumbre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equipo prepara tres versiones de su tesis para las audiencias de N35.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Asignar responsables y señales.</a:t>
            </a:r>
          </a:p>
          <a:p xmlns:a="http://schemas.openxmlformats.org/drawingml/2006/main">
            <a:r>
              <a:t>Señal para avanzar: No se reabre todo.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audiencia, no criterio.</a:t>
            </a:r>
          </a:p>
          <a:p xmlns:a="http://schemas.openxmlformats.org/drawingml/2006/main">
            <a:r>
              <a:t>Señal para avanzar: Surgen tres defensas coherentes.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intervención que conecte problema, evidencia, diseño, estrategia, operación y gobierno sin resumir el curso.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>• ¿Qué permanece abierto al cerrar?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3544ff96c47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93235582314355" /><Relationship Type="http://schemas.openxmlformats.org/officeDocument/2006/relationships/slideLayout" Target="/ppt/slideLayouts/slideLayout1.xml" Id="R18fba72565b547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ba72565b547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0056211df466b" /><Relationship Type="http://schemas.openxmlformats.org/officeDocument/2006/relationships/notesSlide" Target="/ppt/notesSlides/notesSlide1.xml" Id="Rd13bd98ee1724d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6f3b5de424187" /><Relationship Type="http://schemas.openxmlformats.org/officeDocument/2006/relationships/notesSlide" Target="/ppt/notesSlides/notesSlide2.xml" Id="R5b64a0b55e8644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8fe5df4dd4828" /><Relationship Type="http://schemas.openxmlformats.org/officeDocument/2006/relationships/notesSlide" Target="/ppt/notesSlides/notesSlide3.xml" Id="R2d863f389cac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dbe1bb83d46ba" /><Relationship Type="http://schemas.openxmlformats.org/officeDocument/2006/relationships/notesSlide" Target="/ppt/notesSlides/notesSlide4.xml" Id="R5ebab052380c46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9c4fc619d4fa2" /><Relationship Type="http://schemas.openxmlformats.org/officeDocument/2006/relationships/notesSlide" Target="/ppt/notesSlides/notesSlide5.xml" Id="R4ca3dc307b8949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01aa92bf94828" /><Relationship Type="http://schemas.openxmlformats.org/officeDocument/2006/relationships/notesSlide" Target="/ppt/notesSlides/notesSlide6.xml" Id="R859a812a015246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e20fcb32443d2" /><Relationship Type="http://schemas.openxmlformats.org/officeDocument/2006/relationships/notesSlide" Target="/ppt/notesSlides/notesSlide7.xml" Id="R3ca4a62c75cb49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da5302384806" /><Relationship Type="http://schemas.openxmlformats.org/officeDocument/2006/relationships/notesSlide" Target="/ppt/notesSlides/notesSlide8.xml" Id="Rbff4944f29dd45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b2f7b898e4fe7" /><Relationship Type="http://schemas.openxmlformats.org/officeDocument/2006/relationships/notesSlide" Target="/ppt/notesSlides/notesSlide9.xml" Id="Rd1747577e22f42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ccdc8494547d7" /><Relationship Type="http://schemas.openxmlformats.org/officeDocument/2006/relationships/notesSlide" Target="/ppt/notesSlides/notesSlide10.xml" Id="R07bd3a58d85b4f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2097B-BDB8-40AD-92DB-EC7E2794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E82B4-6160-4540-9384-942AE24A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3121E-9FFF-4FCA-8876-4696C190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9E71E-1AF6-443D-A910-1014AA6B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E8634-84FA-4463-8B57-75E15576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B9E1B-C6C8-4D7F-8FD3-A45D58BD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28C00-A604-4027-A7CE-AA15CFA9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6EE2D-AC41-4582-ABD3-177F9E94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E1D47-B4B8-4FB2-A651-374E2E2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Reconstruir la cadena completa: del problema y la evidencia a la operación y el gobierno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ED87A-AFD0-4766-8628-D5F4E57A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comprobar que una intervención sigue respondiendo al problema inicial cuando pasa de la evidencia a las decisiones, la operación y el gobierno?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4C8AE-A68C-4C20-ACD7-1AA8B920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49FE2-E516-4F98-9E04-0A8E1D91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4361705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38040-C5E6-4B1D-AEC5-D2F00032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474D5-7557-432D-895F-449EA549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79713-AC60-49E7-AEB8-5803ACB0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0345D-73F5-428B-9916-72995D4B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59153-06DB-4CBE-ACCE-A0E1E45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E36E6-C11A-41D5-9BCD-ACF18A14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7ECF1-B914-44CB-8993-28AAA8B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DAC26-47DA-491C-973D-96A85C83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fragmentos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06E99-672A-473B-ACDF-7803081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414FC-DFA6-4674-9D38-46C366A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27B05-4D68-49FC-8356-48D714FB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reciben decisiones y evidencias desordenadas y reconstruyen relaciones, no fechas.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BD008-5EC1-455C-B1CC-774CD01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871BF-C188-48EE-B127-6FA432F1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8BBD3-F61C-41C5-B23C-D6300E12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C5229-3EF2-4F25-AF9C-9988B2FD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2CE48-4A7D-4FC6-9F49-F555E744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AC58B-664F-4845-A5B4-89A1D35A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60E72-0906-4193-A165-A22D312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0708A-C328-4700-9B0C-635C9EA7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D8193-260B-4AC9-A293-B20D456C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7DDBA-89E0-4AF8-8C50-81CE40DD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749679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AA907-2CD3-4C45-A1FD-07730EB9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366E3-61B4-43D6-BCAE-A2EA0109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80C5C-D747-48E4-A08D-8631C38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E24D-B8BF-4C82-9765-F223675B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6A9EB-A101-49D3-90EA-F95B9680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226C3-D764-46CC-AB83-4F0C24F2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30AA1-C353-4CB5-853D-6086B1D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27A75-7A04-4CE6-B54E-BD081FEC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vertical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47CA1-A441-44FE-9766-7D51E5F5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B1750-0CE6-4068-B332-DDDCB39A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39578-4FD5-4347-AD29-0A5B909F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enlazan problema, afirmación, evidencia, criterio y decisión. Todo salto recibe un supuesto explícito.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404D9-83FD-4D73-93E2-187C22B4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7545E-FE3B-41D9-9F11-47478C41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80416-7D9A-4706-ABC7-1C51506C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76E33-2DC3-4FBA-9C72-7F57356D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2BBA5-C511-4C5B-AD8C-FEE1D9BE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9535C-99E3-4365-861D-D3A1C1D8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CE3B8-3A55-4986-B2C8-EE30E9E0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7638D-54BC-4C49-9C73-08AD78F0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F89D5-AAD5-426C-B7F4-E09C7497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1E3EE6-B8AE-4549-9C68-BAB3FBC0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C5C00-0F71-40CA-93CF-C1B1AD26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6F846-0384-4C7C-94F3-5AEABE75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653308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4C909-FD2B-4D0C-B988-A05AFD6C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81D8F-D038-4AE9-B0EA-3CDB38F2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C7A58-722B-4B06-8F33-4C70FBB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AFA6A-41FD-41C1-8A77-52005E8A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14BD9-4A27-4794-9169-2FE62F7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A3935-9CA4-4310-BEC5-8053A232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3C41B-1404-487E-B2E7-219A6397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0DB89-3A89-4AE0-90A1-E96BE51C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Trama horizontal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C64D1-6D58-413B-81A1-EDBE761A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EF316-30ED-411E-BDE8-9EBC8155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C0D5B-6ED7-4BE2-B7E3-7134A88F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comparan decisiones de producto, tecnología, operación y gobierno para detectar incompatibilidades simultáneas.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EAD81-116B-408B-A4D2-18EEFFE4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BF034-299B-4036-8470-157C215E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102A4-2417-49A4-A7F1-E1C1D48F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F72E3-21AC-44A7-84B9-854B3CB8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3FFFC-9361-4EBC-85E4-88F44141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49C0B-DCA1-419E-9812-2A3DA92F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018407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B9DD2-B02B-4367-BBFF-578189BC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B2E9B-28F4-41F3-9F5C-97D3E49F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72599-FEA5-47FD-BF00-E2268BFB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55D46-744D-47F6-A32C-1AF826DC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A2BD2-CCC4-40E8-85A2-901599FD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0A335-A6DA-43A6-87CC-B644CD4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24B2C-85C1-4BD7-9257-C980B34B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5A348-BB88-4FDC-AA5B-DE97D10F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Estaciones de integración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CD7F8-4BF9-4CD5-89E1-4E9D4083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9E7E6-7CDB-4AFD-8F8D-24823A34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581E8-9735-455A-9B77-31F0DC0A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expediente circula por frontera, evidencia, modelos, estrategia, calidad y gobierno. Cada estación puede devolverlo.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8F858-8878-4CFC-AF82-55999F44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9048D-F472-433B-8A45-32C56006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17FD1-0152-49E5-9FA6-1EA37C6B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030BC-19AA-4B9B-B530-00E90B7D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CA89C-8673-45EB-B35F-3C10FD95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A8C09-5C2C-4D45-ADA5-5751C7B7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23445-F67B-495C-9234-3980D30E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7058C-1352-4459-A185-BE512357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33BC5-F152-4C83-8271-1588A6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DB8CF-DC6A-4793-B758-2EE52C3B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DCA37-7565-451A-A1B2-05FC4846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4D456F-822C-4AC9-826C-B2360FA5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82167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D87C1-972E-4FAA-937F-9F653DFC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8DB36-A8B1-4BA4-A418-71473B5F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4B97F-BD3C-4F04-AD6E-742842DA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AB270-DB27-4632-A24C-CC987100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2149E-7B74-43CE-B2A6-200A6C60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4D932-F4AE-4F73-A2AC-BA933E16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3B669-9206-4F0B-8FB2-28D282C3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8CBCC-4BD7-4AF6-88C8-603E31E5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Red team de eslabones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CB867-5EA0-45C7-8345-08AB4C7F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2B368-11B7-41C4-8E85-FC9BF9ED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4F68E-DA57-4FF8-89B6-07DECF2B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0B97F-B2E3-41D7-AC82-5CB301B9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C5825-FA30-40EF-8329-780EC97E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Contradicción conservada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91179-C67D-494B-8EE3-89BE3729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Otro equipo retira la pieza cuya ausencia produce mayor colapso argumental y exige reparación.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E0912-D567-4506-A001-7EFCD5A6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AF345-16CC-494D-ABCC-A30D997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2109779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A171A-35CF-4185-8470-31CDE535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FDE80-2F91-425A-A231-8C4253BB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F1951-7E53-46F6-A58F-49A93DB7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20521-4751-4251-A5DF-C5EBA830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094F7-B144-46FE-8D84-433B01D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DF167-E08A-4680-99E5-F5977F5D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19BA9-B0C8-4E3F-9DA4-5E729573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322DA-087B-43BE-89FC-35B9564A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extrema HH-34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E5691-8CE5-482F-8573-012CDBD3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94CE6-9C44-4FEC-A00B-9B4EFA7E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65793-1C9C-4B10-8841-8690CC8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27C9C-E78E-4AD9-8059-A12AB022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8D912-2B99-4EFE-AB57-1CB9D83D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ejecuta una llegada con excepción, tercero degradado y señal ambigua. La cadena debe orientar una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D45B3-10DD-4568-93E8-7C6D71C2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502739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2A707-DFC4-4E6A-8629-74B9F837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CC91E-22D6-4D03-989D-140C0BD7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D2724-8E79-4EB3-9613-D7909871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F1614-20A0-4B60-9DA6-4E5F3715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0D369-DD05-469E-BAC5-16F8BB60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D3C65-5A0C-48C1-A660-2B53D819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9E08F-2A7F-4983-B0BD-BA2E74CB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A8BCB-AE86-40FC-8A6E-6438BCF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Junta de cierre con incertidumbre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720C5-1E2E-4C69-A61B-46B5AEA6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3D50D-0B94-4656-A3D1-27FB053F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9D29E-6FC1-45F4-952B-16687477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decide qué cerrar, qué transferir y qué mantener abierto, con responsables, señales y revisión.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16885-0E63-4164-8285-09FAA36C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3DAF3-DF9C-42BD-A0C1-5C232D0C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AA2CE-8550-4B2B-849F-D36D2256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F565B-6576-4784-97C4-E26651A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A21D9-0630-44B5-A473-823091D3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C997B-792D-4450-AB29-A56BDCC5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64D88-A162-433B-9CF6-EE4D80B3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C1A42-14C5-4F5F-9A95-19E2CD5A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16A8D-6BCA-4B39-9B33-24B138D0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B941A-9DAE-4892-A401-6A391D5A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F1234-C361-4A88-80D2-F7AA62BD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25FF8-5FA8-4B55-B7BC-500F7F76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57938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BE29FA-9793-47A5-89E7-0A281C0B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23FAE-748B-4BB0-B749-A5D01C83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F890B-0CC8-4627-9EE8-AFB85017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B0744-5DB2-4FCA-ABAF-777CD419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3B736-1F14-493A-960D-19FC782F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7C5A0-33C5-4BE6-BF32-B74CCAF3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60EE6-926B-4405-ADC3-22485D9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83844-50C6-465E-9D6C-638252CF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959BF-6A4D-403A-B5A9-4C11E80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32697-BBA0-4F05-ABFE-D6205E72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CAFD3-7D01-47AF-839C-58BE285E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prepara tres versiones de su tesis para las audiencias de N35.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7BDC9-565C-46B0-A27D-17B16482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D3C85-B170-4CDE-9B72-15EEEC24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3DB9A-23F4-43AC-ABC7-89C5FCD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C98AF-A76B-496C-9885-1DB06176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9899A-4F29-4797-A41D-C63AFC9D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D655A-3C15-4D2E-824C-BD76B9FF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AB3E4-8BDB-4DC7-A75A-FA38B2F0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307C7-D985-4557-A481-F610C984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3D24D-A2C8-499B-98DB-4AA872D2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56D07-E7C9-4BEF-B348-7FFAC182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6CCD6-825A-42D9-A7E1-CB34BC2E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F7411-A7A5-46EE-B602-BEAF049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66867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2829F-CCDF-4440-B4E9-2F9FB646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EF49B-A8BD-4279-B5C9-F8DAC61D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99968-BE41-423D-8DDB-96EBE50F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9A186-CD4F-4388-A371-09A3B447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AD277-CB6F-4D56-914C-C20ED952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45A92-9E12-4F59-8980-AFD42F17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3D17D-E766-4104-BD93-506EAB55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01537-396A-4C52-BD6A-764687A4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DD042-496A-4625-8B27-10DA071E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F7EB9-E7AC-4779-BB9F-A3E284FC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42BAB-103F-4E2F-A33D-B75A6F99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8F775-37A1-4FEA-A4BE-EC6C8206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C20E9-C1B0-44A5-9219-632EF974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1EB8A-5A03-484B-B694-C924081B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0A276-B461-4EB7-A686-A6A50AE4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integrado HH-34 cuya cadena puede recorrerse, cuestionarse y probarse de extremo a extremo.</a:t>
            </a:r>
          </a:p>
        </p:txBody>
      </p:sp>
    </p:spTree>
    <p:extLst>
      <p:ext uri="{BB962C8B-B14F-4D97-AF65-F5344CB8AC3E}">
        <p14:creationId xmlns:p14="http://schemas.microsoft.com/office/powerpoint/2010/main" val="819796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2026-09-14T03:54:58.2210000Z</dcterms:created>
  <dcterms:modified xsi:type="dcterms:W3CDTF">2026-09-14T03:54:58.2210000Z</dcterms:modified>
</coreProperties>
</file>