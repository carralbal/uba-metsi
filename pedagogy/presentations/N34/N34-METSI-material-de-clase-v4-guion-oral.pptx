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0642a8c14c14817" /><Relationship Type="http://schemas.openxmlformats.org/officeDocument/2006/relationships/extended-properties" Target="/docProps/app.xml" Id="R8efd5972c0664ee3" /><Relationship Type="http://schemas.openxmlformats.org/officeDocument/2006/relationships/officeDocument" Target="/ppt/presentation.xml" Id="R3968592b8bf7421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7d4f47fed3443da"/>
  </p:sldMasterIdLst>
  <p:notesMasterIdLst>
    <p:notesMasterId xmlns:r="http://schemas.openxmlformats.org/officeDocument/2006/relationships" r:id="Rdc5015590cdd478b"/>
  </p:notesMasterIdLst>
  <p:sldIdLst>
    <p:sldId xmlns:r="http://schemas.openxmlformats.org/officeDocument/2006/relationships" id="256" r:id="R37860a64b6744525"/>
    <p:sldId xmlns:r="http://schemas.openxmlformats.org/officeDocument/2006/relationships" id="257" r:id="R173f06cc959e4856"/>
    <p:sldId xmlns:r="http://schemas.openxmlformats.org/officeDocument/2006/relationships" id="258" r:id="R4a7aaaed072d41d9"/>
    <p:sldId xmlns:r="http://schemas.openxmlformats.org/officeDocument/2006/relationships" id="259" r:id="R36a748f30cd44e63"/>
    <p:sldId xmlns:r="http://schemas.openxmlformats.org/officeDocument/2006/relationships" id="260" r:id="Rc603b0dd33d34893"/>
    <p:sldId xmlns:r="http://schemas.openxmlformats.org/officeDocument/2006/relationships" id="261" r:id="R4d979d05de164fa0"/>
    <p:sldId xmlns:r="http://schemas.openxmlformats.org/officeDocument/2006/relationships" id="262" r:id="R63858258e67b4ce7"/>
    <p:sldId xmlns:r="http://schemas.openxmlformats.org/officeDocument/2006/relationships" id="263" r:id="R591120c165b64f62"/>
    <p:sldId xmlns:r="http://schemas.openxmlformats.org/officeDocument/2006/relationships" id="264" r:id="R3fcd0f52296443a5"/>
    <p:sldId xmlns:r="http://schemas.openxmlformats.org/officeDocument/2006/relationships" id="265" r:id="R82394d11332144f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6bffe99f5f74200" /><Relationship Type="http://schemas.openxmlformats.org/officeDocument/2006/relationships/slideMaster" Target="/ppt/slideMasters/slideMaster1.xml" Id="Rc7d4f47fed3443da" /><Relationship Type="http://schemas.openxmlformats.org/officeDocument/2006/relationships/notesMaster" Target="/ppt/notesMasters/notesMaster1.xml" Id="Rdc5015590cdd478b" /><Relationship Type="http://schemas.openxmlformats.org/officeDocument/2006/relationships/presProps" Target="/ppt/presProps.xml" Id="R4574951614c8412d" /><Relationship Type="http://schemas.openxmlformats.org/officeDocument/2006/relationships/tableStyles" Target="/ppt/tableStyles.xml" Id="R5032a012d0874b94" /><Relationship Type="http://schemas.openxmlformats.org/officeDocument/2006/relationships/slide" Target="/ppt/slides/slide1.xml" Id="R37860a64b6744525" /><Relationship Type="http://schemas.openxmlformats.org/officeDocument/2006/relationships/slide" Target="/ppt/slides/slide2.xml" Id="R173f06cc959e4856" /><Relationship Type="http://schemas.openxmlformats.org/officeDocument/2006/relationships/slide" Target="/ppt/slides/slide3.xml" Id="R4a7aaaed072d41d9" /><Relationship Type="http://schemas.openxmlformats.org/officeDocument/2006/relationships/slide" Target="/ppt/slides/slide4.xml" Id="R36a748f30cd44e63" /><Relationship Type="http://schemas.openxmlformats.org/officeDocument/2006/relationships/slide" Target="/ppt/slides/slide5.xml" Id="Rc603b0dd33d34893" /><Relationship Type="http://schemas.openxmlformats.org/officeDocument/2006/relationships/slide" Target="/ppt/slides/slide6.xml" Id="R4d979d05de164fa0" /><Relationship Type="http://schemas.openxmlformats.org/officeDocument/2006/relationships/slide" Target="/ppt/slides/slide7.xml" Id="R63858258e67b4ce7" /><Relationship Type="http://schemas.openxmlformats.org/officeDocument/2006/relationships/slide" Target="/ppt/slides/slide8.xml" Id="R591120c165b64f62" /><Relationship Type="http://schemas.openxmlformats.org/officeDocument/2006/relationships/slide" Target="/ppt/slides/slide9.xml" Id="R3fcd0f52296443a5" /><Relationship Type="http://schemas.openxmlformats.org/officeDocument/2006/relationships/slide" Target="/ppt/slides/slide10.xml" Id="R82394d11332144f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4643a5daec7405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a247af0c30e4696" /><Relationship Type="http://schemas.openxmlformats.org/officeDocument/2006/relationships/notesMaster" Target="/ppt/notesMasters/notesMaster1.xml" Id="R986be24d8cd54b4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34a068b5ee24ca0" /><Relationship Type="http://schemas.openxmlformats.org/officeDocument/2006/relationships/notesMaster" Target="/ppt/notesMasters/notesMaster1.xml" Id="R72114f99d2eb4d4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0ea77555c0b4111" /><Relationship Type="http://schemas.openxmlformats.org/officeDocument/2006/relationships/notesMaster" Target="/ppt/notesMasters/notesMaster1.xml" Id="R13703628677645f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421126eb63d47b0" /><Relationship Type="http://schemas.openxmlformats.org/officeDocument/2006/relationships/notesMaster" Target="/ppt/notesMasters/notesMaster1.xml" Id="R23a6463605f1416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6a50214213d4dc7" /><Relationship Type="http://schemas.openxmlformats.org/officeDocument/2006/relationships/notesMaster" Target="/ppt/notesMasters/notesMaster1.xml" Id="Rc80bb081d3424e5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8e4b25642ef4922" /><Relationship Type="http://schemas.openxmlformats.org/officeDocument/2006/relationships/notesMaster" Target="/ppt/notesMasters/notesMaster1.xml" Id="R6b617a1e73cd4d9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be947a88a3d45e7" /><Relationship Type="http://schemas.openxmlformats.org/officeDocument/2006/relationships/notesMaster" Target="/ppt/notesMasters/notesMaster1.xml" Id="Rdfa34d6ce815432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38807067f6c4905" /><Relationship Type="http://schemas.openxmlformats.org/officeDocument/2006/relationships/notesMaster" Target="/ppt/notesMasters/notesMaster1.xml" Id="Ra824c7afed884a7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0ebe59491ba4451" /><Relationship Type="http://schemas.openxmlformats.org/officeDocument/2006/relationships/notesMaster" Target="/ppt/notesMasters/notesMaster1.xml" Id="R80beeee065d24bb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0aa6fa95bd24305" /><Relationship Type="http://schemas.openxmlformats.org/officeDocument/2006/relationships/notesMaster" Target="/ppt/notesMasters/notesMaster1.xml" Id="R770c2de3bb3a494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Hoy vamos a trabajar sobre Reconstruir la cadena completa: del problema y la evidencia a la operación y el gobierno.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Quiero empezar con una pregunta. ¿Cómo comprobar que una intervención sigue respondiendo al problema inicial cuando pasa de la evidencia a las decisiones, la operación y el gobierno?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Tómense un minuto para responder con sus propias palabras. No busquen una definición perfecta ni traten de adivinar qué respuesta espero. Anoten qué creen ahora y qué dato les falta para estar más seguros.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Mientras trabajan, tengan presentes estas dos preguntas. ¿Qué relación sostiene esta conclusión? ¿Qué supuesto conecta evidencia y decisión?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Después vamos a comparar las respuestas. Si aparecen posiciones distintas, esa diferencia nos va a servir para reconocer los supuestos con los que cada uno llegó al encuentro.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Vamos a empezar con una primera toma de posición.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Los equipos reciben decisiones y evidencias desordenadas y reconstruyen relaciones, no fechas.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La primera respuesta funciona como una referencia. Más adelante podremos ver si cambió y por qué.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Tenemos 10 minutos para esta parte.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Mientras trabajan, tengan presentes estas dos preguntas. ¿Qué supuesto conecta evidencia y decisión? ¿Qué decisiones chocan entre sí?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Cuando todos hayan dejado una posición visible, seguimos.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Ahora vamos a poner en común lo que cada uno vio y a comparar diferencias.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 enlazan problema, afirmación, evidencia, criterio y decisión. Todo salto recibe un supuesto explícito.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 intenten borrar el desacuerdo demasiado rápido. Una diferencia puede mostrar que estamos usando criterios distintos o mirando consecuencias diferentes.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Tenemos 16 minutos para esta parte.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Mientras trabajan, tengan presentes estas dos preguntas. ¿Qué decisiones chocan entre sí? ¿Qué contradicción fue borrada?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Antes de continuar, quiero que cada equipo pueda señalar por lo menos una diferencia que cambiaría una decisión.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Detengámonos en la distinción que necesitamos para poder decidir mejor.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 comparan decisiones de producto, tecnología, operación y gobierno para detectar incompatibilidades simultáneas.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 necesitamos repasar toda la lectura. Vamos a usar el concepto solamente donde ayuda a interpretar lo que tenemos delante.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Tenemos 14 minutos para esta parte.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Mientras trabajan, tengan presentes estas dos preguntas. ¿Qué contradicción fue borrada? ¿Qué pieza no puede faltar?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Seguimos cuando la distinción pueda explicarse con un ejemplo del caso y no solamente con una definición.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 esa distinción disponible, vamos a reconstruir el problema sobre un caso concreto.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 expediente circula por frontera, evidencia, modelos, estrategia, calidad y gobierno. Cada estación puede devolverlo.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Busquen relaciones que otra persona pueda seguir. Una afirmación gana valor cuando podemos mostrar en qué evidencia se apoya y qué decisión modifica.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Tenemos 20 minutos para esta parte.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Mientras trabajan, tengan presentes estas dos preguntas. ¿Qué pieza no puede faltar? ¿Qué permanece abierto al cerrar?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Antes de avanzar, dejen la producción en una forma que otro equipo pueda leer y revisar.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Voy a incorporar información nueva. La idea es observar si nuestra explicación resiste o necesita cambiar.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Otro equipo retira la pieza cuya ausencia produce mayor colapso argumental y exige reparación.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Cambiar de posición frente a evidencia nueva no es un error. Es una señal de que el razonamiento permanece abierto a revisión.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Tenemos 18 minutos para esta parte.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Mientras trabajan, tengan presentes estas dos preguntas. ¿Qué permanece abierto al cerrar? ¿Qué relación sostiene esta conclusión?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Anoten con claridad qué cambió, qué se mantiene y qué decisión queda habilitada por la evidencia nueva.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Llegó el momento de revisar el trabajo de otro equipo con cuidado y con evidencia.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 ejecuta una llegada con excepción, tercero degradado y señal ambigua. La cadena debe orientar una decisión.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Una buena objeción no reemplaza el trabajo ajeno. Señala una relación débil y propone qué observación permitiría examinarla.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Tenemos 18 minutos para esta parte.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Mientras trabajan, tengan presentes estas dos preguntas. ¿Qué relación sostiene esta conclusión? ¿Qué supuesto conecta evidencia y decisión?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La revisión termina cuando la objeción señala una relación concreta y propone una prueba posible.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Vamos a defender una posición provisional y a explicar en qué evidencia se apoya.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 decide qué cerrar, qué transferir y qué mantener abierto, con responsables, señales y revisión.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Sean breves y específicos. Necesitamos escuchar qué sostienen, con qué evidencia y bajo qué condición aceptarían revisar la decisión.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Tenemos 16 minutos para esta parte.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Mientras trabajan, tengan presentes estas dos preguntas. ¿Qué supuesto conecta evidencia y decisión? ¿Qué decisiones chocan entre sí?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Cada equipo cierra cuando puede sostener una decisión provisional y también puede nombrar su límite.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Para terminar esta secuencia, vamos a registrar qué cambió y qué pregunta queda abierta.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Cada equipo prepara tres versiones de su tesis para las audiencias de N35.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 registro final importa porque nos permite reconstruir el aprendizaje sin depender de la memoria del momento.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Tenemos 8 minutos para esta parte.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Mientras trabajan, tengan presentes estas dos preguntas. ¿Qué decisiones chocan entre sí? ¿Qué contradicción fue borrada?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Antes de terminar, dejen por escrito qué aprendieron y qué evidencia todavía podría cambiar su posición.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Para cerrar, vuelvan por un momento a la respuesta que dieron al comienzo.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Completen estas tres frases con una idea concreta. Antes pensaba. Ahora sostengo. Todavía revisaría mi posición si apareciera determinada evidencia.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 hace falta mostrar una conclusión definitiva. Lo importante es poder explicar qué cambió, qué produjo ese cambio y qué pregunta sigue abierta.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 resultado que buscamos hoy es este. Cada equipo entrega un expediente integrado HH-34 cuya cadena puede recorrerse, cuestionarse y probarse de extremo a extremo.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Dejen ese registro por escrito. Va a ser el punto de partida para el próximo encuentro y una huella del recorrido que estamos construyendo.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85b499caef84c6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3bfa3232b62446f" /><Relationship Type="http://schemas.openxmlformats.org/officeDocument/2006/relationships/slideLayout" Target="/ppt/slideLayouts/slideLayout1.xml" Id="R35e9096b30a8406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5e9096b30a8406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2c89d4627b4ad9" /><Relationship Type="http://schemas.openxmlformats.org/officeDocument/2006/relationships/notesSlide" Target="/ppt/notesSlides/notesSlide1.xml" Id="R63c8d08660144cf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ace54de5cc49f6" /><Relationship Type="http://schemas.openxmlformats.org/officeDocument/2006/relationships/notesSlide" Target="/ppt/notesSlides/notesSlide2.xml" Id="R5ced675caa81424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423591f5244be7" /><Relationship Type="http://schemas.openxmlformats.org/officeDocument/2006/relationships/notesSlide" Target="/ppt/notesSlides/notesSlide3.xml" Id="Rdb78550c4120456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5b81d2efce4169" /><Relationship Type="http://schemas.openxmlformats.org/officeDocument/2006/relationships/notesSlide" Target="/ppt/notesSlides/notesSlide4.xml" Id="R4f61f46f8347450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b8ac2600064dff" /><Relationship Type="http://schemas.openxmlformats.org/officeDocument/2006/relationships/notesSlide" Target="/ppt/notesSlides/notesSlide5.xml" Id="R361a629575d54b1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60bf0ffd514440" /><Relationship Type="http://schemas.openxmlformats.org/officeDocument/2006/relationships/notesSlide" Target="/ppt/notesSlides/notesSlide6.xml" Id="R29fcce3d41124f3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1f0cfb3dca461d" /><Relationship Type="http://schemas.openxmlformats.org/officeDocument/2006/relationships/notesSlide" Target="/ppt/notesSlides/notesSlide7.xml" Id="R7347eac571e4474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8becf52c704be2" /><Relationship Type="http://schemas.openxmlformats.org/officeDocument/2006/relationships/notesSlide" Target="/ppt/notesSlides/notesSlide8.xml" Id="R91c2fcf115354a0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56cc4fc46e4056" /><Relationship Type="http://schemas.openxmlformats.org/officeDocument/2006/relationships/notesSlide" Target="/ppt/notesSlides/notesSlide9.xml" Id="Ree5340041bcf475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5f3e2a23684be7" /><Relationship Type="http://schemas.openxmlformats.org/officeDocument/2006/relationships/notesSlide" Target="/ppt/notesSlides/notesSlide10.xml" Id="Rc1ebdadbdb424ed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65D697-B1E1-4D2E-8452-25F587352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4F29DF-E819-4459-893D-29B407486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N34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AFA074-2A66-49BF-9067-D00669A1B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929ED7-04F8-4BA7-8AB7-AE3AD80BF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H · INTEGRACIÓN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E24477-F3ED-46E4-B2A6-5B7594B3A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A0ACB3-9B66-4233-9686-B102808BF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DB1219-80B0-47A4-A8D1-5F6D3ED73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3AB3E0-43D3-40DC-9334-033E17D88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PREGUNTA PROFESIONAL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AE130E-495D-48FF-98B3-235F7B87F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123950"/>
            <a:ext cx="3667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Reconstruir la cadena completa: del problema y la evidencia a la operación y el gobierno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094714-6742-40D7-8671-8241724D4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19250"/>
            <a:ext cx="99060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4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4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¿Cómo comprobar que una intervención sigue respondiendo al problema inicial cuando pasa de la evidencia a las decisiones, la operación y el gobierno?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D20AE7-086E-4AF4-95FE-DA37B4E7D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95850"/>
            <a:ext cx="8382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687F94-DF31-4EF8-924A-F09FC8A5C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19700"/>
            <a:ext cx="8667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6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Respondé antes de explicar. La primera posición queda registrada para revisarla al cierre.</a:t>
            </a:r>
          </a:p>
        </p:txBody>
      </p:sp>
    </p:spTree>
    <p:extLst>
      <p:ext uri="{BB962C8B-B14F-4D97-AF65-F5344CB8AC3E}">
        <p14:creationId xmlns:p14="http://schemas.microsoft.com/office/powerpoint/2010/main" val="214070200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A4FAC92-770E-4292-9D9E-D3394560B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5B9DD9-8054-4AEB-823D-4882A9F20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N34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2A30A2-05DF-4025-AFD9-29227AE2A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616EA9-68C7-43C5-8C20-16BA16BD4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H · INTEGRACIÓN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7041D2-0C86-4786-9DBC-4E2C1C04F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8AD380-1EB5-4943-8B89-CD1BFC877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D2D8F0-F0EF-40E5-B532-4549CE872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1C8323-3924-479F-9DC4-B46213886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Mesa de fragmentos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A6B6B9-710E-43CC-929D-904F2CB31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EC9C72-1144-47EB-AFCB-C164F1469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10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B4F66A-2DED-470F-A9DB-2EB0CFB6B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Los equipos reciben decisiones y evidencias desordenadas y reconstruyen relaciones, no fechas.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69DCB5-5ADF-4080-8542-A5C6947E6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05125"/>
            <a:ext cx="10763250" cy="207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5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3805B3-0789-4403-B778-B14940AAB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385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POSICIÓN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4890F1-B014-4EE6-AA3A-7A52EDD1D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14750"/>
            <a:ext cx="2809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255101-E5C4-47CC-BA8F-195C0D3A7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62400"/>
            <a:ext cx="2781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4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Una frase antes de debatir.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759F5A-C5F9-4211-A5A5-F23909EFC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2385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RAZÓN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72D4D4-8E03-4584-AC29-B0FC0FB9B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714750"/>
            <a:ext cx="2809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FF99D5D-51EF-423C-AD26-49EFB4C51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962400"/>
            <a:ext cx="2781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4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Una relación que otra persona pueda revisar.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F8D03E0-9DB7-4882-8AA0-9F77E4CCB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2385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EVIDENCIA FALTANTE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8EDABC0-7F5F-4EAE-A223-56FE9CCDF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714750"/>
            <a:ext cx="2809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41269D9-34DD-4B67-8275-1E8C25ED7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962400"/>
            <a:ext cx="2781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4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Una relación que otra persona pueda revisar.</a:t>
            </a:r>
          </a:p>
        </p:txBody>
      </p:sp>
    </p:spTree>
    <p:extLst>
      <p:ext uri="{BB962C8B-B14F-4D97-AF65-F5344CB8AC3E}">
        <p14:creationId xmlns:p14="http://schemas.microsoft.com/office/powerpoint/2010/main" val="125640687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056B481-1C11-4335-8469-B5AC04815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34BD8C-A195-4AE8-BA76-A06704A8A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N34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A056D1-1D64-41A6-A9CE-672E134E1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91FDCD-FAF8-4351-BA11-D4074A861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H · INTEGRACIÓN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6B0E7C-A49F-4C6A-8102-6634E62EA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343CE1-2A8E-4F90-A659-5F375502F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F0F067-5ED5-4D43-ADEE-A9EE1AEBD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0CC95F-2651-4176-B054-4707ABBB8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Cadena vertical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505853-0D6E-4942-94C1-D15A83D19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AB1CA5-05F6-495F-94F0-32D9BA065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16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A0479F-421A-49D4-8864-B69822980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Se enlazan problema, afirmación, evidencia, criterio y decisión. Todo salto recibe un supuesto explícito.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43FA29-3302-432D-870F-A4535AF78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146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C85741-9566-42C1-BEA3-79031B04B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956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FE182C-4672-4452-A1D2-6A987DCFC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43300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1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Primera lectura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4DEB92-A662-4D44-AACF-AF8364879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72000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¿Qué diferencia cambia la decisión?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614567-9361-4CF5-8A65-75579E630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9146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14A789-FA90-485D-AB70-0E9B5270D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2956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90E059-67A0-47E4-9C17-7B6BFC06C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543300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1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Tensión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4E1AFD2-D81A-46D4-8B62-40ECD8E60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572000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¿Qué diferencia cambia la decisión?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7B8EC27-209D-4AD0-8B64-7535A22DE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9146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F4A3B60-FA46-4376-ACAB-0DE09E954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2956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75630E0-CA39-4FD6-B1C9-4BC6DB858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543300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1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Decisión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82B7236-A461-4587-AEA0-75387FB22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572000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¿Qué diferencia cambia la decisión?</a:t>
            </a:r>
          </a:p>
        </p:txBody>
      </p:sp>
    </p:spTree>
    <p:extLst>
      <p:ext uri="{BB962C8B-B14F-4D97-AF65-F5344CB8AC3E}">
        <p14:creationId xmlns:p14="http://schemas.microsoft.com/office/powerpoint/2010/main" val="79025643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265EE3C-AAD6-42DB-8A5F-437A4AC5E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C6A030-5CC5-4AE7-9411-C610EE462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N34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DDB826-0B7D-4720-8811-923C91DE2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3D906B-AA66-464E-BD6D-35E99347A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H · INTEGRACIÓN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394814-00B4-461C-83B4-84CCB65CE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51D416-0CCE-4F7B-A0A0-04D12E69F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8DFE77-1C1B-4162-B05D-616A13668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5F5EE7-18DA-459F-B9ED-C10B6CDA4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Trama horizontal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00717B-E0C8-4E20-9337-A3FBC7422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6D1984-A242-41D9-9F9E-4F180A813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14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70E6AA-C1A0-4543-8025-1A6D408A9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Se comparan decisiones de producto, tecnología, operación y gobierno para detectar incompatibilidades simultáneas.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B58C70-7939-446F-BA95-1C3D4BAB9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4325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304"/>
          </a:bodyPr>
          <a:lstStyle xmlns:a="http://schemas.openxmlformats.org/drawingml/2006/main"/>
          <a:p xmlns:a="http://schemas.openxmlformats.org/drawingml/2006/main">
            <a:pPr>
              <a:defRPr sz="34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4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CD0B12-7B95-48CB-877D-DBC3BD149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43250"/>
            <a:ext cx="3905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Lo que el artefacto afirma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B1167D-C323-4DB8-98A6-0F052B555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819400"/>
            <a:ext cx="19050" cy="2628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DE003C-6C16-4F21-AD86-12B6ECCBC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14325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304"/>
          </a:bodyPr>
          <a:lstStyle xmlns:a="http://schemas.openxmlformats.org/drawingml/2006/main"/>
          <a:p xmlns:a="http://schemas.openxmlformats.org/drawingml/2006/main">
            <a:pPr>
              <a:defRPr sz="34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4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B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DBBF03-ECF1-4F9A-9846-D98AC3F8F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143250"/>
            <a:ext cx="3905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Lo que la evidencia permite afirmar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C71078-54E3-472F-BB58-6F26DB22A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4820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0" i="0">
                <a:solidFill>
                  <a:srgbClr val="5B5D59"/>
                </a:solidFill>
                <a:latin typeface="Didot"/>
                <a:ea typeface="Didot"/>
                <a:cs typeface="Didot"/>
              </a:defRPr>
            </a:pPr>
            <a:r>
              <a:rPr sz="2175" b="0" i="0">
                <a:solidFill>
                  <a:srgbClr val="5B5D59"/>
                </a:solidFill>
                <a:latin typeface="Didot"/>
                <a:ea typeface="Didot"/>
                <a:cs typeface="Didot"/>
              </a:rPr>
              <a:t>La diferencia debe conducir a una revisión observable.</a:t>
            </a:r>
          </a:p>
        </p:txBody>
      </p:sp>
    </p:spTree>
    <p:extLst>
      <p:ext uri="{BB962C8B-B14F-4D97-AF65-F5344CB8AC3E}">
        <p14:creationId xmlns:p14="http://schemas.microsoft.com/office/powerpoint/2010/main" val="147202697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CC7E961-58C5-4A7D-8CF5-01E9BB351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7B5A37-65C9-4E8B-8873-A8C745D9C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N34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48F0DC-8C7E-4111-9283-1DBB2404E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F4736A-241E-4D1C-AD8C-8B990E674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H · INTEGRACIÓN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C77789-AF7F-413D-8569-706D4D736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300BAF-DB61-41E4-A34F-2BED20E91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6D46E5-4A11-4FE2-83F0-DAD332CBC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1B73D3-B1D4-49EE-AD32-9328E311E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Estaciones de integración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533895-41F9-45D1-94D4-6E1351B04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7AF217-EABD-4258-ABA9-1F97BEF50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20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A80651-6B71-4ED6-A16E-DEB440923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El expediente circula por frontera, evidencia, modelos, estrategia, calidad y gobierno. Cada estación puede devolverlo.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2EF2DC-D35D-4E75-9838-C7A9C600D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575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7F0740-4383-4838-94AE-8781DDA01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8194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80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se intenta sostener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7D342E-000D-4DDF-91EF-E427B375F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2575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484313-5790-4444-9CD6-EC2CECBEB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433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A75FB4-7CE9-48F8-9943-F718A62C8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5052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800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evidencia existe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87221A-F9A3-4EBC-A5B1-923955604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9433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1F0BA0E-8721-4BB1-A1C1-69B5F9014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291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9E3847E-CF0A-4CE5-9CD2-D1D0F43E3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1910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800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falta distinguir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2153A0B-4E0C-4418-83BE-138BBCF1C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6291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BC913FE-6DE7-458C-9459-A56177C36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149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E010CE8-D074-45BB-87C6-2DA62B289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8768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800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decisión cambia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C675B62-4B5A-4730-91E1-6C4CA620E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3149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64387602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0BEA450-8B59-483F-B10F-D6A6F9076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76D3B3-FBBF-418D-B75E-91EAA324B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N34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D0007E-217A-4628-9504-B35329D29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E83DEF-2793-4122-B5B5-D5A6477EF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H · INTEGRACIÓN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12AEFA-2EA7-47E3-95CC-E0469B9B4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A8F366-0F51-44AA-BCF1-972BFB030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7A2971-F7FB-413B-AC35-A81DF769C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045E34-6181-4F9D-A212-195D4C657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Red team de eslabones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883914-9A34-4ECB-809E-E7DEB4C17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709BF3-FECF-447D-BE73-4A9A279FA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18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CD80A0-99F2-48C9-8251-57CD02F6B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14550"/>
            <a:ext cx="10763250" cy="3371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556068-76D0-4025-8049-496BFB7D2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622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TRABAJO DE EQUIPO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A365A8-2617-442D-B9AE-5C7273796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00350"/>
            <a:ext cx="7810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5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Contradicción conservada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031E6C-242E-45EB-9E11-D833FE3E5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38550"/>
            <a:ext cx="80962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57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Otro equipo retira la pieza cuya ausencia produce mayor colapso argumental y exige reparación.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E30C93-40F9-4D94-B37C-03DCED689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4574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05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TIEMPO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42F1E4-807E-4A79-BA16-EC842CF61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933700"/>
            <a:ext cx="11906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18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18</a:t>
            </a:r>
          </a:p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18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minutos</a:t>
            </a:r>
          </a:p>
        </p:txBody>
      </p:sp>
    </p:spTree>
    <p:extLst>
      <p:ext uri="{BB962C8B-B14F-4D97-AF65-F5344CB8AC3E}">
        <p14:creationId xmlns:p14="http://schemas.microsoft.com/office/powerpoint/2010/main" val="144358213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607057-3D7F-421F-A671-45150562B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9BB6F4-FD3E-4D02-BE51-5BB90BDC9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N34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5C287E-AB87-4843-A9EC-66361AD9F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A32E81-5E03-4816-96FA-5352102B7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H · INTEGRACIÓN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722CF2-65AE-4831-83AD-9EA7E86A2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25B6B6-12AD-40CF-9EAF-436733494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881296-24A0-465A-8954-3BCDF684E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70E482-3950-4C36-867C-F17B0902C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Prueba extrema HH-34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FB97A8-0C36-48B2-BEB2-F4B254096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9232E6-D8BA-4A0E-B70C-50FD169D4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18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D3E5D0-82E2-489E-A6C8-7FF160509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38375"/>
            <a:ext cx="10382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360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360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EVIDENCIA NUEVA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C4CC16-3192-49FB-8398-997C4A5D9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86100"/>
            <a:ext cx="10668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3A2E22-314E-4D19-8387-52BAA7EB7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24250"/>
            <a:ext cx="10001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2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Se ejecuta una llegada con excepción, tercero degradado y señal ambigua. La cadena debe orientar una decisión.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2EB511-F3DC-4FF0-A12F-AE088FD7B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6255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Localicen qué cambia, qué se sostiene y qué todavía falta probar.</a:t>
            </a:r>
          </a:p>
        </p:txBody>
      </p:sp>
    </p:spTree>
    <p:extLst>
      <p:ext uri="{BB962C8B-B14F-4D97-AF65-F5344CB8AC3E}">
        <p14:creationId xmlns:p14="http://schemas.microsoft.com/office/powerpoint/2010/main" val="92783257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96AC949-5C7F-4D42-926E-36CA02232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285D19-6653-4F42-8898-9596D5ED8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N34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C97680-31D3-4A43-AA39-AA2ED7B9B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F5DF00-9E44-46FC-9704-35E91FF25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H · INTEGRACIÓN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27EB18-D38C-498F-BFA1-D2AAD9D34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75AA8D-C4F3-4F2A-82DC-DB339732A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4B3564-95B9-40BF-BB77-39AB26B28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BCE716-E6AD-4AB5-890D-5B71D52A5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Junta de cierre con incertidumbre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C3A895-3083-4509-9083-B67C546B8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E7E219-4D35-4147-A6C2-9BA67B283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16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11C305-1A33-4EF7-857C-8ACC88E06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Se decide qué cerrar, qué transferir y qué mantener abierto, con responsables, señales y revisión.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00A430-C9E6-4B10-9A1F-D73ADB9E3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003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BB26C8-0EE5-46BA-9520-F1029977D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94322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Citar el punto observado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DEAE28-D5EB-4C2B-9306-5E4282C40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74332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676159-E0F3-466E-BCD6-B1F7AAF9D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30003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6FC2E6-AE6D-420F-8CE2-28D1CFA86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294322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Nombrar la relación débil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035624-6EE2-4D9B-B6ED-BE2656402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374332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E9C094-F0EE-4008-B93E-778AD765A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3862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B13BF3-1F4E-49C6-B709-457101FB2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18147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Proponer una prueba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3D0564C-13EB-4397-8EC8-C9828361B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98157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5827B3A-6560-4F80-BF86-E4629B2BD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423862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9160F3C-A6C7-4C74-B50E-2388C5781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418147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Evitar resolver por el otro equipo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4683BBB-BA30-4C02-B07C-FCFC8F7C4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498157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76259957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451B38B-169B-41E1-90C7-2CE9F5D1A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218374-DE25-4E8C-84A6-86FD533AA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N34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56FA5A-D52E-466A-A176-16CFEDF6E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2DE6B6-0E4F-4349-99FB-E6898E265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H · INTEGRACIÓN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302E8D-61D8-488E-8C66-A55802365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4A974D-70A8-47EA-81CA-2543C84DC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13FC64-D5CA-4E1F-B9A1-0262C5C81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2044EE-8928-4558-90C2-0711500BD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Cierre y puente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A6175A-7E36-40E1-8641-3A19C8BCE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BE73E3-DA01-4D8E-8173-D1830C31C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8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3BAEEB-8608-49C6-AE1E-F232BB5E6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Cada equipo prepara tres versiones de su tesis para las audiencias de N35.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E6C12B-3501-4BD7-91F3-7044CA029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57500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E86C24-1138-42B2-806F-0AB0E196A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790825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025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sostenemos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7F4893-2C3D-4359-ACDB-022B864AC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9908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71CF5A-A4B7-40DB-897E-980A5DF0C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43300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DEE1E9-CB62-422D-ADDA-D7B056508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476625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025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evidencia usamos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5059A5-6CBA-456C-A3C6-6C4AC400B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6766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EC556BB-F573-414E-929E-727716D0D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29100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BD5527A-8930-423F-89FE-FEBF8178C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162425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025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decidimos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6FA8B0E-684B-4823-AFA0-2B9B37BA4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43624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7C77041-7780-4A31-B272-0B55AF12A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14900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0EC7ADA-6326-4FC1-9799-27CDED50E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848225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025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podría hacernos revisar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579E9A4-1D19-4B49-8805-28430AAEA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50482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7010076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BC94B5-9DE0-4689-BA69-A406F15EA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F2A31D-C621-4806-9923-BC849E512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N34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243CA9-801C-4D89-B89F-A08CB6D3E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B80437-DBD3-413E-AABF-89492C658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H · INTEGRACIÓN  ·  CIERRE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38DB18-C0BA-48AB-830E-A2CCC6D80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74BE63-6BDC-42AC-BDA0-7F2AA28A1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79DB31-7823-44ED-933B-25A4C47FE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C87CF7-A21C-4F78-96E0-B45E260FE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Puente a N35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2138C5-EFE3-4DAA-A751-9022FD96D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90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ANTES PENSABA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6C0C72-7BEB-499E-9F91-985EA2933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190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AHORA SOSTENGO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ABBFE6-56D1-4B42-954E-A72AC007D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190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TODAVÍA REVISARÍA SI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22CF8C-3A91-4E9B-AE24-5D0368B9C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47950"/>
            <a:ext cx="32194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075268-D80C-4D35-87E1-066F65E3C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47950"/>
            <a:ext cx="32194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AD3C77-2595-4A2E-A9F8-4AFF9F888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647950"/>
            <a:ext cx="32194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15401B-2C3A-4450-8DF7-19566437D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1970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4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Cada equipo entrega un expediente integrado HH-34 cuya cadena puede recorrerse, cuestionarse y probarse de extremo a extremo.</a:t>
            </a:r>
          </a:p>
        </p:txBody>
      </p:sp>
    </p:spTree>
    <p:extLst>
      <p:ext uri="{BB962C8B-B14F-4D97-AF65-F5344CB8AC3E}">
        <p14:creationId xmlns:p14="http://schemas.microsoft.com/office/powerpoint/2010/main" val="44185688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2026-09-15T15:47:34.8310000Z</dcterms:created>
  <dcterms:modified xsi:type="dcterms:W3CDTF">2026-09-15T15:47:34.8310000Z</dcterms:modified>
</coreProperties>
</file>