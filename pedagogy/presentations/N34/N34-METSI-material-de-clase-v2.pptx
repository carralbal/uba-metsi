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938599d4c446dc" /><Relationship Type="http://schemas.openxmlformats.org/officeDocument/2006/relationships/extended-properties" Target="/docProps/app.xml" Id="R08912e826b2849bd" /><Relationship Type="http://schemas.openxmlformats.org/officeDocument/2006/relationships/officeDocument" Target="/ppt/presentation.xml" Id="Rf66c23936690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b0129f793b4358"/>
  </p:sldMasterIdLst>
  <p:notesMasterIdLst>
    <p:notesMasterId xmlns:r="http://schemas.openxmlformats.org/officeDocument/2006/relationships" r:id="Rb75de87b634b4c78"/>
  </p:notesMasterIdLst>
  <p:sldIdLst>
    <p:sldId xmlns:r="http://schemas.openxmlformats.org/officeDocument/2006/relationships" id="256" r:id="R0d1389135644478c"/>
    <p:sldId xmlns:r="http://schemas.openxmlformats.org/officeDocument/2006/relationships" id="257" r:id="R8fa8430646184201"/>
    <p:sldId xmlns:r="http://schemas.openxmlformats.org/officeDocument/2006/relationships" id="258" r:id="R7d9c1cd280874180"/>
    <p:sldId xmlns:r="http://schemas.openxmlformats.org/officeDocument/2006/relationships" id="259" r:id="R801fdec4aea140d8"/>
    <p:sldId xmlns:r="http://schemas.openxmlformats.org/officeDocument/2006/relationships" id="260" r:id="Rcce5ff24ea5749b3"/>
    <p:sldId xmlns:r="http://schemas.openxmlformats.org/officeDocument/2006/relationships" id="261" r:id="Ra746cc672d484a9e"/>
    <p:sldId xmlns:r="http://schemas.openxmlformats.org/officeDocument/2006/relationships" id="262" r:id="Rc71d8f61f50d463a"/>
    <p:sldId xmlns:r="http://schemas.openxmlformats.org/officeDocument/2006/relationships" id="263" r:id="R84cd679b19154224"/>
    <p:sldId xmlns:r="http://schemas.openxmlformats.org/officeDocument/2006/relationships" id="264" r:id="R4c746aedbb114472"/>
    <p:sldId xmlns:r="http://schemas.openxmlformats.org/officeDocument/2006/relationships" id="265" r:id="R31fb08b6b660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fecd4e9254399" /><Relationship Type="http://schemas.openxmlformats.org/officeDocument/2006/relationships/slideMaster" Target="/ppt/slideMasters/slideMaster1.xml" Id="Rc2b0129f793b4358" /><Relationship Type="http://schemas.openxmlformats.org/officeDocument/2006/relationships/notesMaster" Target="/ppt/notesMasters/notesMaster1.xml" Id="Rb75de87b634b4c78" /><Relationship Type="http://schemas.openxmlformats.org/officeDocument/2006/relationships/presProps" Target="/ppt/presProps.xml" Id="R85f2c77ffb2a4192" /><Relationship Type="http://schemas.openxmlformats.org/officeDocument/2006/relationships/tableStyles" Target="/ppt/tableStyles.xml" Id="R3fa1aa2f574c43d6" /><Relationship Type="http://schemas.openxmlformats.org/officeDocument/2006/relationships/slide" Target="/ppt/slides/slide1.xml" Id="R0d1389135644478c" /><Relationship Type="http://schemas.openxmlformats.org/officeDocument/2006/relationships/slide" Target="/ppt/slides/slide2.xml" Id="R8fa8430646184201" /><Relationship Type="http://schemas.openxmlformats.org/officeDocument/2006/relationships/slide" Target="/ppt/slides/slide3.xml" Id="R7d9c1cd280874180" /><Relationship Type="http://schemas.openxmlformats.org/officeDocument/2006/relationships/slide" Target="/ppt/slides/slide4.xml" Id="R801fdec4aea140d8" /><Relationship Type="http://schemas.openxmlformats.org/officeDocument/2006/relationships/slide" Target="/ppt/slides/slide5.xml" Id="Rcce5ff24ea5749b3" /><Relationship Type="http://schemas.openxmlformats.org/officeDocument/2006/relationships/slide" Target="/ppt/slides/slide6.xml" Id="Ra746cc672d484a9e" /><Relationship Type="http://schemas.openxmlformats.org/officeDocument/2006/relationships/slide" Target="/ppt/slides/slide7.xml" Id="Rc71d8f61f50d463a" /><Relationship Type="http://schemas.openxmlformats.org/officeDocument/2006/relationships/slide" Target="/ppt/slides/slide8.xml" Id="R84cd679b19154224" /><Relationship Type="http://schemas.openxmlformats.org/officeDocument/2006/relationships/slide" Target="/ppt/slides/slide9.xml" Id="R4c746aedbb114472" /><Relationship Type="http://schemas.openxmlformats.org/officeDocument/2006/relationships/slide" Target="/ppt/slides/slide10.xml" Id="R31fb08b6b660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3c151f9ad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93cf47314470b" /><Relationship Type="http://schemas.openxmlformats.org/officeDocument/2006/relationships/notesMaster" Target="/ppt/notesMasters/notesMaster1.xml" Id="Rd7a3e0819faa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1602683114401" /><Relationship Type="http://schemas.openxmlformats.org/officeDocument/2006/relationships/notesMaster" Target="/ppt/notesMasters/notesMaster1.xml" Id="R43f675d56e704d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424fa3c4a54223" /><Relationship Type="http://schemas.openxmlformats.org/officeDocument/2006/relationships/notesMaster" Target="/ppt/notesMasters/notesMaster1.xml" Id="R7a69d04c4a844d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14ced12854fd2" /><Relationship Type="http://schemas.openxmlformats.org/officeDocument/2006/relationships/notesMaster" Target="/ppt/notesMasters/notesMaster1.xml" Id="Rd2e30b531708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ed67b4813409b" /><Relationship Type="http://schemas.openxmlformats.org/officeDocument/2006/relationships/notesMaster" Target="/ppt/notesMasters/notesMaster1.xml" Id="R6f904751a18546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382a3cebd4e37" /><Relationship Type="http://schemas.openxmlformats.org/officeDocument/2006/relationships/notesMaster" Target="/ppt/notesMasters/notesMaster1.xml" Id="Rdf9a1c37c501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94337d34f54e2c" /><Relationship Type="http://schemas.openxmlformats.org/officeDocument/2006/relationships/notesMaster" Target="/ppt/notesMasters/notesMaster1.xml" Id="Rc427e7dcb42c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e757422e64a03" /><Relationship Type="http://schemas.openxmlformats.org/officeDocument/2006/relationships/notesMaster" Target="/ppt/notesMasters/notesMaster1.xml" Id="Rf2af5df9823243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5efd7351b54221" /><Relationship Type="http://schemas.openxmlformats.org/officeDocument/2006/relationships/notesMaster" Target="/ppt/notesMasters/notesMaster1.xml" Id="Rc6ebd75e6a1a41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2d5d5a629c4ba5" /><Relationship Type="http://schemas.openxmlformats.org/officeDocument/2006/relationships/notesMaster" Target="/ppt/notesMasters/notesMaster1.xml" Id="R85a1f89b427a46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la cadena, no el índice.</a:t>
            </a:r>
          </a:p>
          <a:p xmlns:a="http://schemas.openxmlformats.org/drawingml/2006/main">
            <a:r>
              <a:t>Señal para avanzar: Aparecen relaciones causales.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Fragmentos desordenados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orden cronológico inicial.</a:t>
            </a:r>
          </a:p>
          <a:p xmlns:a="http://schemas.openxmlformats.org/drawingml/2006/main">
            <a:r>
              <a:t>Señal para avanzar: Se conectan por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Coherencia vertical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una afirmación hasta evidencia.</a:t>
            </a:r>
          </a:p>
          <a:p xmlns:a="http://schemas.openxmlformats.org/drawingml/2006/main">
            <a:r>
              <a:t>Señal para avanzar: Los supuestos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Coherencia horizontal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decisiones simultáneas.</a:t>
            </a:r>
          </a:p>
          <a:p xmlns:a="http://schemas.openxmlformats.org/drawingml/2006/main">
            <a:r>
              <a:t>Señal para avanzar: Se detectan incompatibilidades.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Puertas de integración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Permitir devolución real.</a:t>
            </a:r>
          </a:p>
          <a:p xmlns:a="http://schemas.openxmlformats.org/drawingml/2006/main">
            <a:r>
              <a:t>Señal para avanzar: La firma no basta.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Contradicción conservada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síntesis prematura.</a:t>
            </a:r>
          </a:p>
          <a:p xmlns:a="http://schemas.openxmlformats.org/drawingml/2006/main">
            <a:r>
              <a:t>Señal para avanzar: Se explicita qué decidiría entre opciones.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Eslabón retirado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dependencia argumental.</a:t>
            </a:r>
          </a:p>
          <a:p xmlns:a="http://schemas.openxmlformats.org/drawingml/2006/main">
            <a:r>
              <a:t>Señal para avanzar: El expediente puede repararse.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relación sostiene esta conclusión?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HH-34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extremo a extremo.</a:t>
            </a:r>
          </a:p>
          <a:p xmlns:a="http://schemas.openxmlformats.org/drawingml/2006/main">
            <a:r>
              <a:t>Señal para avanzar: La evidencia orienta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conecta evidencia y decisión?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con incertidumbre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Asignar responsables y señales.</a:t>
            </a:r>
          </a:p>
          <a:p xmlns:a="http://schemas.openxmlformats.org/drawingml/2006/main">
            <a:r>
              <a:t>Señal para avanzar: No se reabre 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decisiones chocan entre sí?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audiencia, no criterio.</a:t>
            </a:r>
          </a:p>
          <a:p xmlns:a="http://schemas.openxmlformats.org/drawingml/2006/main">
            <a:r>
              <a:t>Señal para avanzar: Surgen tres defensas coherentes.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contradicción fue borrada?</a:t>
            </a:r>
          </a:p>
          <a:p xmlns:a="http://schemas.openxmlformats.org/drawingml/2006/main">
            <a:r>
              <a:t>• ¿Qué pieza no puede faltar?</a:t>
            </a:r>
          </a:p>
          <a:p xmlns:a="http://schemas.openxmlformats.org/drawingml/2006/main">
            <a:r>
              <a:t>• ¿Qué permanece abierto al cerrar?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integrado HH-34 cuya cadena puede recorrerse, cuestionarse y probarse de extremo a extremo.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1c296197d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a3960b09e4243" /><Relationship Type="http://schemas.openxmlformats.org/officeDocument/2006/relationships/slideLayout" Target="/ppt/slideLayouts/slideLayout1.xml" Id="Rf7e57b5552af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e57b5552af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71a784b754e03" /><Relationship Type="http://schemas.openxmlformats.org/officeDocument/2006/relationships/notesSlide" Target="/ppt/notesSlides/notesSlide1.xml" Id="Rfab8e4daaef94f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fb21f1acf4121" /><Relationship Type="http://schemas.openxmlformats.org/officeDocument/2006/relationships/notesSlide" Target="/ppt/notesSlides/notesSlide2.xml" Id="R7efd4ab60f83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1cb1fe994af2" /><Relationship Type="http://schemas.openxmlformats.org/officeDocument/2006/relationships/notesSlide" Target="/ppt/notesSlides/notesSlide3.xml" Id="R92753b5ce7b141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db0b183f1454d" /><Relationship Type="http://schemas.openxmlformats.org/officeDocument/2006/relationships/notesSlide" Target="/ppt/notesSlides/notesSlide4.xml" Id="Ra62055bc33e74e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3cc7f3c524f13" /><Relationship Type="http://schemas.openxmlformats.org/officeDocument/2006/relationships/notesSlide" Target="/ppt/notesSlides/notesSlide5.xml" Id="R421a97f18f51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25428399a4908" /><Relationship Type="http://schemas.openxmlformats.org/officeDocument/2006/relationships/notesSlide" Target="/ppt/notesSlides/notesSlide6.xml" Id="Rb4c0c84f242248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e6f51e4014520" /><Relationship Type="http://schemas.openxmlformats.org/officeDocument/2006/relationships/notesSlide" Target="/ppt/notesSlides/notesSlide7.xml" Id="Rb4e123643e4c41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0ba4ee55f4ff5" /><Relationship Type="http://schemas.openxmlformats.org/officeDocument/2006/relationships/notesSlide" Target="/ppt/notesSlides/notesSlide8.xml" Id="Rd3881e0e2932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173a79d74dcb" /><Relationship Type="http://schemas.openxmlformats.org/officeDocument/2006/relationships/notesSlide" Target="/ppt/notesSlides/notesSlide9.xml" Id="R3b48a4a2e8da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ce16a1ff344a7" /><Relationship Type="http://schemas.openxmlformats.org/officeDocument/2006/relationships/notesSlide" Target="/ppt/notesSlides/notesSlide10.xml" Id="R656cf1217eb640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09EFF-96BB-4C2D-92F3-EDCAEE5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D8DF0-8E24-430E-AE85-78208A2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A360A-2859-4D4A-BEFA-2E4A59F8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E9C08-7A06-461D-9780-1C0185CA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CDD59-C536-4B45-8511-858BBE3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40E9A-84B8-4B58-A6EE-F97FD58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34AD-52EC-4707-B7F5-C24F3F93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F7ABC-8B15-4283-8731-3E6011E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28A0-2613-4F27-A0DD-6710095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demostrar que una intervención conserva coherencia desde el problema inicial hasta sus decisiones, su operación y su gobierno?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10FDD-7BAB-42DE-96A0-7A5B583F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73159-D7AB-4B3F-81FA-F3ACE739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14322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63056-BC3D-40FD-85D5-C8F260E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B9495-28CF-4EA1-881B-0064758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09E1D-E0DE-4A7F-9D33-52030A0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4AD8B-17FD-4EB0-8C80-422B314C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9597D-1860-4867-B1E9-68B7DBC5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1EE3-95D1-4FEE-9B6C-79A8EB94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35B13-10EB-4487-97E8-A9348F5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30F2F-0077-4817-B51B-67B62E2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Fragmentos desordenados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FBF6D-2D47-4212-B2D8-52B2448C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04A9-5A83-4AC4-BE0B-F691BAEF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FE77A-6BB0-4E50-B002-62A79A02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4DC78-5A2B-44E0-997D-5D22881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B0915-CBEF-4A15-89E5-24265DC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86E68-88C6-4631-A92C-C361895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56440-693E-42B8-B242-B266107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2D304-C9CD-4EAC-B763-017ADA61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18BA8-B9D7-42A0-ADDF-F25E40F5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E967B-2306-4F66-9D7C-946A115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50104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57936-89E1-45DD-946B-CCB04C09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E18C4-96CC-4EEE-82D1-58222C5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F7D3A-909B-49A2-8B08-0BE2504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6E6FE-CC06-4C34-937B-3EC9BDD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D50DB-FD85-46B6-8D27-7ED3DE4C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4EEE1-C82E-43D6-A63E-CAA7073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01E3-B86C-4968-9220-E375300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715E8-29FC-467F-A040-4CF1926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Coherencia vertical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E3248-A5AD-4D02-B0C1-7A758ED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D1EC4-B44D-4D0C-8EE9-0E8C8DB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C703F-75DB-4126-857D-A82638D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7944A-AB95-4300-9006-34B55924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4CF05-08C2-4B0C-B2E6-3622285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8F8F1-49D9-43F1-BB72-E08FE26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619FF-8582-43B1-AFB3-9DEF8425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5A916-D741-4D94-BFCC-3FEC96DE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DA8CC-A983-42C1-9F2F-936FF5EC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C3111-B6DD-4420-93BE-56ACAAB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C3E9D-2F1D-472E-9B0A-C250356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06A8C-1A7D-4EEE-A6A0-885C716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845315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3E8BF-B719-409B-9EAC-6857219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9F854-415D-44A0-86AE-AA386F1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93D5C-C64C-47E3-9F69-5BF07AC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907F1-4A21-4CD9-963E-5FACE5A7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FC447-E4E9-4AA3-A543-E269C368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A6388-8D41-4749-A26B-B931941F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C2500-9850-4342-80A1-FED2260B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C7C69-B032-4ABE-A52B-6AE3868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Coherencia horizontal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67B91-2CCF-4C1B-BEB6-D1F3C1E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82D17-44E0-49B0-8995-E1155ED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F5653-8477-4739-9F1F-A51A3B8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12807-E9E2-4542-AB3A-4EE00BA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84C59-AA5E-496F-839C-7B9908E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6EFD-7683-45ED-A1C7-073C0E1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1610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A94F2-6721-4BEB-9339-8707D44F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2BB08-4B4C-4856-9650-EC8D614C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B799-4F58-4E4B-A533-811A88D6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D15F5-326C-4470-A0D7-78AA7C8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FA85C-0A63-440A-836B-27FD1A8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57C03-E7BA-479A-B164-CBC5927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154D0-3EFD-4513-9B47-5E415FA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65C07-CEC1-41D4-8110-FC9BC1F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Puertas de 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8C1C5-406B-48CF-A833-A214BAA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2959B-FCD4-48CC-817A-93E49C3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B7DF7-71C4-484A-AF09-684B628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A4EB2-BC69-4F2D-A64B-42C864DD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AFB32-8E1C-4DCB-BFBF-3ADBDA4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0D038-46EF-4870-A7D9-E73506D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352CA-C2E4-4395-B8CB-46F0E4D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4BE39-2021-497F-8587-E92F0E01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3D2D0-AE11-4786-891F-A781A0D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EB0E5-5AA0-4CCB-B16F-4E03E98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923C9-272A-4B9C-85D1-9F5ED52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5EFDE-EE16-4AB1-9CEF-1EA5C06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6343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742B8-BD64-4D05-A6A0-A7F32DB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76BD-9BD8-45BC-A2AE-18258B37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33E79-818B-443A-B204-D90B053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EBA1D-DCB8-4374-ACFA-039FD54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01D75-CE55-4D53-B185-682AA526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220CD-E73F-42F9-A684-8D7CF3EC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9B3BA-7860-4FD2-84A4-D328F22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C72F0-C365-4B33-A5EA-CCEF2B0D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Contradicción conservada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E2342-492F-4545-8AB9-D1904887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68731-9A05-4D15-9E21-2826EB21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8DB5B-9D71-496A-AC45-5094A8D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B9025-4B4E-4AA5-AC3A-5243B69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E5829-3705-4D19-A2C5-FF6D361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0624A-DE90-4B47-B4AE-4759FBA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909809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06BCA-6300-4BDC-9524-2DAFE3B1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1E65-63FC-4B42-959B-7D98192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96CB8-9779-4F1A-9F2A-A9172B54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8BFB-4D05-4B43-82CE-B48F0C1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19ECA-F787-4759-A148-3D8BE8CD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664D1-826C-4386-91F2-2EAC12A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3920-45C2-4F30-AE4B-7065CAD0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EE173-1EE7-4ED6-94E3-4074955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Eslabón retirado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35BF7-D404-48B7-9949-6ADEB98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1B93B-5642-4E88-93CB-3FA301D9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D983D-3CEC-4188-92B9-3D756CAA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691693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CABAB-E45C-4F47-8233-A9DCE18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EEAD7-F7A2-4E0D-BFB5-B9F1D2A2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68F8A-01E1-4686-B6A3-47D467F1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BE3DE-14E9-494C-A88A-7BF99E1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02FDB-4E20-49AB-8947-06C58D1E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8B66C-FB53-40B3-B314-C5A3CCA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0C58A-2650-4DD9-853F-004A1DE3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3A2C1-8268-49F8-A943-292BC845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HH-34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A63CA-58FC-428E-A4AA-7E849CB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9094B-90D6-43C9-BBF4-7D174C9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B8CF0-CD67-4E27-A345-4169D601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6E818-69D5-4958-9075-F7D49C9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4BE3F-C23B-4FF2-9E2B-36E5B560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152D-62BB-43E6-9891-E9BDBBC9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667BA-2876-4708-9399-993569D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447DD-1A05-411D-84CA-0748285B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9ECC1-9610-40FE-9656-8A63D27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CB531-4AE3-4549-98C4-D7888082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2B46D-2C52-4E86-A34F-29EB13E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602B3-5401-4372-BB44-53B9B70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6908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1BC78-9D69-4F75-8F1E-41DFF9A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B8D7-DE95-484F-BD67-0ECFD9A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9BA9C-FA2C-4407-B84F-4CF523B2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7B892-8CFE-459C-B729-9AE5188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EBAE2-3944-4E5D-A32F-96B34C0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42FB1-9971-4EF5-BE5B-DBCAE8BB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7FC92-FB03-4621-A1D1-BDEFC9F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2F5CF-8737-4108-9B67-1B12D02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con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01C92-D6FB-4880-895B-92AFC7D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64701-80F5-4227-B7D7-E2BE1346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D4E73-3CC3-4E45-8855-F3300561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73CB6-67D6-4F43-BCE7-8F99FA4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14E38-C0BA-4045-BD10-2F66ED0E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FB19A-CD8B-4486-B1D6-02D45770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97805-DBF1-4DE1-B08D-5255392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DB251-4721-437A-B60A-DE9866FF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15F44-50EC-4254-AA92-FDC8E098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E2A82-6C0F-41C6-A371-59EE371D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33687-D2EB-447A-8999-CC0A5F3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FA47A-F553-48B3-9418-6F935DB1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5780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FD019-3984-4558-BAFD-7F7A18D0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885A-FFCD-4A86-A9C0-396D0CC4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F1DB9-978C-423D-A260-465CD4BA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416B6-E8F1-4349-9A7B-273DB33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CF4EA-C778-4CBF-871F-E91540E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12D53-CFDD-4BB3-A7AB-71D305F7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4879D-F8A3-4923-80E3-F45E7EE5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1473B-6E24-4D36-8A77-43F04EA0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E892B-8C3F-42B2-8B4A-3BC33D4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DA903-4D51-4F5D-A8D5-F17D96B7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18F44-C70E-4284-9C61-B6934A4C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A4207-1898-4FB8-B038-8EDCC4C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F672B-DA4F-4FB8-8F11-015F01BC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8E054-1707-44CE-BB06-C93D868C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CF28C-72E7-45DC-8E88-0D8C845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integrado HH-34 cuya cadena puede recorrerse, cuestionarse y probarse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958553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2026-09-12T16:23:31.2000000Z</dcterms:created>
  <dcterms:modified xsi:type="dcterms:W3CDTF">2026-09-12T16:23:31.2000000Z</dcterms:modified>
</coreProperties>
</file>