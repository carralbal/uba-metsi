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5413330484e96" /><Relationship Type="http://schemas.openxmlformats.org/officeDocument/2006/relationships/extended-properties" Target="/docProps/app.xml" Id="R94e82838e19744ac" /><Relationship Type="http://schemas.openxmlformats.org/officeDocument/2006/relationships/officeDocument" Target="/ppt/presentation.xml" Id="R2569f907e89646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e5f76ba2664eba"/>
  </p:sldMasterIdLst>
  <p:notesMasterIdLst>
    <p:notesMasterId xmlns:r="http://schemas.openxmlformats.org/officeDocument/2006/relationships" r:id="Rbbf33f2c34dc4636"/>
  </p:notesMasterIdLst>
  <p:sldIdLst>
    <p:sldId xmlns:r="http://schemas.openxmlformats.org/officeDocument/2006/relationships" id="256" r:id="Rd8a4213085ce453b"/>
    <p:sldId xmlns:r="http://schemas.openxmlformats.org/officeDocument/2006/relationships" id="257" r:id="Rde502727bde54c52"/>
    <p:sldId xmlns:r="http://schemas.openxmlformats.org/officeDocument/2006/relationships" id="258" r:id="R35bf6cf7f34e408c"/>
    <p:sldId xmlns:r="http://schemas.openxmlformats.org/officeDocument/2006/relationships" id="259" r:id="R1833cbf4d75a408b"/>
    <p:sldId xmlns:r="http://schemas.openxmlformats.org/officeDocument/2006/relationships" id="260" r:id="Rba7514d07eac4b83"/>
    <p:sldId xmlns:r="http://schemas.openxmlformats.org/officeDocument/2006/relationships" id="261" r:id="Rb67ea2bb16094075"/>
    <p:sldId xmlns:r="http://schemas.openxmlformats.org/officeDocument/2006/relationships" id="262" r:id="Rf25f31f64b434d62"/>
    <p:sldId xmlns:r="http://schemas.openxmlformats.org/officeDocument/2006/relationships" id="263" r:id="R5f087ed548704eb0"/>
    <p:sldId xmlns:r="http://schemas.openxmlformats.org/officeDocument/2006/relationships" id="264" r:id="R962fdfaa64014a92"/>
    <p:sldId xmlns:r="http://schemas.openxmlformats.org/officeDocument/2006/relationships" id="265" r:id="R81a23da0acc743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b9fff7b64443a6" /><Relationship Type="http://schemas.openxmlformats.org/officeDocument/2006/relationships/slideMaster" Target="/ppt/slideMasters/slideMaster1.xml" Id="Ra3e5f76ba2664eba" /><Relationship Type="http://schemas.openxmlformats.org/officeDocument/2006/relationships/notesMaster" Target="/ppt/notesMasters/notesMaster1.xml" Id="Rbbf33f2c34dc4636" /><Relationship Type="http://schemas.openxmlformats.org/officeDocument/2006/relationships/presProps" Target="/ppt/presProps.xml" Id="R610e5a68f86148fd" /><Relationship Type="http://schemas.openxmlformats.org/officeDocument/2006/relationships/tableStyles" Target="/ppt/tableStyles.xml" Id="R1e8cfc89a68f4d05" /><Relationship Type="http://schemas.openxmlformats.org/officeDocument/2006/relationships/slide" Target="/ppt/slides/slide1.xml" Id="Rd8a4213085ce453b" /><Relationship Type="http://schemas.openxmlformats.org/officeDocument/2006/relationships/slide" Target="/ppt/slides/slide2.xml" Id="Rde502727bde54c52" /><Relationship Type="http://schemas.openxmlformats.org/officeDocument/2006/relationships/slide" Target="/ppt/slides/slide3.xml" Id="R35bf6cf7f34e408c" /><Relationship Type="http://schemas.openxmlformats.org/officeDocument/2006/relationships/slide" Target="/ppt/slides/slide4.xml" Id="R1833cbf4d75a408b" /><Relationship Type="http://schemas.openxmlformats.org/officeDocument/2006/relationships/slide" Target="/ppt/slides/slide5.xml" Id="Rba7514d07eac4b83" /><Relationship Type="http://schemas.openxmlformats.org/officeDocument/2006/relationships/slide" Target="/ppt/slides/slide6.xml" Id="Rb67ea2bb16094075" /><Relationship Type="http://schemas.openxmlformats.org/officeDocument/2006/relationships/slide" Target="/ppt/slides/slide7.xml" Id="Rf25f31f64b434d62" /><Relationship Type="http://schemas.openxmlformats.org/officeDocument/2006/relationships/slide" Target="/ppt/slides/slide8.xml" Id="R5f087ed548704eb0" /><Relationship Type="http://schemas.openxmlformats.org/officeDocument/2006/relationships/slide" Target="/ppt/slides/slide9.xml" Id="R962fdfaa64014a92" /><Relationship Type="http://schemas.openxmlformats.org/officeDocument/2006/relationships/slide" Target="/ppt/slides/slide10.xml" Id="R81a23da0acc743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99b3f19c33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14ad7810449f7" /><Relationship Type="http://schemas.openxmlformats.org/officeDocument/2006/relationships/notesMaster" Target="/ppt/notesMasters/notesMaster1.xml" Id="Rd0f467d14f2a40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61ee111ac0428b" /><Relationship Type="http://schemas.openxmlformats.org/officeDocument/2006/relationships/notesMaster" Target="/ppt/notesMasters/notesMaster1.xml" Id="R15c968cb5ec345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e6b9ebe5644886" /><Relationship Type="http://schemas.openxmlformats.org/officeDocument/2006/relationships/notesMaster" Target="/ppt/notesMasters/notesMaster1.xml" Id="R00d58d115a0d45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9d7046c94543d6" /><Relationship Type="http://schemas.openxmlformats.org/officeDocument/2006/relationships/notesMaster" Target="/ppt/notesMasters/notesMaster1.xml" Id="R02ae1cb4a24842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e6ed8bf3c64ac4" /><Relationship Type="http://schemas.openxmlformats.org/officeDocument/2006/relationships/notesMaster" Target="/ppt/notesMasters/notesMaster1.xml" Id="Rd63bd261ee2d47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1656a7e39943a0" /><Relationship Type="http://schemas.openxmlformats.org/officeDocument/2006/relationships/notesMaster" Target="/ppt/notesMasters/notesMaster1.xml" Id="R6b102faa7f1f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955a35e42f4670" /><Relationship Type="http://schemas.openxmlformats.org/officeDocument/2006/relationships/notesMaster" Target="/ppt/notesMasters/notesMaster1.xml" Id="R5de924a34f9c4e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7f5ee358a749d7" /><Relationship Type="http://schemas.openxmlformats.org/officeDocument/2006/relationships/notesMaster" Target="/ppt/notesMasters/notesMaster1.xml" Id="R90d38ed3356844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c6fdba7d574a6c" /><Relationship Type="http://schemas.openxmlformats.org/officeDocument/2006/relationships/notesMaster" Target="/ppt/notesMasters/notesMaster1.xml" Id="Rdcfcad6d794547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6f6366af62420d" /><Relationship Type="http://schemas.openxmlformats.org/officeDocument/2006/relationships/notesMaster" Target="/ppt/notesMasters/notesMaster1.xml" Id="Raba85cecf76c47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queda afuera.</a:t>
            </a:r>
          </a:p>
          <a:p xmlns:a="http://schemas.openxmlformats.org/drawingml/2006/main">
            <a:r>
              <a:t>Señal para avanzar: La prioridad tiene renuncia.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desplaza esta prioridad?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espacios, cinco apuestas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Materializar capacidad finita.</a:t>
            </a:r>
          </a:p>
          <a:p xmlns:a="http://schemas.openxmlformats.org/drawingml/2006/main">
            <a:r>
              <a:t>Señal para avanzar: Nadie agrega sin desplazar.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Expediente de valor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outcome, obligación y preferencia.</a:t>
            </a:r>
          </a:p>
          <a:p xmlns:a="http://schemas.openxmlformats.org/drawingml/2006/main">
            <a:r>
              <a:t>Señal para avanzar: No aparece un valor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Curvas de demora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ventanas y consecuencias.</a:t>
            </a:r>
          </a:p>
          <a:p xmlns:a="http://schemas.openxmlformats.org/drawingml/2006/main">
            <a:r>
              <a:t>Señal para avanzar: El tiempo afecta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>• ¿Cuándo debe reabrirse la renuncia?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Consejo de cartera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decisión y costo.</a:t>
            </a:r>
          </a:p>
          <a:p xmlns:a="http://schemas.openxmlformats.org/drawingml/2006/main">
            <a:r>
              <a:t>Señal para avanzar: Hay dos activas y tres renuncias.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>• ¿Cuándo debe reabrirse la renuncia?</a:t>
            </a:r>
          </a:p>
          <a:p xmlns:a="http://schemas.openxmlformats.org/drawingml/2006/main">
            <a:r>
              <a:t>• ¿Qué desplaza esta prioridad?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Políticas Kanban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Hacer explícito el compromiso.</a:t>
            </a:r>
          </a:p>
          <a:p xmlns:a="http://schemas.openxmlformats.org/drawingml/2006/main">
            <a:r>
              <a:t>Señal para avanzar: Entrada, límite y salida son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debe reabrirse la renuncia?</a:t>
            </a:r>
          </a:p>
          <a:p xmlns:a="http://schemas.openxmlformats.org/drawingml/2006/main">
            <a:r>
              <a:t>• ¿Qué desplaza esta prioridad?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Obligación sobreviniente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Impedir monetizar una protección.</a:t>
            </a:r>
          </a:p>
          <a:p xmlns:a="http://schemas.openxmlformats.org/drawingml/2006/main">
            <a:r>
              <a:t>Señal para avanzar: La cartera se reabre con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desplaza esta prioridad?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Audiencia de afectados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Dar voz a quienes esperan.</a:t>
            </a:r>
          </a:p>
          <a:p xmlns:a="http://schemas.openxmlformats.org/drawingml/2006/main">
            <a:r>
              <a:t>Señal para avanzar: La renuncia conserva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Expediente HH-24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fecha y autoridad de revisión.</a:t>
            </a:r>
          </a:p>
          <a:p xmlns:a="http://schemas.openxmlformats.org/drawingml/2006/main">
            <a:r>
              <a:t>Señal para avanzar: La decisión no queda eterna.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trabajo y espera.</a:t>
            </a:r>
          </a:p>
          <a:p xmlns:a="http://schemas.openxmlformats.org/drawingml/2006/main">
            <a:r>
              <a:t>Señal para avanzar: Aparecen flujo, cola y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>• ¿Cuándo debe reabrirse la renuncia?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3b9dec4dd44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dbd72776024a0c" /><Relationship Type="http://schemas.openxmlformats.org/officeDocument/2006/relationships/slideLayout" Target="/ppt/slideLayouts/slideLayout1.xml" Id="R0d33c0c34e0a4e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33c0c34e0a4e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63d8546c741ec" /><Relationship Type="http://schemas.openxmlformats.org/officeDocument/2006/relationships/notesSlide" Target="/ppt/notesSlides/notesSlide1.xml" Id="Rf55c199d7ef24c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8b0cd5b824a8e" /><Relationship Type="http://schemas.openxmlformats.org/officeDocument/2006/relationships/notesSlide" Target="/ppt/notesSlides/notesSlide2.xml" Id="R67bed07d8739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66417f44c4231" /><Relationship Type="http://schemas.openxmlformats.org/officeDocument/2006/relationships/notesSlide" Target="/ppt/notesSlides/notesSlide3.xml" Id="R766330e4c1f9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a98a037a94de2" /><Relationship Type="http://schemas.openxmlformats.org/officeDocument/2006/relationships/notesSlide" Target="/ppt/notesSlides/notesSlide4.xml" Id="R0ee11600e7904d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a6d6b892b4e48" /><Relationship Type="http://schemas.openxmlformats.org/officeDocument/2006/relationships/notesSlide" Target="/ppt/notesSlides/notesSlide5.xml" Id="R80e56f245ad44f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2d05476754df0" /><Relationship Type="http://schemas.openxmlformats.org/officeDocument/2006/relationships/notesSlide" Target="/ppt/notesSlides/notesSlide6.xml" Id="R11a74701f2f043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c5ba4a90e4d56" /><Relationship Type="http://schemas.openxmlformats.org/officeDocument/2006/relationships/notesSlide" Target="/ppt/notesSlides/notesSlide7.xml" Id="R8dcf8af0213a46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3150e6ec148cd" /><Relationship Type="http://schemas.openxmlformats.org/officeDocument/2006/relationships/notesSlide" Target="/ppt/notesSlides/notesSlide8.xml" Id="R3311b54f555140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351568dcc4843" /><Relationship Type="http://schemas.openxmlformats.org/officeDocument/2006/relationships/notesSlide" Target="/ppt/notesSlides/notesSlide9.xml" Id="R0b852499dd7841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ec217848f4d5b" /><Relationship Type="http://schemas.openxmlformats.org/officeDocument/2006/relationships/notesSlide" Target="/ppt/notesSlides/notesSlide10.xml" Id="R8f01464147e442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6F209-0610-4CB5-A93D-8B591DD1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260AE-9867-4196-BB0A-05BFA438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F6C8-B24C-4EE1-AA73-4D808565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0C396-E192-4449-9BB0-71B7BBBC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D3869-FEA0-41C0-AC5B-EE7AC379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6BCAD-AC11-4EFC-91A0-D952E53E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1F2CD-6594-4483-B591-E0718103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DC046-347F-42CC-BB15-4C51B2D5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4A0F6-7FE3-4C70-BAF6-A9AD3DB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decidir qué no hacer cuando todas las iniciativas pueden narrarse como valiosas y cada demora distribuye consecuencias distintas?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C2006-EFD3-4FCC-855A-9622F35F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CA0B4-369C-4A17-A626-754EA9C9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52453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1BFEB-10E0-4285-9A16-570A0BE6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60B3A-F5A7-4F6F-A692-7E5B829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C7C0D-FEEA-4DE4-A4BF-59D42937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23AEB-8383-47B1-932F-926759D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3A538-8AC6-4BC6-BFA3-C27A5A9C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4A681-5CED-490F-8B1E-EBADEEA2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28993-9C06-490E-B222-54A61F38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E5DC7-C06C-4F19-B897-FD38E333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Dos espacios, cinco apuestas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4647D-EE82-47E5-B8CE-A61D8C43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8EC01-7A13-41CF-9A2B-DCB6C6FE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60CF2-DEDC-4146-99C1-843EB521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812F3-9716-43F0-88AA-437CC3CC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82A28-BB99-4EE7-85B0-DD7B610B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AFEF4-5B61-4FE0-B6B9-B7D06B7F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61EF3-E108-4AAB-B040-6BF989D7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B4E06-0F6B-4254-AE6A-804BA34D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58895-2D14-4496-9B9C-CF2CB089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AF886-D371-450E-87FF-D06A0854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2039717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CE874-2801-40D7-A003-A04C4AC3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E1E94-CF3A-49B8-B5DC-B90D26B4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83DD7-A69D-4E94-8A2E-0D97EC60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AAC56-24EC-406D-86FE-D9DD65F4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98811-33C8-4EB6-B258-0F0F210F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A7197-A38C-440A-B1FB-356929D1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FD44F-90BC-4BA8-BD68-4D7C7ED2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584A2-1D71-4CCF-A0AF-6A7244E0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Expediente de valor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E2566-4AA6-4F31-A588-DF0D6313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6B8A0-26F7-4711-A84A-F487FAEF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71A46-CBFB-4A5C-8D90-EE6543B5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268CA-7D81-47F3-921E-97283C97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B5860-7AC7-4620-81B1-F88A206E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2234D-E151-448C-8298-112969C7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ED471-E20A-4604-854F-54765362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E306B-DB32-403D-92FE-7EC35AAC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5ED80-3E1A-490E-8783-6971AD4C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49DBC-15B3-4C2D-BFB6-811EF5F2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00CE0-4D81-4576-A3A5-F8B588EF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4B3E3-4501-4F20-9330-2B2CC38B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389330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AE8B1-33AB-4651-817D-207B7BDC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B0700-09AB-4170-8F48-DC014411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56FF1-EE09-4AAB-8ACE-BFD28E6A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66121-779D-44AA-9FFF-20547E8D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5D8EE-BC9D-4C2E-AAB3-AEEEF866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CC6C5-1F71-4AB2-96F2-E8A3D061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9E3F3-4324-42CF-A0D5-B99D07B6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A38DF-550B-4D5E-93DF-B8DA2F7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Curvas de demora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5532D-753B-4916-8835-90F945F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4B3F8-3452-4B9A-93B6-D299F13B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2C8B0-2167-43F0-8F90-2BC8EF65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4E86D-3E9D-45F6-9C9E-1299775D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79198-4306-4902-8C5E-8953596F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EEE82-4C1B-4E58-997D-848E987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63725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65A60-AB6C-4779-B6ED-CEA9840D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C807D-C772-49E5-BD45-F8124AE2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8C5AF-A995-49CE-8A86-5C1CA51E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E6A29-64CE-4DED-A605-D296E992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3926A-7703-4024-97C3-7141C990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A3483-9890-428C-8EDF-2D10124B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A22CF-E458-4903-B5F3-0BEFCB5F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674DA-BFD2-4C05-9F5A-CACAA08E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cartera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EF29F-DC51-4F49-8758-146A2532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4395A-A8A9-429D-80DB-CE8A667A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52D0F-203B-42D7-9BEA-AB3E29EE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EA642-08A7-477D-A3E4-BC23F080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D1727-DCBA-4A6D-847D-129ABE71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42F44-FE25-426F-9126-86515A4D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1B500-794B-4D4E-BA5E-D0A9286F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FDD8E-352A-49D7-AA0C-2ACCFC0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55854-1768-43A3-99C2-C6AA61E9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D5AB8-34EE-4C4D-B532-46865A89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066D3-90BA-4CB2-8C77-880907F2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B81CC-FE3D-4140-B523-484A7623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11146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C44F5-9DF9-43B7-9DE8-894B982B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9AF2B-FA4A-4CEF-8BE3-2EB7C54B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C35B3-74D6-4663-8973-79D05147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5166-66D8-4836-A7E4-1041D2D0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8E41E-D570-4F41-87AE-31A6CB72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A65FB-622A-40CA-9C19-D551DE90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0A48C-6CCA-4B5E-A99F-C0136187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91460-F761-4E7A-9F6C-691672EE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Políticas Kanban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98518-91BD-4D7E-A5D4-E04AB28F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B8479-6593-424C-AC27-843734B7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B3247-93EC-4509-9BE0-C16874EA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431B3-36DD-438D-8DDC-FEF629DA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95A52-32D3-4DB7-B780-77B3C405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28500-E6E5-4838-AB18-68D0A753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755605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2BD85-35D1-4A3A-96D4-EB1B74C8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71086-DB0F-4FF0-A214-1B00485C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A3D9F-390B-4B96-AC9B-9213466F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FC6CB-6235-4ADC-A54C-1DA622FC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A76DF-4890-484D-80B2-3D9DFEFE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0C4FC-6BDC-46E8-9684-2F9FADE0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82C68-3D99-46C3-8DB5-18E0327A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68D63-1F3C-4B3D-A003-9B26D5E5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Obligación sobreviniente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0D899-4ACA-4AC8-ADF6-66C4994E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F977C-EE81-4669-AAC0-8E8454A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BE375-D880-40E9-B944-B0F28F18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197108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A7CCC-4BBA-45B8-BC93-A5A8E8E1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774F2-CA03-4862-9A58-72E57433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D716A-F3EA-4531-9CF3-50F6EE85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8F247-8D9C-4506-9862-068BD98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CC361-50FC-47DB-B57A-3325191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314F3-9BEA-4236-B992-3F661591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FC8E3-E934-4F36-B7DF-17A326B0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41C2D-17A4-4DDF-80BD-A720867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afectados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0B47D-C365-44F6-83D1-04986AFF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75CFB-5E55-46D0-A7A7-EC3B670B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C42C0-AFC9-490A-BF9B-2E339E9E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BAD2A-45FA-4FEC-991F-EA52C426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B165F-6FAF-44BC-A989-3312EA6E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062C3-45D1-4C24-B662-70289383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825C7-EF8F-47D8-899C-77B97CD7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874E3-AABA-4341-81CF-AE20FF7B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8A7E1-4CF2-4F45-A21A-1E551BA3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B75BC-C180-44B3-B751-D048C8D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99253-90EF-49C0-A3EB-19F4478B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32BBB-67F9-4E23-997E-6012DB82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13717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0F982-FEC4-4B03-9B15-5A615B98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34A47-F564-4C47-9C9F-892F35E7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F3DA2-33AF-46B2-9059-B64967E2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867BD-F4DF-47A1-A965-0DA8074E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B1583-22E2-4417-B7BD-40D66BF2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4CC25-E666-4F52-8EA2-43EFBFF7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5A0B7-7004-426F-8978-B03B895B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34E69-C9B5-42EC-B8F2-47C1FDF7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Expediente HH-24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2BAC8-2146-4E49-AE02-DFD29953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D1509-1DA9-4250-9978-262CD579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F1D5F-0690-4970-BA93-CD45B0A1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C880A-248D-48C3-BA23-B643C35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5BE9B-0966-4DE0-9464-F366FF1B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17B18-A24F-4B72-9609-B1659EC3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A5203-7E13-45BD-A74E-21D4A311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E5C02-67F2-44C9-AD11-0F6E6A8C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7BD1F-0D2B-4A9B-9319-728A2DAE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DA873-8809-4EA3-931C-B0E92BEE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87D5B-DC1E-4EA5-8A05-FEFC936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CED62-7058-479A-B046-761E8DD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5819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401AD-6622-4261-A029-BD318185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749F5-9E54-4E98-ACD7-43DE9914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D0D40-CFE1-4A45-86BC-A9BDBC46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47992-4A7B-430D-8D4B-FDA431D7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3DFD6-B3C0-47D1-81D1-6B834401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BB7E0-D4E1-41F2-ADFE-3CDAA432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7947A-F398-4747-A8A6-8E91D781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CF367-1E6E-4B29-BE26-976888D7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52E29-0414-48F2-825F-C57AB065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5070A-083A-4E75-B19F-75B2FA5D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C8E2B-1492-402E-807E-CC7978E0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519F9-6940-4FB7-979F-ACC55F14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E5689-6449-4C77-91C0-61D82805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1A8BB-0302-4B75-9182-557DA3C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82841-F65F-4AAE-B803-AFDBBA3A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cartera HH-24 con dos apuestas activas, tres renuncias explícitas y políticas de revisión.</a:t>
            </a:r>
          </a:p>
        </p:txBody>
      </p:sp>
    </p:spTree>
    <p:extLst>
      <p:ext uri="{BB962C8B-B14F-4D97-AF65-F5344CB8AC3E}">
        <p14:creationId xmlns:p14="http://schemas.microsoft.com/office/powerpoint/2010/main" val="1195174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2026-09-12T16:23:15.8420000Z</dcterms:created>
  <dcterms:modified xsi:type="dcterms:W3CDTF">2026-09-12T16:23:15.8420000Z</dcterms:modified>
</coreProperties>
</file>