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8e096cdca745c4" /><Relationship Type="http://schemas.openxmlformats.org/officeDocument/2006/relationships/extended-properties" Target="/docProps/app.xml" Id="Rc579c89f0d194013" /><Relationship Type="http://schemas.openxmlformats.org/officeDocument/2006/relationships/officeDocument" Target="/ppt/presentation.xml" Id="R4b5eac2b20c944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b142e4df704649"/>
  </p:sldMasterIdLst>
  <p:notesMasterIdLst>
    <p:notesMasterId xmlns:r="http://schemas.openxmlformats.org/officeDocument/2006/relationships" r:id="R650d0e480a0e42cb"/>
  </p:notesMasterIdLst>
  <p:sldIdLst>
    <p:sldId xmlns:r="http://schemas.openxmlformats.org/officeDocument/2006/relationships" id="256" r:id="R04a911c39dc7416d"/>
    <p:sldId xmlns:r="http://schemas.openxmlformats.org/officeDocument/2006/relationships" id="257" r:id="R63a7e4799b8b45fb"/>
    <p:sldId xmlns:r="http://schemas.openxmlformats.org/officeDocument/2006/relationships" id="258" r:id="R253dec5e242f424b"/>
    <p:sldId xmlns:r="http://schemas.openxmlformats.org/officeDocument/2006/relationships" id="259" r:id="R00bc66a016844c5c"/>
    <p:sldId xmlns:r="http://schemas.openxmlformats.org/officeDocument/2006/relationships" id="260" r:id="Raa3b4d31ceed447e"/>
    <p:sldId xmlns:r="http://schemas.openxmlformats.org/officeDocument/2006/relationships" id="261" r:id="Recef5343a4b2407b"/>
    <p:sldId xmlns:r="http://schemas.openxmlformats.org/officeDocument/2006/relationships" id="262" r:id="R051bf848ac224bd6"/>
    <p:sldId xmlns:r="http://schemas.openxmlformats.org/officeDocument/2006/relationships" id="263" r:id="R95aa94999cc849cf"/>
    <p:sldId xmlns:r="http://schemas.openxmlformats.org/officeDocument/2006/relationships" id="264" r:id="Rd4d9c45902384793"/>
    <p:sldId xmlns:r="http://schemas.openxmlformats.org/officeDocument/2006/relationships" id="265" r:id="Ra6390a6a95104f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515ce9701a4b89" /><Relationship Type="http://schemas.openxmlformats.org/officeDocument/2006/relationships/slideMaster" Target="/ppt/slideMasters/slideMaster1.xml" Id="Rb4b142e4df704649" /><Relationship Type="http://schemas.openxmlformats.org/officeDocument/2006/relationships/notesMaster" Target="/ppt/notesMasters/notesMaster1.xml" Id="R650d0e480a0e42cb" /><Relationship Type="http://schemas.openxmlformats.org/officeDocument/2006/relationships/presProps" Target="/ppt/presProps.xml" Id="R2edbfd5acd034df4" /><Relationship Type="http://schemas.openxmlformats.org/officeDocument/2006/relationships/tableStyles" Target="/ppt/tableStyles.xml" Id="R75b35c9019054447" /><Relationship Type="http://schemas.openxmlformats.org/officeDocument/2006/relationships/slide" Target="/ppt/slides/slide1.xml" Id="R04a911c39dc7416d" /><Relationship Type="http://schemas.openxmlformats.org/officeDocument/2006/relationships/slide" Target="/ppt/slides/slide2.xml" Id="R63a7e4799b8b45fb" /><Relationship Type="http://schemas.openxmlformats.org/officeDocument/2006/relationships/slide" Target="/ppt/slides/slide3.xml" Id="R253dec5e242f424b" /><Relationship Type="http://schemas.openxmlformats.org/officeDocument/2006/relationships/slide" Target="/ppt/slides/slide4.xml" Id="R00bc66a016844c5c" /><Relationship Type="http://schemas.openxmlformats.org/officeDocument/2006/relationships/slide" Target="/ppt/slides/slide5.xml" Id="Raa3b4d31ceed447e" /><Relationship Type="http://schemas.openxmlformats.org/officeDocument/2006/relationships/slide" Target="/ppt/slides/slide6.xml" Id="Recef5343a4b2407b" /><Relationship Type="http://schemas.openxmlformats.org/officeDocument/2006/relationships/slide" Target="/ppt/slides/slide7.xml" Id="R051bf848ac224bd6" /><Relationship Type="http://schemas.openxmlformats.org/officeDocument/2006/relationships/slide" Target="/ppt/slides/slide8.xml" Id="R95aa94999cc849cf" /><Relationship Type="http://schemas.openxmlformats.org/officeDocument/2006/relationships/slide" Target="/ppt/slides/slide9.xml" Id="Rd4d9c45902384793" /><Relationship Type="http://schemas.openxmlformats.org/officeDocument/2006/relationships/slide" Target="/ppt/slides/slide10.xml" Id="Ra6390a6a95104f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341717b40d41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a3e6c483a04be5" /><Relationship Type="http://schemas.openxmlformats.org/officeDocument/2006/relationships/notesMaster" Target="/ppt/notesMasters/notesMaster1.xml" Id="R56d223bc5b0949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c44562d24f4357" /><Relationship Type="http://schemas.openxmlformats.org/officeDocument/2006/relationships/notesMaster" Target="/ppt/notesMasters/notesMaster1.xml" Id="R40a676f5b0cb4d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42474878c64f70" /><Relationship Type="http://schemas.openxmlformats.org/officeDocument/2006/relationships/notesMaster" Target="/ppt/notesMasters/notesMaster1.xml" Id="Re31ba4bec81444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afe8da8afa477e" /><Relationship Type="http://schemas.openxmlformats.org/officeDocument/2006/relationships/notesMaster" Target="/ppt/notesMasters/notesMaster1.xml" Id="R99ae5daa2ff840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8eadd456b44657" /><Relationship Type="http://schemas.openxmlformats.org/officeDocument/2006/relationships/notesMaster" Target="/ppt/notesMasters/notesMaster1.xml" Id="R0b32f35473fe41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8907e1093b4898" /><Relationship Type="http://schemas.openxmlformats.org/officeDocument/2006/relationships/notesMaster" Target="/ppt/notesMasters/notesMaster1.xml" Id="Rede3ea6304384e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41b469ef714a2a" /><Relationship Type="http://schemas.openxmlformats.org/officeDocument/2006/relationships/notesMaster" Target="/ppt/notesMasters/notesMaster1.xml" Id="Rf352dce40e9049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301c0fcf134a2b" /><Relationship Type="http://schemas.openxmlformats.org/officeDocument/2006/relationships/notesMaster" Target="/ppt/notesMasters/notesMaster1.xml" Id="Rdbc6c101ff9b40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a1e2816b2c4e53" /><Relationship Type="http://schemas.openxmlformats.org/officeDocument/2006/relationships/notesMaster" Target="/ppt/notesMasters/notesMaster1.xml" Id="R1ddb6028fbff4b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0f8e5fc8584e14" /><Relationship Type="http://schemas.openxmlformats.org/officeDocument/2006/relationships/notesMaster" Target="/ppt/notesMasters/notesMaster1.xml" Id="Rea1e8b91fea84e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queda afuera.</a:t>
            </a:r>
          </a:p>
          <a:p xmlns:a="http://schemas.openxmlformats.org/drawingml/2006/main">
            <a:r>
              <a:t>Señal para avanzar: La prioridad tiene renuncia.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prioridad que haga visibles valor, demora, capacidad, obligación y renuncia.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desplaza esta prioridad?</a:t>
            </a:r>
          </a:p>
          <a:p xmlns:a="http://schemas.openxmlformats.org/drawingml/2006/main">
            <a:r>
              <a:t>• ¿Quién soporta la demora?</a:t>
            </a:r>
          </a:p>
          <a:p xmlns:a="http://schemas.openxmlformats.org/drawingml/2006/main">
            <a:r>
              <a:t>• ¿Qué obligación no es intercambiable?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espacios, cinco apuestas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Capacidad física · 8 minutos</a:t>
            </a:r>
          </a:p>
          <a:p xmlns:a="http://schemas.openxmlformats.org/drawingml/2006/main">
            <a:r>
              <a:t>Cada mesa recibe sólo dos espacios de trabajo. Ninguna tercera apuesta puede entrar sin retirar otra.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Materializar capacidad finita.</a:t>
            </a:r>
          </a:p>
          <a:p xmlns:a="http://schemas.openxmlformats.org/drawingml/2006/main">
            <a:r>
              <a:t>Señal para avanzar: Nadie agrega sin desplazar.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prioridad que haga visibles valor, demora, capacidad, obligación y renuncia.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soporta la demora?</a:t>
            </a:r>
          </a:p>
          <a:p xmlns:a="http://schemas.openxmlformats.org/drawingml/2006/main">
            <a:r>
              <a:t>• ¿Qué obligación no es intercambiable?</a:t>
            </a:r>
          </a:p>
          <a:p xmlns:a="http://schemas.openxmlformats.org/drawingml/2006/main">
            <a:r>
              <a:t>• ¿Qué dependencia habilita valor?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Expediente de valor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Expedientes de valor · 16 minutos</a:t>
            </a:r>
          </a:p>
          <a:p xmlns:a="http://schemas.openxmlformats.org/drawingml/2006/main">
            <a:r>
              <a:t>Se identifican población, outcome, obligación y costo de oportunidad sin producir un puntaje único.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outcome, obligación y preferencia.</a:t>
            </a:r>
          </a:p>
          <a:p xmlns:a="http://schemas.openxmlformats.org/drawingml/2006/main">
            <a:r>
              <a:t>Señal para avanzar: No aparece un valor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prioridad que haga visibles valor, demora, capacidad, obligación y renuncia.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obligación no es intercambiable?</a:t>
            </a:r>
          </a:p>
          <a:p xmlns:a="http://schemas.openxmlformats.org/drawingml/2006/main">
            <a:r>
              <a:t>• ¿Qué dependencia habilita valor?</a:t>
            </a:r>
          </a:p>
          <a:p xmlns:a="http://schemas.openxmlformats.org/drawingml/2006/main">
            <a:r>
              <a:t>• ¿Qué política limita el compromiso?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Curvas de demora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Reloj de demora · 14 minutos</a:t>
            </a:r>
          </a:p>
          <a:p xmlns:a="http://schemas.openxmlformats.org/drawingml/2006/main">
            <a:r>
              <a:t>El docente avanza semanas y revela consecuencias distintas. Los equipos registran curvas y ventanas.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ventanas y consecuencias.</a:t>
            </a:r>
          </a:p>
          <a:p xmlns:a="http://schemas.openxmlformats.org/drawingml/2006/main">
            <a:r>
              <a:t>Señal para avanzar: El tiempo afecta distinto.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prioridad que haga visibles valor, demora, capacidad, obligación y renuncia.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dependencia habilita valor?</a:t>
            </a:r>
          </a:p>
          <a:p xmlns:a="http://schemas.openxmlformats.org/drawingml/2006/main">
            <a:r>
              <a:t>• ¿Qué política limita el compromiso?</a:t>
            </a:r>
          </a:p>
          <a:p xmlns:a="http://schemas.openxmlformats.org/drawingml/2006/main">
            <a:r>
              <a:t>• ¿Cuándo debe reabrirse la renuncia?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Consejo de cartera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Consejo de cartera · 20 minutos</a:t>
            </a:r>
          </a:p>
          <a:p xmlns:a="http://schemas.openxmlformats.org/drawingml/2006/main">
            <a:r>
              <a:t>Se eligen dos apuestas y se redactan tres renuncias con afectado, consecuencia, responsable y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decisión y costo.</a:t>
            </a:r>
          </a:p>
          <a:p xmlns:a="http://schemas.openxmlformats.org/drawingml/2006/main">
            <a:r>
              <a:t>Señal para avanzar: Hay dos activas y tres renuncias.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prioridad que haga visibles valor, demora, capacidad, obligación y renuncia.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política limita el compromiso?</a:t>
            </a:r>
          </a:p>
          <a:p xmlns:a="http://schemas.openxmlformats.org/drawingml/2006/main">
            <a:r>
              <a:t>• ¿Cuándo debe reabrirse la renuncia?</a:t>
            </a:r>
          </a:p>
          <a:p xmlns:a="http://schemas.openxmlformats.org/drawingml/2006/main">
            <a:r>
              <a:t>• ¿Qué desplaza esta prioridad?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Políticas Kanban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Kanban de compromiso · 18 minutos</a:t>
            </a:r>
          </a:p>
          <a:p xmlns:a="http://schemas.openxmlformats.org/drawingml/2006/main">
            <a:r>
              <a:t>La cartera se convierte en políticas de entrada, límite de trabajo en curso, clase de servicio y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Hacer explícito el compromiso.</a:t>
            </a:r>
          </a:p>
          <a:p xmlns:a="http://schemas.openxmlformats.org/drawingml/2006/main">
            <a:r>
              <a:t>Señal para avanzar: Entrada, límite y salida son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prioridad que haga visibles valor, demora, capacidad, obligación y renuncia.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¿Cuándo debe reabrirse la renuncia?</a:t>
            </a:r>
          </a:p>
          <a:p xmlns:a="http://schemas.openxmlformats.org/drawingml/2006/main">
            <a:r>
              <a:t>• ¿Qué desplaza esta prioridad?</a:t>
            </a:r>
          </a:p>
          <a:p xmlns:a="http://schemas.openxmlformats.org/drawingml/2006/main">
            <a:r>
              <a:t>• ¿Quién soporta la demora?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Obligación sobreviniente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Irrupción de una obligación · 16 minutos</a:t>
            </a:r>
          </a:p>
          <a:p xmlns:a="http://schemas.openxmlformats.org/drawingml/2006/main">
            <a:r>
              <a:t>Una exigencia de accesibilidad desplaza capacidad. No puede compararse como preferencia común y obliga a reabrir la cartera.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Impedir monetizar una protección.</a:t>
            </a:r>
          </a:p>
          <a:p xmlns:a="http://schemas.openxmlformats.org/drawingml/2006/main">
            <a:r>
              <a:t>Señal para avanzar: La cartera se reabre con criterio.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prioridad que haga visibles valor, demora, capacidad, obligación y renuncia.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desplaza esta prioridad?</a:t>
            </a:r>
          </a:p>
          <a:p xmlns:a="http://schemas.openxmlformats.org/drawingml/2006/main">
            <a:r>
              <a:t>• ¿Quién soporta la demora?</a:t>
            </a:r>
          </a:p>
          <a:p xmlns:a="http://schemas.openxmlformats.org/drawingml/2006/main">
            <a:r>
              <a:t>• ¿Qué obligación no es intercambiable?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Audiencia de afectados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Audiencia de los postergados · 20 minutos</a:t>
            </a:r>
          </a:p>
          <a:p xmlns:a="http://schemas.openxmlformats.org/drawingml/2006/main">
            <a:r>
              <a:t>Actores afectados cuestionan las renuncias. El equipo puede sostenerlas o revisarlas sin esconder costos.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Dar voz a quienes esperan.</a:t>
            </a:r>
          </a:p>
          <a:p xmlns:a="http://schemas.openxmlformats.org/drawingml/2006/main">
            <a:r>
              <a:t>Señal para avanzar: La renuncia conserva trazabilidad.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prioridad que haga visibles valor, demora, capacidad, obligación y renuncia.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soporta la demora?</a:t>
            </a:r>
          </a:p>
          <a:p xmlns:a="http://schemas.openxmlformats.org/drawingml/2006/main">
            <a:r>
              <a:t>• ¿Qué obligación no es intercambiable?</a:t>
            </a:r>
          </a:p>
          <a:p xmlns:a="http://schemas.openxmlformats.org/drawingml/2006/main">
            <a:r>
              <a:t>• ¿Qué dependencia habilita valor?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Expediente HH-24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Se anticipa en N25 cómo las decisiones de cartera generan colas, esperas y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fecha y autoridad de revisión.</a:t>
            </a:r>
          </a:p>
          <a:p xmlns:a="http://schemas.openxmlformats.org/drawingml/2006/main">
            <a:r>
              <a:t>Señal para avanzar: La decisión no queda eterna.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prioridad que haga visibles valor, demora, capacidad, obligación y renuncia.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obligación no es intercambiable?</a:t>
            </a:r>
          </a:p>
          <a:p xmlns:a="http://schemas.openxmlformats.org/drawingml/2006/main">
            <a:r>
              <a:t>• ¿Qué dependencia habilita valor?</a:t>
            </a:r>
          </a:p>
          <a:p xmlns:a="http://schemas.openxmlformats.org/drawingml/2006/main">
            <a:r>
              <a:t>• ¿Qué política limita el compromiso?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Seguir trabajo y espera.</a:t>
            </a:r>
          </a:p>
          <a:p xmlns:a="http://schemas.openxmlformats.org/drawingml/2006/main">
            <a:r>
              <a:t>Señal para avanzar: Aparecen flujo, cola y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de prioridad que haga visibles valor, demora, capacidad, obligación y renuncia.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dependencia habilita valor?</a:t>
            </a:r>
          </a:p>
          <a:p xmlns:a="http://schemas.openxmlformats.org/drawingml/2006/main">
            <a:r>
              <a:t>• ¿Qué política limita el compromiso?</a:t>
            </a:r>
          </a:p>
          <a:p xmlns:a="http://schemas.openxmlformats.org/drawingml/2006/main">
            <a:r>
              <a:t>• ¿Cuándo debe reabrirse la renuncia?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cartera HH-24 con dos apuestas activas, tres renuncias explícitas y políticas de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4062e6ae6f49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6f4b9e865144fb" /><Relationship Type="http://schemas.openxmlformats.org/officeDocument/2006/relationships/slideLayout" Target="/ppt/slideLayouts/slideLayout1.xml" Id="R93fc5f521f504e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fc5f521f504e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c5ad40df544d6" /><Relationship Type="http://schemas.openxmlformats.org/officeDocument/2006/relationships/notesSlide" Target="/ppt/notesSlides/notesSlide1.xml" Id="R935a6f567ae848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56c4016144154" /><Relationship Type="http://schemas.openxmlformats.org/officeDocument/2006/relationships/notesSlide" Target="/ppt/notesSlides/notesSlide2.xml" Id="Rcffdbadb34454e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1aeb822ac4cdd" /><Relationship Type="http://schemas.openxmlformats.org/officeDocument/2006/relationships/notesSlide" Target="/ppt/notesSlides/notesSlide3.xml" Id="R54fc7a28119b47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aaf0260dd4c28" /><Relationship Type="http://schemas.openxmlformats.org/officeDocument/2006/relationships/notesSlide" Target="/ppt/notesSlides/notesSlide4.xml" Id="R67c3d0afb3e449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d340dbf574a37" /><Relationship Type="http://schemas.openxmlformats.org/officeDocument/2006/relationships/notesSlide" Target="/ppt/notesSlides/notesSlide5.xml" Id="R259ef1288c9a4c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01b5690e344ec" /><Relationship Type="http://schemas.openxmlformats.org/officeDocument/2006/relationships/notesSlide" Target="/ppt/notesSlides/notesSlide6.xml" Id="R83aeb35361e142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c7000bb4c403d" /><Relationship Type="http://schemas.openxmlformats.org/officeDocument/2006/relationships/notesSlide" Target="/ppt/notesSlides/notesSlide7.xml" Id="Rfcfad472813841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b04aa76944dbd" /><Relationship Type="http://schemas.openxmlformats.org/officeDocument/2006/relationships/notesSlide" Target="/ppt/notesSlides/notesSlide8.xml" Id="Rfbb7c7ce96064e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b0aa621424934" /><Relationship Type="http://schemas.openxmlformats.org/officeDocument/2006/relationships/notesSlide" Target="/ppt/notesSlides/notesSlide9.xml" Id="Raf5f597ca8d742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473f4c9c6409c" /><Relationship Type="http://schemas.openxmlformats.org/officeDocument/2006/relationships/notesSlide" Target="/ppt/notesSlides/notesSlide10.xml" Id="Rb276e8b8fb124d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68771-882B-4421-9563-C291BB05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B1333-FA88-41C1-B850-769C963E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1A187-D50E-4763-8C78-CC1CD364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71D2A-5217-44F5-B553-C7F757BA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50BB3-54DD-4451-BA06-858956D5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FE102-11F5-4FCE-AF3D-500999CE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4CD67-F71F-47BA-BAB0-5D972E66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A1C56-839D-4B15-8060-24C507B7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3D141-C010-4C46-8B82-DA5A433B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73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Priorizar es renunciar: valor, costo de demora y límites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93497-C2E1-4071-9664-223A60AE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decidir qué no hacer cuando todas las iniciativas parecen valiosas y cada demora afecta a personas distintas?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01960-42E6-4CCC-A75D-E6A16926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A8371-CF66-43EB-B354-4DC3EDE2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367624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4CCE1-E754-43F5-B3D4-609FE94F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0A3DC-7D76-444B-B635-B7EA2F25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BA28E-484B-4FCE-9A49-9A1E99CD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431D7-28E6-4A43-A48B-213E78AC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A11E0-B336-4283-8C30-5191E4E5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41845-853D-4A46-8307-71C9C87B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C6E20-8434-4C12-9371-5275892F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D98A2-C6FF-43F1-8B0A-3C1FB080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Capacidad física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D6F92-4E7D-4841-8964-76B80954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56390-0CDC-45AE-90FC-9A5EAD11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CE265-3636-40FB-B26D-6505BC13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mesa recibe sólo dos espacios de trabajo. Ninguna tercera apuesta puede entrar sin retirar otra.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9087A-2A5F-44B0-B979-7C68C82E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CFACFC-C66C-456D-AE75-2139A087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A8C64-5574-4A48-A95B-5750EDE2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1F34E-DF86-4D3E-8A4B-2409100B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5663-0178-4E52-B40E-296804B9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981E1-60E3-484C-85D8-97824AD5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C85FB-D263-4BBD-B790-09CE2EA2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4AE6F-A9E3-425F-9BAC-3DBE363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76B19D-D8B2-4378-8988-F9C45536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DFE7E-E50F-4BB5-A00D-6C64BF5E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854892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C15AF-6411-422B-B4B0-DABA38C3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E561A-A3F8-4CC5-96AE-99F4C403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F5C26-96F6-41EE-B973-B9E8D25E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D5FE9-CEEE-4E7F-A833-526BE3CD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AB6BF-1505-47F3-8513-44DC832D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79A80-9DC0-4E00-AEF0-8DD6D430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65964-86B1-424C-8EA0-F3916BEE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CDAE2-CA07-4EB9-A133-C532C2ED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Expedientes de valor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4F394-D037-404B-B653-C7249313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563D5-A7CB-4D42-9F9D-50461743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CC0A9-CAF2-4173-9510-A729679D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identifican población, outcome, obligación y costo de oportunidad sin producir un puntaje único.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6D482-5153-42F8-A383-9719BD97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E09D5-B291-460B-B531-AC9D8BC9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184AD-0BB7-4657-8EB9-FDDB66EE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5752B-B043-4D3F-A3A2-3B1D159D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F152F-6779-4B0F-8190-2BB5886E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B9821-9764-4D8A-9B6E-B5711149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ACFF8-320F-4945-A1A4-182D667D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2D783-F3B3-4D6F-81B2-65195816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6AD81-19A3-46DF-AE52-5FC9FFC1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88B96B-4F55-4B1E-B758-039DDF61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ABB5A6-E2CB-4A6F-819A-5183D5F5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AD1A11-A459-4918-A357-31FDA5DB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7687156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9679A-EF16-41E9-8ED1-1572A73F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35A42-66C7-4065-A2C2-19B5AB20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389A4-B1D3-4818-BD92-182A44F6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0EE94-515B-4379-8E45-D772E73A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A7BA0-D8C6-43C5-A5BF-D693268A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0FA5D-A589-4C32-9504-C7105AB2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FF50C-3D67-4A2B-B8DF-5AD3FD9B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5E043-AF2D-4587-9557-22870C8C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Reloj de demora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C8135-447C-4453-A232-70C808A2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F6744-FFA0-4905-900F-F0A76853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531D2-D442-4149-A7EE-CE02D93E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avanza semanas y revela consecuencias distintas. Los equipos registran curvas y ventanas.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B9B18-EEFF-4423-85CF-79765DA5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2EAEC-9C8A-41F1-9731-48CEEA2E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4D997-2117-4043-8F90-63C8F3C2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DA027-A217-470A-84D2-086CEC4D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4E446-35C6-4C48-B11C-8BAB25C7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E78C5-CFDF-4D62-837E-510D5544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262493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6FE1E1-44EF-40BB-9810-7FD2D71A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2E294-A36D-4E13-9250-9D1DC6E2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BB1A3-1D68-4D3C-94D6-6475DD0E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DE0D5-882C-49A2-81D2-1C7527E1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D8B5F-195D-49EE-BEB4-8F2B9F70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6F45F-82DA-43DA-8FD6-5C9E4BC9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7BAB0-ADD4-4FDB-A563-3463E448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60F6D-96F0-4D98-B613-98C52534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de cartera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7E302-C48C-4EAC-8382-BCD97C5B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BEA61-11B5-4BB8-BBF0-EA5DDF5F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E1E7B-5956-43C8-B4A6-1FB02A0B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eligen dos apuestas y se redactan tres renuncias con afectado, consecuencia, responsable y revisión.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49623-1361-45B0-B666-C0D24F8D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AFBEA-09DF-4D6D-B692-88413BF5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234D7-0A1C-429C-AF54-23B02DD6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F3DE0-FE71-47EA-9AEB-5C8EE602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4938D-E3F3-41B5-9A20-110B16D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76D99-DC96-4370-8085-CEB21F91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6413F-D749-4B5B-B204-AF38E2F6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F400A-BBFD-4819-9B28-AD605B89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DC27C-37D2-42A9-A9A4-7EF593ED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837B0-2BB7-4D0A-A24F-7B13E417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391838-A71E-434B-A6E5-7643AE17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C1AE50-118D-443C-9597-C536581F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63002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BACB10-44FF-4798-A995-342D5B25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1C76B-5A0F-4467-9ED9-CEFD34E3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CE1B4-4910-47BB-81DF-928BC1D1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2D14D-397D-42E1-A7AC-843C8526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C2B74-22AB-4948-8A1E-4FDB229C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BFC9F-A1C8-497B-8E05-C0E0516E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DAB0F-BB3F-4EDE-BEDF-F368BFC7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5E493-7CA7-445B-97DE-B4740399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Kanban de compromiso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43866-1AFE-4D66-9439-8BE12C38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6E417-7EE6-4019-9B11-379763B1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32528-FBF4-4459-9506-AE1CEEAC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E474F-F2D2-4985-BED9-69C2200D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CFEB6-7F3D-4229-9E2A-FBD41C20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Políticas Kanban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02754-A196-492D-AB2F-BDB20EBF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La cartera se convierte en políticas de entrada, límite de trabajo en curso, clase de servicio y salida.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1A63E-9900-4670-9E74-9241A2A3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983A7-41BD-4A69-ADEE-ADB869A3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6333645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725A5-5D87-4616-992D-7516BD31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BC6C3-9D13-41FC-81F6-766575A7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3D69F-7043-4774-9E9A-5D50B714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47142-A7A3-4223-8999-18B01042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E22B7-1E1E-4C3A-AB76-32427CB8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D0AE8-28B8-4DCB-9ED0-B404DE36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518A4-62E9-467F-B811-F0AF8D54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19F74-FAC7-4FAA-86B3-169EBB2A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Irrupción de una obligación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122FF-C455-4B2D-B8A2-D177332D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16458-6FC7-492C-94DC-28DB9FC5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57D0B-8215-4368-91BE-FF85FFB7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22E5F-1110-454D-9F09-FF7A8741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043B7-F249-4C14-87EE-ABAB99AC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exigencia de accesibilidad desplaza capacidad. No puede compararse como preferencia común y obliga a reabrir la cartera.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23BCF-DEE4-4B32-8099-7749E142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6056039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9BAC3-490E-4449-A04C-3CF98F73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00760-FAA4-4E09-AC00-EB9DE9C1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0C6D9-7C4D-4249-AAD4-668F4745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4FFC0-0F72-4C32-B2F7-B8B34CEA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AEFC2-DB0E-43B8-9152-2C8A94A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75659-1327-41BA-BA6B-ABF876A1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7CD2D-B0B1-4297-A758-1763856C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BA193-FA73-47D6-8E9B-036ED1D5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Audiencia de los postergados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DBA4C-29C5-4DBA-AD18-3E53A993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4E059-1D7C-4F79-9D13-7868B46C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BEAC8-EFEC-429B-A0DF-7EE60B66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Actores afectados cuestionan las renuncias. El equipo puede sostenerlas o revisarlas sin esconder costos.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4E426-C0F4-4810-AD33-567C188A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0D8C6-2335-41B7-BAAB-B9F4A4F5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5625D-6FE3-4BED-8CC9-E2E1D70D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430C7-BC0F-4389-830C-2259F0C4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3433F-0858-49C6-ADCE-62D193CB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9E81A-DAC9-4062-A480-282C418E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50F44-D7D1-4F11-9EF9-6F230751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F516D-F5C0-419D-BE48-583FA6C3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23450-7939-42B2-ACCE-1BF0BE9E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6B778-43AD-4939-A36D-8856F3DB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32CFB-C4E1-466F-9340-23523932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3BBB3-5B6A-4E28-B6E9-BC724AA3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03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81947-3E88-4DA5-9561-4C480307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3359A-2C1A-4E94-8A11-80CC1204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C8FD3-C5C2-491C-B708-1C59A315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E14F-6F3D-4FBE-8D7C-21E4A8F2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7DF6F-19F3-4D68-8B5F-66D37DFB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8AFA2-F5C0-40BF-8A36-8CC248BC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C67DD-B805-43BE-8CC3-36CB11BF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8AD63-F9C3-4BA8-8683-B104B18F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C2C29-8309-4014-9B70-A20E877C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06288-6763-4EE3-993A-A26C9576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A7112-8CBA-4193-9F14-1ABD64D4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anticipa en N25 cómo las decisiones de cartera generan colas, esperas y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81077-CABC-4F4E-AD98-BB15C686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F6661-3A41-487A-9634-EB6C15EE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CA344-C06D-45FC-B50D-EDEA9753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9EC63-5471-4383-B49C-46A1D758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8C63B-73AC-4B1B-80BB-2C8FF086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30E7D-0B82-46B3-B5D2-46A45496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2CE22-B070-4BA0-9B50-D3D92524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86B88-50C5-4857-9A32-84AA79DA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A8608F-DBBE-41CC-8AF5-DF5A3391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E874D-5FC9-4B3A-BD6D-96773A13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ABBBD-5575-4AA1-A3CA-EC401D56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6C701-ED2F-498F-B650-3160E38C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360565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9A9E5-BDAD-4887-A819-C93DB7E6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8D61E-70AC-4D9D-BB6D-51BB6D4B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N24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BFB5A-2AF2-4174-962E-66FB78B5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94056-ABCD-44B2-83B6-86F8C122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CF74C-4F93-4EB9-A66B-80E4971F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8E3F4-5E17-4B5C-9A40-E557F422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FC95E-F30D-4D16-A569-470B8CF8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E2A8D-51FA-4A9F-9171-8CB85058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6BE5C-F3AE-4A25-BE27-D6730092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8F9F7-E0A0-4B93-B5EB-8D6F1A12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799DF-A924-4D7A-8635-0B557DCD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01FD2-7B8A-4EC8-A8AF-32B87193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9AF8F-DB28-4135-B6E9-10CAF9FB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86D66-699E-4D8A-A6AA-E1671DE8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77284-58A5-44A5-A336-EF33F3FE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cartera HH-24 con dos apuestas activas, tres renuncias explícitas y políticas de revisión.</a:t>
            </a:r>
          </a:p>
        </p:txBody>
      </p:sp>
    </p:spTree>
    <p:extLst>
      <p:ext uri="{BB962C8B-B14F-4D97-AF65-F5344CB8AC3E}">
        <p14:creationId xmlns:p14="http://schemas.microsoft.com/office/powerpoint/2010/main" val="334213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2026-09-14T03:54:41.9010000Z</dcterms:created>
  <dcterms:modified xsi:type="dcterms:W3CDTF">2026-09-14T03:54:41.9010000Z</dcterms:modified>
</coreProperties>
</file>