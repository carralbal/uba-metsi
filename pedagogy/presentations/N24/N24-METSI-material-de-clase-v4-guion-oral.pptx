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c6fe4066ed4315" /><Relationship Type="http://schemas.openxmlformats.org/officeDocument/2006/relationships/extended-properties" Target="/docProps/app.xml" Id="Rc1fe5c19ce6d4a89" /><Relationship Type="http://schemas.openxmlformats.org/officeDocument/2006/relationships/officeDocument" Target="/ppt/presentation.xml" Id="R4322128edf4b48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e9b1b3428c4117"/>
  </p:sldMasterIdLst>
  <p:notesMasterIdLst>
    <p:notesMasterId xmlns:r="http://schemas.openxmlformats.org/officeDocument/2006/relationships" r:id="Reb98f4c188c6444f"/>
  </p:notesMasterIdLst>
  <p:sldIdLst>
    <p:sldId xmlns:r="http://schemas.openxmlformats.org/officeDocument/2006/relationships" id="256" r:id="R5fb121c4085e470e"/>
    <p:sldId xmlns:r="http://schemas.openxmlformats.org/officeDocument/2006/relationships" id="257" r:id="R6aed7491062c43df"/>
    <p:sldId xmlns:r="http://schemas.openxmlformats.org/officeDocument/2006/relationships" id="258" r:id="R65f440fb7c9641aa"/>
    <p:sldId xmlns:r="http://schemas.openxmlformats.org/officeDocument/2006/relationships" id="259" r:id="R440717f679964b75"/>
    <p:sldId xmlns:r="http://schemas.openxmlformats.org/officeDocument/2006/relationships" id="260" r:id="Rcf5231c72d0e49ac"/>
    <p:sldId xmlns:r="http://schemas.openxmlformats.org/officeDocument/2006/relationships" id="261" r:id="R794c1516445540f6"/>
    <p:sldId xmlns:r="http://schemas.openxmlformats.org/officeDocument/2006/relationships" id="262" r:id="R55189e9106994b8a"/>
    <p:sldId xmlns:r="http://schemas.openxmlformats.org/officeDocument/2006/relationships" id="263" r:id="Ra49a6758e70e40ba"/>
    <p:sldId xmlns:r="http://schemas.openxmlformats.org/officeDocument/2006/relationships" id="264" r:id="Ra49d16f9a19a4c66"/>
    <p:sldId xmlns:r="http://schemas.openxmlformats.org/officeDocument/2006/relationships" id="265" r:id="R6c8347f846634d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b06266677541c7" /><Relationship Type="http://schemas.openxmlformats.org/officeDocument/2006/relationships/slideMaster" Target="/ppt/slideMasters/slideMaster1.xml" Id="R17e9b1b3428c4117" /><Relationship Type="http://schemas.openxmlformats.org/officeDocument/2006/relationships/notesMaster" Target="/ppt/notesMasters/notesMaster1.xml" Id="Reb98f4c188c6444f" /><Relationship Type="http://schemas.openxmlformats.org/officeDocument/2006/relationships/presProps" Target="/ppt/presProps.xml" Id="R81f426e592764a10" /><Relationship Type="http://schemas.openxmlformats.org/officeDocument/2006/relationships/tableStyles" Target="/ppt/tableStyles.xml" Id="Rfce7a6de0e65440d" /><Relationship Type="http://schemas.openxmlformats.org/officeDocument/2006/relationships/slide" Target="/ppt/slides/slide1.xml" Id="R5fb121c4085e470e" /><Relationship Type="http://schemas.openxmlformats.org/officeDocument/2006/relationships/slide" Target="/ppt/slides/slide2.xml" Id="R6aed7491062c43df" /><Relationship Type="http://schemas.openxmlformats.org/officeDocument/2006/relationships/slide" Target="/ppt/slides/slide3.xml" Id="R65f440fb7c9641aa" /><Relationship Type="http://schemas.openxmlformats.org/officeDocument/2006/relationships/slide" Target="/ppt/slides/slide4.xml" Id="R440717f679964b75" /><Relationship Type="http://schemas.openxmlformats.org/officeDocument/2006/relationships/slide" Target="/ppt/slides/slide5.xml" Id="Rcf5231c72d0e49ac" /><Relationship Type="http://schemas.openxmlformats.org/officeDocument/2006/relationships/slide" Target="/ppt/slides/slide6.xml" Id="R794c1516445540f6" /><Relationship Type="http://schemas.openxmlformats.org/officeDocument/2006/relationships/slide" Target="/ppt/slides/slide7.xml" Id="R55189e9106994b8a" /><Relationship Type="http://schemas.openxmlformats.org/officeDocument/2006/relationships/slide" Target="/ppt/slides/slide8.xml" Id="Ra49a6758e70e40ba" /><Relationship Type="http://schemas.openxmlformats.org/officeDocument/2006/relationships/slide" Target="/ppt/slides/slide9.xml" Id="Ra49d16f9a19a4c66" /><Relationship Type="http://schemas.openxmlformats.org/officeDocument/2006/relationships/slide" Target="/ppt/slides/slide10.xml" Id="R6c8347f846634d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bc145948ca4f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98c1664ad94b83" /><Relationship Type="http://schemas.openxmlformats.org/officeDocument/2006/relationships/notesMaster" Target="/ppt/notesMasters/notesMaster1.xml" Id="Rc23a3eb33cfb4c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efb02e4d214bfd" /><Relationship Type="http://schemas.openxmlformats.org/officeDocument/2006/relationships/notesMaster" Target="/ppt/notesMasters/notesMaster1.xml" Id="R460cabbf86f842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a5bccd7891488c" /><Relationship Type="http://schemas.openxmlformats.org/officeDocument/2006/relationships/notesMaster" Target="/ppt/notesMasters/notesMaster1.xml" Id="R493a0d5907634b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4944bada4f4e40" /><Relationship Type="http://schemas.openxmlformats.org/officeDocument/2006/relationships/notesMaster" Target="/ppt/notesMasters/notesMaster1.xml" Id="R5c28578180444d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ca76112aa04f7f" /><Relationship Type="http://schemas.openxmlformats.org/officeDocument/2006/relationships/notesMaster" Target="/ppt/notesMasters/notesMaster1.xml" Id="Rda2dbab5f44349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af290e8cf44e12" /><Relationship Type="http://schemas.openxmlformats.org/officeDocument/2006/relationships/notesMaster" Target="/ppt/notesMasters/notesMaster1.xml" Id="Rf8165ad012864c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7119a1fc994f32" /><Relationship Type="http://schemas.openxmlformats.org/officeDocument/2006/relationships/notesMaster" Target="/ppt/notesMasters/notesMaster1.xml" Id="R90983d02cf304d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b29304c4434275" /><Relationship Type="http://schemas.openxmlformats.org/officeDocument/2006/relationships/notesMaster" Target="/ppt/notesMasters/notesMaster1.xml" Id="Rc5685796b1124c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a6d2a4dfea34962" /><Relationship Type="http://schemas.openxmlformats.org/officeDocument/2006/relationships/notesMaster" Target="/ppt/notesMasters/notesMaster1.xml" Id="Re4b2986c3dc2438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9421abe3d74c2c" /><Relationship Type="http://schemas.openxmlformats.org/officeDocument/2006/relationships/notesMaster" Target="/ppt/notesMasters/notesMaster1.xml" Id="R480b3774f5e241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Hoy vamos a trabajar sobre Priorizar es renunciar: valor, costo de demora y límites.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Quiero empezar con una pregunta. ¿Cómo decidir qué no hacer cuando todas las iniciativas parecen valiosas y cada demora afecta a personas distintas?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Tómense un minuto para responder con sus propias palabras. No busquen una definición perfecta ni traten de adivinar qué respuesta espero. Anoten qué creen ahora y qué dato les falta para estar más seguros.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desplaza esta prioridad? ¿Quién soporta la demora?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vamos a comparar las respuestas. Si aparecen posiciones distintas, esa diferencia nos va a servir para reconocer los supuestos con los que cada uno llegó al encuentro.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empezar con una primera toma de posición.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mesa recibe sólo dos espacios de trabajo. Ninguna tercera apuesta puede entrar sin retirar otra.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primera respuesta funciona como una referencia. Más adelante podremos ver si cambió y por qué.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¿Quién soporta la demora? ¿Qué obligación no es intercambiable?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Cuando todos hayan dejado una posición visible, seguimos.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Ahora vamos a poner en común lo que cada uno vio y a comparar diferencias.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Vamos a identificar población, outcome, obligación y costo de oportunidad sin producir un puntaje único.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intenten borrar el desacuerdo demasiado rápido. Una diferencia puede mostrar que estamos usando criterios distintos o mirando consecuencias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16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obligación no es intercambiable? ¿Qué dependencia habilita valor?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continuar, quiero que cada equipo pueda señalar por lo menos una diferencia que cambiaría una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Detengámonos en la distinción que necesitamos para poder decidir mejor.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Ahora voy a avanzar algunas semanas y mostrar consecuencias distintas. Los equipos registran curvas y ventanas.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necesitamos repasar toda la lectura. Vamos a usar el concepto solamente donde ayuda a interpretar lo que tenemos delante.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14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dependencia habilita valor? ¿Qué política limita el compromiso?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Seguimos cuando la distinción pueda explicarse con un ejemplo del caso y no solamente con una definición.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 esa distinción disponible, vamos a reconstruir el problema sobre un caso concreto.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Vamos a elegir dos apuestas y se redactan tres renuncias con afectado, consecuencia, responsable y revisión.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Busquen relaciones que otra persona pueda seguir. Una afirmación gana valor cuando podemos mostrar en qué evidencia se apoya y qué decisión modifica.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20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política limita el compromiso? ¿Cuándo debe reabrirse la renuncia?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avanzar, dejen la producción en una forma que otro equipo pueda leer y revisar.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Voy a incorporar información nueva. La idea es observar si nuestra explicación resiste o necesita cambiar.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cartera se convierte en políticas de entrada, límite de trabajo en curso, clase de servicio y salida.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Cambiar de posición frente a evidencia nueva no es un error. Es una señal de que el razonamiento permanece abierto a revisión.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¿Cuándo debe reabrirse la renuncia? ¿Qué desplaza esta prioridad?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Anoten con claridad qué cambió, qué se mantiene y qué decisión queda habilitada por la evidencia nueva.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Llegó el momento de revisar el trabajo de otro equipo con cuidado y con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exigencia de accesibilidad desplaza capacidad. No puede compararse como preferencia común y obliga a reabrir la cartera.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buena objeción no reemplaza el trabajo ajeno. Señala una relación débil y propone qué observación permitiría examinarla.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16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desplaza esta prioridad? ¿Quién soporta la demora?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revisión termina cuando la objeción señala una relación concreta y propone una prueba posible.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defender una posición provisional y a explicar en qué evidencia se apoya.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Actores afectados cuestionan las renuncias. El equipo puede sostenerlas o revisarlas sin esconder costos.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Sean breves y específicos. Necesitamos escuchar qué sostienen, con qué evidencia y bajo qué condición aceptarían revisar la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20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¿Quién soporta la demora? ¿Qué obligación no es intercambiable?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cierra cuando puede sostener una decisión provisional y también puede nombrar su límite.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terminar esta secuencia, vamos a registrar qué cambió y qué pregunta queda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 final vamos a anticipar en N25 cómo las decisiones de cartera generan colas, esperas y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registro final importa porque nos permite reconstruir el aprendizaje sin depender de la memoria del momento.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obligación no es intercambiable? ¿Qué dependencia habilita valor?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terminar, dejen por escrito qué aprendieron y qué evidencia todavía podría cambiar su posición.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cerrar, vuelvan por un momento a la respuesta que dieron al comienzo.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Completen estas tres frases con una idea concreta. Antes pensaba. Ahora sostengo. Todavía revisaría mi posición si apareciera determinada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hace falta mostrar una conclusión definitiva. Lo importante es poder explicar qué cambió, qué produjo ese cambio y qué pregunta sigue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resultado que buscamos hoy es este. Cada equipo entrega una cartera HH-24 con dos apuestas activas, tres renuncias explícitas y políticas de revisión.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Dejen ese registro por escrito. Va a ser el punto de partida para el próximo encuentro y una huella del recorrido que estamos construyendo.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631a3dae8a48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776827a5ee46f3" /><Relationship Type="http://schemas.openxmlformats.org/officeDocument/2006/relationships/slideLayout" Target="/ppt/slideLayouts/slideLayout1.xml" Id="Re103317c111f4e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03317c111f4e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cb23c003d404f" /><Relationship Type="http://schemas.openxmlformats.org/officeDocument/2006/relationships/notesSlide" Target="/ppt/notesSlides/notesSlide1.xml" Id="R1bc28ad495b445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da9cc0ff54bb0" /><Relationship Type="http://schemas.openxmlformats.org/officeDocument/2006/relationships/notesSlide" Target="/ppt/notesSlides/notesSlide2.xml" Id="Rb458d43800894d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1f6d74f5d4296" /><Relationship Type="http://schemas.openxmlformats.org/officeDocument/2006/relationships/notesSlide" Target="/ppt/notesSlides/notesSlide3.xml" Id="R98c156333b1a48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f5c31af114703" /><Relationship Type="http://schemas.openxmlformats.org/officeDocument/2006/relationships/notesSlide" Target="/ppt/notesSlides/notesSlide4.xml" Id="Rff37a3b6253d48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004539eab34ad5" /><Relationship Type="http://schemas.openxmlformats.org/officeDocument/2006/relationships/notesSlide" Target="/ppt/notesSlides/notesSlide5.xml" Id="R76e58f47490d4c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7b642b73174a40" /><Relationship Type="http://schemas.openxmlformats.org/officeDocument/2006/relationships/notesSlide" Target="/ppt/notesSlides/notesSlide6.xml" Id="Rbf5d9a5d286e45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266c23f234be3" /><Relationship Type="http://schemas.openxmlformats.org/officeDocument/2006/relationships/notesSlide" Target="/ppt/notesSlides/notesSlide7.xml" Id="Re7d4f046bfb849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7eaf0d70074f90" /><Relationship Type="http://schemas.openxmlformats.org/officeDocument/2006/relationships/notesSlide" Target="/ppt/notesSlides/notesSlide8.xml" Id="R56d5e02487c546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a53f503bb470f" /><Relationship Type="http://schemas.openxmlformats.org/officeDocument/2006/relationships/notesSlide" Target="/ppt/notesSlides/notesSlide9.xml" Id="R260658400ac946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434b588bb4ef5" /><Relationship Type="http://schemas.openxmlformats.org/officeDocument/2006/relationships/notesSlide" Target="/ppt/notesSlides/notesSlide10.xml" Id="R93f14127665144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52A447-D379-4DF0-865B-72B9D8BE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30EE25-57B2-414B-AB83-89FD943C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FBB7DC-4635-4451-85FC-7B180CEE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5F7F51-3179-4ED3-99F0-E400C5AE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F995F2-9DB4-4C5D-9085-1CC663E1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D7DDFF-B006-4095-9633-645A664D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993CA1-1E7C-46FE-93CE-F04BC6F4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F847F3-B10B-4BB5-AAB7-7F96FCA4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D06A61-5AAE-4DF5-A00F-60499903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73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Priorizar es renunciar: valor, costo de demora y límites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3B3FDF-5DFF-4FFF-A6FF-DA385AA5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decidir qué no hacer cuando todas las iniciativas parecen valiosas y cada demora afecta a personas distintas?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36B39E-B2EE-4A5B-BCC8-41630732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972A0A-F349-44F0-84D8-EEAE357C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8089340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93EF60-94A6-4CC9-8284-72290385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14EDE-57C7-4305-A576-00D1B6D2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306C0B-0A24-40E8-BC4F-1552A7F8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638894-EFEB-4DA5-9EEE-51EAA718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71475E-EAC7-4737-A0CC-EDA45989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2BC57-2F2F-4F46-9D63-D03F5A0C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9C2C93-840F-4E33-A6E2-DEEFA66F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A7E8BE-8DBB-4FF8-9C97-80A4D63A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Capacidad física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1AE9FA-060B-4DE8-A161-67E5DD60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D15628-B730-4502-9C54-B9CB8584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738E92-95A8-4E04-8E4D-91FE539C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mesa recibe sólo dos espacios de trabajo. Ninguna tercera apuesta puede entrar sin retirar otra.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9CA495-AB64-4173-A7FB-B7D90BD4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CD4A0F-0592-4D3F-8BF1-FB960FBA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185AF3-0F38-4E4C-8E96-41E5DB34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B2C3DB-F7CE-4DB4-9752-C9A1547D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459532-ABAC-4119-A9E7-D2A0E6D5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F3BB08-7925-4CB4-8250-83B12BE1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453A25-D4E6-489D-871F-AFE1C09B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A6A13C-9952-428B-A2A4-2F8BA9DE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42E1F6-253F-44E4-BB53-BE27AE0F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9996E5-8CF1-4178-946A-A480C149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4057162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4189C0-EE63-47B6-AA9F-A7773C3F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BB87A-52D3-4704-99A7-5BC7407E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C87FAF-E606-4470-A1C9-23AFB3B8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BFAA4A-4303-4425-A7EF-CE664209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5A088F-6730-4AFA-BE07-1F595019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B285B-5FF2-47A9-9C71-3EB9EE30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6D25E8-BBF9-43A8-9112-D81CA721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B599E-AB61-49A8-B943-E03996C9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Expedientes de valor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6C9A72-A7E3-4851-B4AF-FEE8BBD0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C3183C-CC4B-4A40-85DC-CB8E494F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16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0931DE-4EE1-450A-83A8-60AA34DC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identifican población, outcome, obligación y costo de oportunidad sin producir un puntaje único.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B776C3-874C-475F-A26B-3B5BD85E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223A41-4CA7-4EB1-9D00-E267AB77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F6E77F-39C4-4C8B-8247-EC26DE84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099F53-75B3-4497-8D76-66D6CBFA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B94FFE-BCC2-4911-82F4-80E33139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515783-591D-437A-874C-D8B65C63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6B9510-2A7B-432A-AAD8-6E0A40AC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D04062-B269-4E49-B962-0C0018B0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B33C57-75BC-4C57-A4FA-C14439B7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5C011F-CBF2-46C8-960D-8863F7BA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459BF2-478B-4A17-AA53-D78EFA9D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10D3DA-76E8-4DC3-ADEF-A515A34B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11439640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E8FE06-500B-4C30-8DB2-6C168F9B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77942-A22A-4597-9D24-E281B5EA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A455F2-320F-489B-9363-BCBA6CB2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ACD297-3FBA-4870-87D1-70C47D63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178513-BE2A-4906-90AB-CB608D95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439209-B793-4A76-9B8D-4E1A4D79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EAEE21-C424-4A72-B0BF-0553F6F6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F009F8-C631-4C70-9588-B770839A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Reloj de demora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1EFBFD-409A-435E-9331-892D72AB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DB6EA9-F3BF-41EA-BFED-C46AB216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14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0D8D0A-DDE7-4817-ACD2-B8EEAC2F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El docente avanza semanas y revela consecuencias distintas. Los equipos registran curvas y ventanas.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6B7D19-549B-4085-94CC-21D3C161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7C7C44-62BE-4DB9-809B-DD370D17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E0DC8C-145F-46A5-937C-C935372E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F5C5FD-99AD-4BD9-9FA1-F0F009AE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997BB1-0BB7-4CF2-8388-604ECAF5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5F1829-2B0A-4D5D-B99D-8FD4CE15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21261596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FA0491-540B-4991-9A1A-303512A8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ADAC90-B9F0-4776-813B-5D74A57A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81C4FA-CAE7-41B2-80A6-C62D149E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3F6896-A521-454B-939D-A38DB2B2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B72F7-F1AE-492F-906A-C7762B4A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F09175-36DB-494F-A56A-B7C60DDC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A70D53-2312-4E5D-97E7-C0F5357E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42A926-49B6-4AA3-9EB3-C847199F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Consejo de cartera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7648FF-BD33-4F50-B0D3-9A6EC914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DB2839-4181-498F-BA11-3275ED2C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623CAF-826B-4973-B9ED-8DD2CF0E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eligen dos apuestas y se redactan tres renuncias con afectado, consecuencia, responsable y revisión.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0106AF-F600-40F3-8478-3A922D80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E62DF6-2CCC-4E9D-BCEC-9681295E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0431C9-B21E-4D67-AFCA-CCE18C42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D558A1-CE88-4437-BA0B-21E4DE94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FD4127-64D1-4466-A68F-C0931889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CEDFA9-FAFA-4C5C-89F0-C12F0018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20EC37-FB39-47B2-9516-6ED9F361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E5A463-0A23-4B1E-AE08-EB48FE0A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80429F-F6CC-4A45-ADC0-A8355459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761CF3-CDCB-44A5-AABC-38F2EE62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FBC508-0DD3-4054-9529-B4D9FDB9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C68476-FA3C-4C8F-B8C6-AD8444FA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849513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EC7E13-DBF4-4126-BE30-06A5F04D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3BCA96-3FCE-4722-A512-7C857533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00CD81-37D9-43F8-B9E3-2ED6EFE5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1997F6-CD43-47B4-B667-BE5CD940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CF1BE3-3565-4BFD-8AC3-C61BCD6A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88B326-A900-4612-A08C-58AFD748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5786DD-38FF-4C2D-95CC-08C52F0C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5F613D-95A0-445E-9ADA-4C0DA575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Kanban de compromiso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374F0A-DD60-40AD-AE60-FFB136E7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9B5A90-0516-417A-BC2F-296C4135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3F9A30-68FE-4AEC-AA1D-D8CDB745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BE7FDF-A40F-42D4-8432-C4D38FE8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44EFCF-3C07-4D05-94B4-80DE4E0A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Políticas Kanban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95CB9D-57ED-4A76-9DD4-69A3009E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La cartera se convierte en políticas de entrada, límite de trabajo en curso, clase de servicio y salida.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798021-7EFE-40FB-8F25-C3282BE5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53B0E5-7E3A-404B-952C-2622F397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18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17407534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B3C561-B1EF-4395-BD9F-3E7A9E62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BD41A9-D8BC-4B0E-83BB-1F879FB5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F98FE8-E8E3-4317-B759-4923B83C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F3598C-8CCB-4D72-82F9-F6CAC387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B23AD-44F3-43C2-99EF-169AC85E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9DCE6E-CE48-4ABB-A198-3CE0FB9E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D6533C-7E05-4878-BB51-F4C3EDBC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BE677B-4D02-4D00-846E-A64DF0A7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Irrupción de una obligación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BCD636-244C-42C3-AE5A-B0A18489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CD4CB1-3628-481E-BC1E-5F302556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16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2DBB16-2686-4C3E-B64D-58298CCA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179532-1BE2-4F88-B853-4BF3773C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9D5E2A-53B9-417E-BBEF-CA97FBA1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Una exigencia de accesibilidad desplaza capacidad. No puede compararse como preferencia común y obliga a reabrir la cartera.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A88596-360B-4DD3-B159-7B9C678F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7326583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833CB0-A279-4256-BA6D-917D45C8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67AFA-BF9E-4E0F-B1E5-39D2962D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C57669-4982-4F1D-B08A-43371CDA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011FF4-54CD-4A7D-9F19-C2A127AD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3AFCC-9A08-4C51-8239-E8C49C93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6CF044-A2FF-45A0-857B-7D62553D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C1A1E-2C00-4027-A28D-32CAB9D2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7ACE5F-F562-4256-9AEB-1FD3F8B4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Audiencia de los postergados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EC14E3-55BE-43D3-BC64-76C4F2AD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5C3A49-ECFA-4AFF-ABA8-BF6DAF88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33D662-22F4-432A-BFB4-919D3B62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Actores afectados cuestionan las renuncias. El equipo puede sostenerlas o revisarlas sin esconder costos.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9858BB-F47F-4E08-955C-0FEF58C9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512144-D860-4DCC-BEB6-61EDB04F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9A85E0-16E2-4993-802D-4652874B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02AF14-E010-49E5-B5AB-237B1F1E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280329-F57C-4C11-B866-6EE2E315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9B02E5-0014-4822-A1BF-9D38A648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B7B4A1-EE3B-4020-B1F0-B447D7AC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FFF0B4-EBB0-4AB3-913D-C41D01C8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C34B84-6AF9-4DD9-BD80-CABC12A2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F6EEF6-964C-4D0B-A9F1-F93EFBB9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89A2C9-8FA9-4C6A-86FF-F7DD53EC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8739A4-544E-4B37-AADB-EF2C0522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628116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998B8F-3D8B-4DBA-9907-C25C9B42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01191E-47FB-45AC-A521-6AEA8E4F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EFBEF2-1773-435D-994F-393791D8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A36A38-8E8F-4061-B6F7-CAA88289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8FF3A7-5BCA-430B-9141-EC695774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EA3D24-2CB3-436E-9C44-D6C94701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B1E4BD-0A2D-47E4-8E7F-A61B842D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8A09DA-5AC5-4A8F-B27A-F5467279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6F8572-0A43-4AEA-AD33-BD423F60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51F20A-8F0A-478C-97A0-8B85AF68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036D1F-E0D7-4494-A1F0-CCCA8D5F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anticipa en N25 cómo las decisiones de cartera generan colas, esperas y feedback.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86747E-198C-4F24-96D2-215D6555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C6BEF3-6167-4E80-AA10-B5C90F4D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F469CF-BCA1-467C-BBD6-0F5874B5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483389-83DB-4C0F-BCD6-0C667EEC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F5166B-D485-4782-A0B8-9A5F91EE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8E3535-0475-4AEE-AEEB-949E01E2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CA76F4-D8F4-4BEF-8629-DA9F5131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17C0FA-BFC9-4A7C-9B2F-4E36BB93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2808DD-0894-45E5-9E05-E6436156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3AC1BD-BB2D-4FC0-8DC5-B8E4A204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6148E5-B4D7-425B-8CBE-112FBACD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CA3D75-6D3A-4517-94F6-0E495A0F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1641601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68A45E-6431-41FE-8B85-96296E54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CC21B9-0BCA-4D8A-8C5D-9A151291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8F8E07-1EE1-468C-BD4F-27C4D14E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2D1AC6-2D6D-4B17-A65D-4D9CD57C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FF3D87-4B5A-48FF-A584-E164A363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2B325E-D381-4EE6-8993-94CDA23A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A5588C-E315-4F56-A210-2D8801E9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A2AAD6-8E2A-469A-9668-DFE8E227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1652D4-2C64-45B1-9051-CF8212E7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92F269-8AE7-42B9-A86C-39C162E3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84CD48-D7A7-477A-A229-42F6CAFE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037429-1C27-44D1-9FB3-7AF2FF2E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15B287-C7A3-4B3C-A180-467019AA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803EC2-3A74-4DDC-8401-75462568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0D2CC0-A027-44FF-8C0E-FBE51D5A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una cartera HH-24 con dos apuestas activas, tres renuncias explícitas y políticas de revisión.</a:t>
            </a:r>
          </a:p>
        </p:txBody>
      </p:sp>
    </p:spTree>
    <p:extLst>
      <p:ext uri="{BB962C8B-B14F-4D97-AF65-F5344CB8AC3E}">
        <p14:creationId xmlns:p14="http://schemas.microsoft.com/office/powerpoint/2010/main" val="960061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2026-09-15T15:47:18.7120000Z</dcterms:created>
  <dcterms:modified xsi:type="dcterms:W3CDTF">2026-09-15T15:47:18.7120000Z</dcterms:modified>
</coreProperties>
</file>