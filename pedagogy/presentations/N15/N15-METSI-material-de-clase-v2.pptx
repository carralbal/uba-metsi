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a6a595ca045fc" /><Relationship Type="http://schemas.openxmlformats.org/officeDocument/2006/relationships/extended-properties" Target="/docProps/app.xml" Id="R0a5e663869e74f07" /><Relationship Type="http://schemas.openxmlformats.org/officeDocument/2006/relationships/officeDocument" Target="/ppt/presentation.xml" Id="R3ba178b874ca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6a8021b6b4442"/>
  </p:sldMasterIdLst>
  <p:notesMasterIdLst>
    <p:notesMasterId xmlns:r="http://schemas.openxmlformats.org/officeDocument/2006/relationships" r:id="R5c8369d20c5f47d0"/>
  </p:notesMasterIdLst>
  <p:sldIdLst>
    <p:sldId xmlns:r="http://schemas.openxmlformats.org/officeDocument/2006/relationships" id="256" r:id="Rcd54f8dd0f794f85"/>
    <p:sldId xmlns:r="http://schemas.openxmlformats.org/officeDocument/2006/relationships" id="257" r:id="R39415f930dc84f03"/>
    <p:sldId xmlns:r="http://schemas.openxmlformats.org/officeDocument/2006/relationships" id="258" r:id="Rf01277d87e424ec0"/>
    <p:sldId xmlns:r="http://schemas.openxmlformats.org/officeDocument/2006/relationships" id="259" r:id="R2cfc991eff5746b4"/>
    <p:sldId xmlns:r="http://schemas.openxmlformats.org/officeDocument/2006/relationships" id="260" r:id="R397f7a450e4141eb"/>
    <p:sldId xmlns:r="http://schemas.openxmlformats.org/officeDocument/2006/relationships" id="261" r:id="R60f56da1a1494f47"/>
    <p:sldId xmlns:r="http://schemas.openxmlformats.org/officeDocument/2006/relationships" id="262" r:id="Ree687169f53a4592"/>
    <p:sldId xmlns:r="http://schemas.openxmlformats.org/officeDocument/2006/relationships" id="263" r:id="R4605b1c677ad4a16"/>
    <p:sldId xmlns:r="http://schemas.openxmlformats.org/officeDocument/2006/relationships" id="264" r:id="R75e6473317c04605"/>
    <p:sldId xmlns:r="http://schemas.openxmlformats.org/officeDocument/2006/relationships" id="265" r:id="R14d278024bf747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41659f7e54f65" /><Relationship Type="http://schemas.openxmlformats.org/officeDocument/2006/relationships/slideMaster" Target="/ppt/slideMasters/slideMaster1.xml" Id="R55e6a8021b6b4442" /><Relationship Type="http://schemas.openxmlformats.org/officeDocument/2006/relationships/notesMaster" Target="/ppt/notesMasters/notesMaster1.xml" Id="R5c8369d20c5f47d0" /><Relationship Type="http://schemas.openxmlformats.org/officeDocument/2006/relationships/presProps" Target="/ppt/presProps.xml" Id="Re9b9dd7942ce4751" /><Relationship Type="http://schemas.openxmlformats.org/officeDocument/2006/relationships/tableStyles" Target="/ppt/tableStyles.xml" Id="R0a4ece50be29461e" /><Relationship Type="http://schemas.openxmlformats.org/officeDocument/2006/relationships/slide" Target="/ppt/slides/slide1.xml" Id="Rcd54f8dd0f794f85" /><Relationship Type="http://schemas.openxmlformats.org/officeDocument/2006/relationships/slide" Target="/ppt/slides/slide2.xml" Id="R39415f930dc84f03" /><Relationship Type="http://schemas.openxmlformats.org/officeDocument/2006/relationships/slide" Target="/ppt/slides/slide3.xml" Id="Rf01277d87e424ec0" /><Relationship Type="http://schemas.openxmlformats.org/officeDocument/2006/relationships/slide" Target="/ppt/slides/slide4.xml" Id="R2cfc991eff5746b4" /><Relationship Type="http://schemas.openxmlformats.org/officeDocument/2006/relationships/slide" Target="/ppt/slides/slide5.xml" Id="R397f7a450e4141eb" /><Relationship Type="http://schemas.openxmlformats.org/officeDocument/2006/relationships/slide" Target="/ppt/slides/slide6.xml" Id="R60f56da1a1494f47" /><Relationship Type="http://schemas.openxmlformats.org/officeDocument/2006/relationships/slide" Target="/ppt/slides/slide7.xml" Id="Ree687169f53a4592" /><Relationship Type="http://schemas.openxmlformats.org/officeDocument/2006/relationships/slide" Target="/ppt/slides/slide8.xml" Id="R4605b1c677ad4a16" /><Relationship Type="http://schemas.openxmlformats.org/officeDocument/2006/relationships/slide" Target="/ppt/slides/slide9.xml" Id="R75e6473317c04605" /><Relationship Type="http://schemas.openxmlformats.org/officeDocument/2006/relationships/slide" Target="/ppt/slides/slide10.xml" Id="R14d278024bf747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f5f768c49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caacab50c94b70" /><Relationship Type="http://schemas.openxmlformats.org/officeDocument/2006/relationships/notesMaster" Target="/ppt/notesMasters/notesMaster1.xml" Id="Rb7f544ff303b4f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2a644e3254cbf" /><Relationship Type="http://schemas.openxmlformats.org/officeDocument/2006/relationships/notesMaster" Target="/ppt/notesMasters/notesMaster1.xml" Id="R19d81d56435e4d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62ba882a074ef8" /><Relationship Type="http://schemas.openxmlformats.org/officeDocument/2006/relationships/notesMaster" Target="/ppt/notesMasters/notesMaster1.xml" Id="Rf86b7b0986e643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7e7f66b77c40a7" /><Relationship Type="http://schemas.openxmlformats.org/officeDocument/2006/relationships/notesMaster" Target="/ppt/notesMasters/notesMaster1.xml" Id="Re42ecef7329942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93ca4bee69460e" /><Relationship Type="http://schemas.openxmlformats.org/officeDocument/2006/relationships/notesMaster" Target="/ppt/notesMasters/notesMaster1.xml" Id="R010ef3c7154649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4e62abbd134048" /><Relationship Type="http://schemas.openxmlformats.org/officeDocument/2006/relationships/notesMaster" Target="/ppt/notesMasters/notesMaster1.xml" Id="Rb91d0137303641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6e9358af5430d" /><Relationship Type="http://schemas.openxmlformats.org/officeDocument/2006/relationships/notesMaster" Target="/ppt/notesMasters/notesMaster1.xml" Id="R2af636f490d7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ccb1fb0d914964" /><Relationship Type="http://schemas.openxmlformats.org/officeDocument/2006/relationships/notesMaster" Target="/ppt/notesMasters/notesMaster1.xml" Id="R754cb78671f74e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88ce5a77cf424a" /><Relationship Type="http://schemas.openxmlformats.org/officeDocument/2006/relationships/notesMaster" Target="/ppt/notesMasters/notesMaster1.xml" Id="R5cc856e0685f41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1ac858c6864fdd" /><Relationship Type="http://schemas.openxmlformats.org/officeDocument/2006/relationships/notesMaster" Target="/ppt/notesMasters/notesMaster1.xml" Id="R58a4184e6b83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modelo antes de revelar la pregunta para exponer hábitos.</a:t>
            </a:r>
          </a:p>
          <a:p xmlns:a="http://schemas.openxmlformats.org/drawingml/2006/main">
            <a:r>
              <a:t>Señal para avanzar: Las elecciones tienen supuestos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Seis familias de pregunta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necesidades de decisión, no nombres de artefactos.</a:t>
            </a:r>
          </a:p>
          <a:p xmlns:a="http://schemas.openxmlformats.org/drawingml/2006/main">
            <a:r>
              <a:t>Señal para avanzar: Cada pregunta exige diferencias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Alcance, nivel y resolución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un mismo caso en tres escalas.</a:t>
            </a:r>
          </a:p>
          <a:p xmlns:a="http://schemas.openxmlformats.org/drawingml/2006/main">
            <a:r>
              <a:t>Señal para avanzar: Los conceptos dejan de confundirse.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Feria de modelos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omisión deliberada y evidencia para cada oferta.</a:t>
            </a:r>
          </a:p>
          <a:p xmlns:a="http://schemas.openxmlformats.org/drawingml/2006/main">
            <a:r>
              <a:t>Señal para avanzar: Ningún modelo se presenta como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audiencias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vista sin cambiar hechos relevantes.</a:t>
            </a:r>
          </a:p>
          <a:p xmlns:a="http://schemas.openxmlformats.org/drawingml/2006/main">
            <a:r>
              <a:t>Señal para avanzar: La traducción conserva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Vigente y propuesto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tiempo, versión y leyenda.</a:t>
            </a:r>
          </a:p>
          <a:p xmlns:a="http://schemas.openxmlformats.org/drawingml/2006/main">
            <a:r>
              <a:t>Señal para avanzar: Las dos situaciones no se mezclan.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cuesta mantenerlo y retirarlo?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Costos de ciclo de vida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explicación, gobierno y retiro.</a:t>
            </a:r>
          </a:p>
          <a:p xmlns:a="http://schemas.openxmlformats.org/drawingml/2006/main">
            <a:r>
              <a:t>Señal para avanzar: La cartera puede reducirse.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tomó la audiencia sin explicación oral?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ciega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defensa oral durante la primera lectura.</a:t>
            </a:r>
          </a:p>
          <a:p xmlns:a="http://schemas.openxmlformats.org/drawingml/2006/main">
            <a:r>
              <a:t>Señal para avanzar: La utilidad se observa en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pregunta responde este modelo?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Criterio de descarte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se perdería al retirar el modelo.</a:t>
            </a:r>
          </a:p>
          <a:p xmlns:a="http://schemas.openxmlformats.org/drawingml/2006/main">
            <a:r>
              <a:t>Señal para avanzar: Cada permanencia tiene fundamento.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diferencia decidió omitir?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dos vistas sin corregirlas todavía.</a:t>
            </a:r>
          </a:p>
          <a:p xmlns:a="http://schemas.openxmlformats.org/drawingml/2006/main">
            <a:r>
              <a:t>Señal para avanzar: Surge una contradicción clasificable.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audiencia y preocupación lo justifican?</a:t>
            </a:r>
          </a:p>
          <a:p xmlns:a="http://schemas.openxmlformats.org/drawingml/2006/main">
            <a:r>
              <a:t>• ¿Qué resolución necesita la decisión?</a:t>
            </a:r>
          </a:p>
          <a:p xmlns:a="http://schemas.openxmlformats.org/drawingml/2006/main">
            <a:r>
              <a:t>• ¿Representa lo vigente o lo propuesto?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mínima de modelos de HH-15, probada con audiencias distintas y justificada por pregunta, decisión, evidencia, resolución y costo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6a511a059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c8dc86f482469f" /><Relationship Type="http://schemas.openxmlformats.org/officeDocument/2006/relationships/slideLayout" Target="/ppt/slideLayouts/slideLayout1.xml" Id="Raad66290820548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66290820548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fddbbc42947e4" /><Relationship Type="http://schemas.openxmlformats.org/officeDocument/2006/relationships/notesSlide" Target="/ppt/notesSlides/notesSlide1.xml" Id="R96bdea0adedb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5953ac2f642dd" /><Relationship Type="http://schemas.openxmlformats.org/officeDocument/2006/relationships/notesSlide" Target="/ppt/notesSlides/notesSlide2.xml" Id="R70dbe51b387e42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4b59a7d444b8b" /><Relationship Type="http://schemas.openxmlformats.org/officeDocument/2006/relationships/notesSlide" Target="/ppt/notesSlides/notesSlide3.xml" Id="R6f52f80ed82645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0fd5ddc5f4b7b" /><Relationship Type="http://schemas.openxmlformats.org/officeDocument/2006/relationships/notesSlide" Target="/ppt/notesSlides/notesSlide4.xml" Id="R8ce918a3e215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dd664fdc5431b" /><Relationship Type="http://schemas.openxmlformats.org/officeDocument/2006/relationships/notesSlide" Target="/ppt/notesSlides/notesSlide5.xml" Id="R3b63a69828a24b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f1cfd1d574e85" /><Relationship Type="http://schemas.openxmlformats.org/officeDocument/2006/relationships/notesSlide" Target="/ppt/notesSlides/notesSlide6.xml" Id="R1f9d7383c953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47f36c2784733" /><Relationship Type="http://schemas.openxmlformats.org/officeDocument/2006/relationships/notesSlide" Target="/ppt/notesSlides/notesSlide7.xml" Id="Rd3c602987ec4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137452d65425c" /><Relationship Type="http://schemas.openxmlformats.org/officeDocument/2006/relationships/notesSlide" Target="/ppt/notesSlides/notesSlide8.xml" Id="R1fb262218fe145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207da8c914166" /><Relationship Type="http://schemas.openxmlformats.org/officeDocument/2006/relationships/notesSlide" Target="/ppt/notesSlides/notesSlide9.xml" Id="Ra09e279fccf044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a27dd15a04b44" /><Relationship Type="http://schemas.openxmlformats.org/officeDocument/2006/relationships/notesSlide" Target="/ppt/notesSlides/notesSlide10.xml" Id="Reaf67b280a6c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5EA6B-49C7-4B24-9B5C-8D2EC0ED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C9851-AF2C-4636-A808-FA5A0475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8530D-CD47-4023-BCD5-FF3C0A83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930D8-8535-42D6-8AF0-CE9C74C6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6B48-89EB-48EF-8DBE-2E8F5FA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E5D09-54AA-4D12-8A30-DBAB468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CE281-F3E4-4376-AE34-C469AFF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30796-8B4F-40D9-9B76-C60CCDF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D8929-1F0C-4D60-8821-27786B31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representación conviene construir para responder una pregunta concreta sin producir más detalle, ambigüedad o mantenimiento del que la decisión justifica?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2CE3F-B82B-40C4-9834-C1F0EEF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CE4BA-C932-498C-98E0-0EB20081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645822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3BA8C-0BB9-46FE-9746-20601A6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12851-EE0C-4991-A95C-C493A74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8B989-479F-4AA9-92CE-4C94285B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634B-AF5F-4F12-B204-C5E1FB0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D745C-A7AA-47C3-8213-5BB2569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B1AE9-6246-4426-98B8-D5A5C977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7BEC-3D0D-4C74-B284-D266EA2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71ABB-4451-41FD-AB69-20DBD5A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Seis familias de pregunta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065D-2243-4E08-BE8B-0AA52410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6D67B-C680-4AC4-812F-370B4E5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1AF69-02F9-463A-AFF5-4C6C400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3D074-4979-4F97-A085-0F1EDD2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64E2E-72A1-43CE-A887-C9CF71C1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7E108-BD41-4DC6-BFE2-113A1E9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E11F2-440A-4FF9-A368-30E87A9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1965B-3335-435C-96F3-4ECA5446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5B392-87E3-4C2A-A185-1D2A60A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D188D-B015-464A-A540-E0A6043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272080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D6F3B-C962-42F2-8359-7876C4E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34BA5-28EC-4411-84FF-9BF3949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E8796-F054-4974-B7CE-92732BA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EF963-F8AD-4392-BB5F-C1C542C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D721C-1CD7-40D2-8D62-635E6A7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A072B-97CD-47DB-86FB-7DE32576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D5F43-CF11-4279-BAA0-484F5B4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ADCC4-29CD-496C-A9CB-E39C16D6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Alcance, nivel y resolución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9CAC-5219-4443-907B-80FD784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2D314-F588-4187-8968-677BB5C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DA56D-A362-44A0-A548-9C35CD3F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Alcance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3746D-573F-49EA-A567-F51B4D80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6B824-CCC2-4162-80DB-122253E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189DE-6102-42A2-A512-7E75B93B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2F672-CDA5-4B19-89FA-CC7FA5E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nivel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469D7-C24F-427E-A15C-6154BD3D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615AB-2BDB-4429-87D9-21E993E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3F6E3-5EFE-4C53-BCA6-0323628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B4CA9-A535-4DDB-B33D-FA2C55C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resolución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6BAF9-BD5C-4870-9AD9-4CEA29F6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272538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2646F-FFD4-46A6-8B39-5879E605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28CF9-70F1-44CB-9786-B85E7E88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CECF-1B4F-4714-96BF-8642D88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AEF87-25CE-49D8-9A83-BFBE5320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67DBA-CE91-4E0E-8C43-19AEA7DE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A4441-E782-499D-B3D2-750116D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2C963-66AA-466C-A1DE-DE552895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383E1-406C-484F-ABDB-5D32DC87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Feria de modelos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2F051-0531-4A57-A5E1-1002C91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78CD-8CF9-4A2F-AED3-56066EE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56386-FCB6-45F3-9F19-4CAD3F5B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A21AD-3163-4567-B493-6F9F9789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1E96E-1B70-4253-8E65-17FEE81E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8306F-4178-426D-92AA-EE7CA04B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796231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BA853-327F-4AE2-A7CE-5BAE809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B8B1D-4EF8-43B8-804A-6A26C04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70310-940F-4925-A165-03EC85E6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C5614-9FE8-480B-88B0-14CF672E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12D30-75E6-4B24-92E2-9B468D02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B6B8F-A043-4744-B8FD-7520215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A631-33BF-45E9-9F33-3A069F2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F6AD3-D611-4600-82F9-1D4504C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audiencias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3245E-D9E1-42A2-BD5D-789BA91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F959D-56F4-46B4-9E3C-13CFB07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EF28C-21C5-415B-9E98-CA4AB59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A57CA-D144-4E39-9348-F50D65F7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78930-4963-4331-8D4E-6895C18E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D01B4-E61B-415F-BF82-7E7F07D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C29D3-061C-4E13-87A3-E853D9C9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96247-8075-4FD7-B9E3-2E7F2921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88BC1-2B5B-470D-BA70-62329DF8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92DCD-0DA8-4741-A4C9-4374714A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7FDC0-4D23-4685-AD98-F9D96D7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5732D-3D38-449E-BFE8-9BCFC8F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38539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E0FBF-5148-4280-A96D-B418799C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42CBD-4D57-4F26-8D7F-A5775774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9FB1A-50D0-4315-9FA9-3DD87F9E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1E2AF-FC11-433D-A217-E55BFEF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93240-DD8F-4BEA-9073-3CDE794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E2F1F-C989-47AF-B5E1-FA4DE05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C7E2-9B07-4443-8CCA-EF09FD08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14239-63CC-4678-887C-4BF6E279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Vigente y propuesto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C749C-1288-43A8-B2E6-A45EA157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2713C-572D-4D8C-A354-308319A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43F9A-9A55-496F-AB54-4209592B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DD417-4724-4B7E-A839-6025934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60E59-3E07-488D-A774-129504A8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55F05-C0ED-409C-A9AB-227C9609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85551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26F6D-D903-4638-9BD6-EE6118CA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4BAF4-84DF-44C5-8B87-82A5662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9A4B3-5AAC-425F-951C-4D917F4E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06FBB-9D3E-44B5-B4E4-C86CD6B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D6012-3EF5-48C0-AA4E-5625FB7D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6A1A-C8D4-45EA-A85D-62A61FDB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55324-DAD6-457C-A775-D30D8565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FAB77-AEDD-43D4-BEAA-C2E0676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Costos de ciclo de vida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AD4A7-C84D-4406-8093-E8E9D4B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3B567-17BF-4B51-80DD-DB89006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EDDEF-A317-45D3-BFBB-502816D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0071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C6C97-7130-4077-AB3C-60BBDAB9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C313A-A863-4049-97CD-0123887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4DB36-2B4E-4627-BD7D-5399B39F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EDB57-E5AF-4015-90A2-490690C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44962-CB6F-40C2-846B-60D1D91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50293-88E0-4DC8-96DF-170957C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F572A-5CE4-4CC8-9A0D-48CFEB9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5467-15AD-409F-A27A-304DD3A9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ciega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67CA8-706F-406C-BDF1-D619B8E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B8A7-2CCC-4DCC-BC69-5E63BDDD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A72AB-7595-4501-A63E-D627466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91E53-968C-4DDA-9D24-B8F437A9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7F7DF-A762-49F5-855A-4B7CADD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FDA5C-515D-4FDF-9126-4AAE059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86F2D-DE00-46CA-948A-90517A45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F353B-57AA-4553-AF48-BC74270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97A30-594C-44D5-AE94-03A84D3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6CF3B-6A7A-4970-8756-74ACAFCA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0FD4E-F4C2-46D4-8516-8BDD4D1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95C8C-3CA1-475B-AA44-67D095C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6991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0E46C-256A-453E-8BE3-56D11FF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399A0-0753-49CA-931D-9906730B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207F-8247-4809-B465-37927BA6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EEF63-56C5-471C-86F3-69547CF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CD32B-82E0-45D3-941D-F46F855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ABF84-BB9E-431B-9B2A-A6517784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8180C-C9E6-4480-AF67-9CDB1CFC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27428-5FC9-48D7-9FE7-90560C6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Criterio de descarte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90B98-8515-4038-9E15-AA82A9FB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7F5EC-4CFC-4723-8E2F-56C91B2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B889D-9CAB-4A70-ACDE-B378E594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D191C-8916-40C2-BCB8-EFF0D1D5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B31A1-1C16-4D7E-B4F5-2B272EC1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AEF2C-673C-4B95-9A90-4D5BAFF5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C2A02-BE4B-41EB-86E4-3332248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07170-F5E9-4ECB-BAC1-B460FAD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61E17-C7DA-4D38-9E6F-950D2683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34BD6-770A-40AC-8A60-B33C02E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23AC4-4F52-46DB-8B72-F6981B3F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980B9-673E-4706-9C87-75F37BD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0828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6779F-312D-42FD-8141-AB1C21BD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AA19E-97E5-49D1-8D40-023CA12C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D6A95-8B44-4088-BB5B-0E4E330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EE5F-9301-4EBA-928A-3654D7D2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08E90-3097-4522-A127-76481B3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FE2C3-E268-44E0-8376-7B2B088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3D9C6-F910-4795-BB6B-4D375CC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97205-4A02-46AA-9F2C-286FF5D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E4D72-67BB-4C67-81D3-3C06CDC4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8081-68E6-44F8-B4E6-BF52A931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4DC1-212D-4F98-AEFD-1E3E8F6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C7A11-B3C4-4D14-96AF-F066DAF9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D5B07-0098-4120-A604-C51DE81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27621-B794-4540-931A-74333B92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E776D-22B6-4C50-8369-5CCEDD3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mínima de modelos de HH-15, probada con audiencias distintas y justificada por pregunta, decisión, evidencia, resolución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18643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2026-09-12T16:23:02.3810000Z</dcterms:created>
  <dcterms:modified xsi:type="dcterms:W3CDTF">2026-09-12T16:23:02.3810000Z</dcterms:modified>
</coreProperties>
</file>