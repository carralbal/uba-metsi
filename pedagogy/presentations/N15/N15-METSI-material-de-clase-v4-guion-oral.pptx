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503c6eb8c4932" /><Relationship Type="http://schemas.openxmlformats.org/officeDocument/2006/relationships/extended-properties" Target="/docProps/app.xml" Id="Rc967e8d308a9464c" /><Relationship Type="http://schemas.openxmlformats.org/officeDocument/2006/relationships/officeDocument" Target="/ppt/presentation.xml" Id="R73b12a8ad7a3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eff8e7a134baa"/>
  </p:sldMasterIdLst>
  <p:notesMasterIdLst>
    <p:notesMasterId xmlns:r="http://schemas.openxmlformats.org/officeDocument/2006/relationships" r:id="Re954d47fcd414975"/>
  </p:notesMasterIdLst>
  <p:sldIdLst>
    <p:sldId xmlns:r="http://schemas.openxmlformats.org/officeDocument/2006/relationships" id="256" r:id="Rcf8e9a52f269433d"/>
    <p:sldId xmlns:r="http://schemas.openxmlformats.org/officeDocument/2006/relationships" id="257" r:id="Rb49c22d610b8479c"/>
    <p:sldId xmlns:r="http://schemas.openxmlformats.org/officeDocument/2006/relationships" id="258" r:id="R06b7954898a44064"/>
    <p:sldId xmlns:r="http://schemas.openxmlformats.org/officeDocument/2006/relationships" id="259" r:id="R71563f7da6f24b12"/>
    <p:sldId xmlns:r="http://schemas.openxmlformats.org/officeDocument/2006/relationships" id="260" r:id="R2f43a4cd71ba4726"/>
    <p:sldId xmlns:r="http://schemas.openxmlformats.org/officeDocument/2006/relationships" id="261" r:id="R341ceecc55624765"/>
    <p:sldId xmlns:r="http://schemas.openxmlformats.org/officeDocument/2006/relationships" id="262" r:id="R9bb221a6c17f428f"/>
    <p:sldId xmlns:r="http://schemas.openxmlformats.org/officeDocument/2006/relationships" id="263" r:id="R56e6d1b6268349f7"/>
    <p:sldId xmlns:r="http://schemas.openxmlformats.org/officeDocument/2006/relationships" id="264" r:id="Rdc3cee610bbd4bbb"/>
    <p:sldId xmlns:r="http://schemas.openxmlformats.org/officeDocument/2006/relationships" id="265" r:id="R4d4a4c6b9b164e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ee5e3c1b1452d" /><Relationship Type="http://schemas.openxmlformats.org/officeDocument/2006/relationships/slideMaster" Target="/ppt/slideMasters/slideMaster1.xml" Id="Rfb3eff8e7a134baa" /><Relationship Type="http://schemas.openxmlformats.org/officeDocument/2006/relationships/notesMaster" Target="/ppt/notesMasters/notesMaster1.xml" Id="Re954d47fcd414975" /><Relationship Type="http://schemas.openxmlformats.org/officeDocument/2006/relationships/presProps" Target="/ppt/presProps.xml" Id="Rc35853d73f6d40f4" /><Relationship Type="http://schemas.openxmlformats.org/officeDocument/2006/relationships/tableStyles" Target="/ppt/tableStyles.xml" Id="Rcd73bb07a9a84b41" /><Relationship Type="http://schemas.openxmlformats.org/officeDocument/2006/relationships/slide" Target="/ppt/slides/slide1.xml" Id="Rcf8e9a52f269433d" /><Relationship Type="http://schemas.openxmlformats.org/officeDocument/2006/relationships/slide" Target="/ppt/slides/slide2.xml" Id="Rb49c22d610b8479c" /><Relationship Type="http://schemas.openxmlformats.org/officeDocument/2006/relationships/slide" Target="/ppt/slides/slide3.xml" Id="R06b7954898a44064" /><Relationship Type="http://schemas.openxmlformats.org/officeDocument/2006/relationships/slide" Target="/ppt/slides/slide4.xml" Id="R71563f7da6f24b12" /><Relationship Type="http://schemas.openxmlformats.org/officeDocument/2006/relationships/slide" Target="/ppt/slides/slide5.xml" Id="R2f43a4cd71ba4726" /><Relationship Type="http://schemas.openxmlformats.org/officeDocument/2006/relationships/slide" Target="/ppt/slides/slide6.xml" Id="R341ceecc55624765" /><Relationship Type="http://schemas.openxmlformats.org/officeDocument/2006/relationships/slide" Target="/ppt/slides/slide7.xml" Id="R9bb221a6c17f428f" /><Relationship Type="http://schemas.openxmlformats.org/officeDocument/2006/relationships/slide" Target="/ppt/slides/slide8.xml" Id="R56e6d1b6268349f7" /><Relationship Type="http://schemas.openxmlformats.org/officeDocument/2006/relationships/slide" Target="/ppt/slides/slide9.xml" Id="Rdc3cee610bbd4bbb" /><Relationship Type="http://schemas.openxmlformats.org/officeDocument/2006/relationships/slide" Target="/ppt/slides/slide10.xml" Id="R4d4a4c6b9b164e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5f8cd49930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6eaceca3d34b87" /><Relationship Type="http://schemas.openxmlformats.org/officeDocument/2006/relationships/notesMaster" Target="/ppt/notesMasters/notesMaster1.xml" Id="R206a176be55d41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224cbe247f4524" /><Relationship Type="http://schemas.openxmlformats.org/officeDocument/2006/relationships/notesMaster" Target="/ppt/notesMasters/notesMaster1.xml" Id="R4aab164c154042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1b73410ffa4688" /><Relationship Type="http://schemas.openxmlformats.org/officeDocument/2006/relationships/notesMaster" Target="/ppt/notesMasters/notesMaster1.xml" Id="Rdb631b1ddf5c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b6e4d3bead4c84" /><Relationship Type="http://schemas.openxmlformats.org/officeDocument/2006/relationships/notesMaster" Target="/ppt/notesMasters/notesMaster1.xml" Id="Re31b7078d875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3ba7f917c4507" /><Relationship Type="http://schemas.openxmlformats.org/officeDocument/2006/relationships/notesMaster" Target="/ppt/notesMasters/notesMaster1.xml" Id="R1e0c43068fb643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16321e313f4cc6" /><Relationship Type="http://schemas.openxmlformats.org/officeDocument/2006/relationships/notesMaster" Target="/ppt/notesMasters/notesMaster1.xml" Id="Recce607774de40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2d16d205ce4db6" /><Relationship Type="http://schemas.openxmlformats.org/officeDocument/2006/relationships/notesMaster" Target="/ppt/notesMasters/notesMaster1.xml" Id="R0a8cf4ae955746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7efa27f55c4d48" /><Relationship Type="http://schemas.openxmlformats.org/officeDocument/2006/relationships/notesMaster" Target="/ppt/notesMasters/notesMaster1.xml" Id="Rfc4574834d8c47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fc58c97d914e10" /><Relationship Type="http://schemas.openxmlformats.org/officeDocument/2006/relationships/notesMaster" Target="/ppt/notesMasters/notesMaster1.xml" Id="R0dc0c0933a784f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9b90d03f584ab2" /><Relationship Type="http://schemas.openxmlformats.org/officeDocument/2006/relationships/notesMaster" Target="/ppt/notesMasters/notesMaster1.xml" Id="R053ad6a91a4b41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Seleccionar modelos según pregunta, audiencia y costo.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modelo conviene construir para responder una pregunta concreta sin agregar detalle, confusión o mantenimiento que la decisión no necesita?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pregunta responde este modelo? ¿Qué diferencia decidió omitir?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elige una representación para explicar HH-15 antes de conocer la pregunta. Registra la herramienta o hábito que orientó su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diferencia decidió omitir? ¿Qué audiencia y preocupación lo justifican?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reciben decisiones distintas y formulan qué necesitan saber. Separan preguntas de proceso, estado, estructura, causalidad, experiencia y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audiencia y preocupación lo justifican? ¿Qué resolución necesita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distinguir alcance, nivel, resolución, vista, notación y versión mediante elecciones observadas en el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resolución necesita la decisión? ¿Representa lo vigente o lo propuesto?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recibe familias de representación y debe asociarlas con preguntas. Puede combinar modelos, pero por cada uno declara qué omite deliberadamente y qué evidencia necesita.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¿Representa lo vigente o lo propuesto? ¿Cuánto cuesta mantenerlo y retirarlo?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misma decisión se presenta a Operaciones, Tecnología y Dirección. Los equipos cambian resolución y vista sin alterar los conceptos críticos ni borrar incertidumbre.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¿Cuánto cuesta mantenerlo y retirarlo? ¿Qué decisión tomó la audiencia sin explicación oral?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modelo consume fichas por construir, explicar, actualizar, gobernar y retirar. El equipo reduce su cartera hasta conservar sólo representaciones cuya ausencia impediría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tomó la audiencia sin explicación oral? ¿Qué pregunta responde este modelo?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recibe la cartera sin exposición oral. Debe responder la pregunta asignada, señalar ambigüedades y detectar si mezcla vigente y propuesto. El equipo autor mantiene, corrige o retira.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pregunta responde este modelo? ¿Qué diferencia decidió omitir?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registra dos modelos que parecen contradecirse y qué tipo de diferencia debería investigar N16.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diferencia decidió omitir? ¿Qué audiencia y preocupación lo justifican?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cartera mínima de modelos de HH-15, probada con audiencias distintas y justificada por pregunta, decisión, evidencia, resolución y costo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ab77b0d2e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4bab609764b15" /><Relationship Type="http://schemas.openxmlformats.org/officeDocument/2006/relationships/slideLayout" Target="/ppt/slideLayouts/slideLayout1.xml" Id="Rf58bc3d5f872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8bc3d5f872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dbfb12d214fb3" /><Relationship Type="http://schemas.openxmlformats.org/officeDocument/2006/relationships/notesSlide" Target="/ppt/notesSlides/notesSlide1.xml" Id="R32eb18531bcb40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a467416a5403c" /><Relationship Type="http://schemas.openxmlformats.org/officeDocument/2006/relationships/notesSlide" Target="/ppt/notesSlides/notesSlide2.xml" Id="Re0657fe2e3c24f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598ce67834a67" /><Relationship Type="http://schemas.openxmlformats.org/officeDocument/2006/relationships/notesSlide" Target="/ppt/notesSlides/notesSlide3.xml" Id="R16f75185a15947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9d348c8ff4432" /><Relationship Type="http://schemas.openxmlformats.org/officeDocument/2006/relationships/notesSlide" Target="/ppt/notesSlides/notesSlide4.xml" Id="R1b5e74a4fb94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7e39b00640d3" /><Relationship Type="http://schemas.openxmlformats.org/officeDocument/2006/relationships/notesSlide" Target="/ppt/notesSlides/notesSlide5.xml" Id="R82c860d0de4e44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b73395c9b4fde" /><Relationship Type="http://schemas.openxmlformats.org/officeDocument/2006/relationships/notesSlide" Target="/ppt/notesSlides/notesSlide6.xml" Id="Rf8ca3d3b95e740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e1e1940724870" /><Relationship Type="http://schemas.openxmlformats.org/officeDocument/2006/relationships/notesSlide" Target="/ppt/notesSlides/notesSlide7.xml" Id="R8ca30c1a468a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7830e590e4f94" /><Relationship Type="http://schemas.openxmlformats.org/officeDocument/2006/relationships/notesSlide" Target="/ppt/notesSlides/notesSlide8.xml" Id="Ra439f31fc94748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c475fdcd74ab4" /><Relationship Type="http://schemas.openxmlformats.org/officeDocument/2006/relationships/notesSlide" Target="/ppt/notesSlides/notesSlide9.xml" Id="R1560254d7dee42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e482c82f64ce7" /><Relationship Type="http://schemas.openxmlformats.org/officeDocument/2006/relationships/notesSlide" Target="/ppt/notesSlides/notesSlide10.xml" Id="R135c8436487e4e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BDA97-AFB1-4779-ACFD-70E9E807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07104-083B-4460-8F7E-2C7D0958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C96D7-7814-406B-A282-72051294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E2400-4BD9-40F0-8525-3E7D9563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434D5-AD77-427E-8C38-5CCB532E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0ED15-C8EB-49AC-930E-E036D4F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CF987-55AB-4E7B-B2F7-29676C91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EE9A8-0FF9-4C54-AD49-5BB8EDA7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2C438-4B2D-4276-A4E0-918817E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9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Seleccionar modelos según pregunta, audiencia y costo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55920-5DC2-4C76-A4E9-0169A12D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modelo conviene construir para responder una pregunta concreta sin agregar detalle, confusión o mantenimiento que la decisión no necesita?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08497-AED5-439B-9E21-FA1C8239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71D9B-15C5-454A-BD54-FCF6A7DE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349366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DFB4F-100F-4990-82C3-5286926B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9F30E-F457-4170-A9D5-14850F50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5D8B7-4537-408B-B908-827AEB2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024D9-DF8A-41BA-A000-ACD8B83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9B29F-D884-47C6-8AFC-F4E413A5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EA30-12AA-48ED-A10E-4B6A580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37A76-C67D-41FB-BF6A-CBD5FC34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1C038-0263-46B3-A19E-93AE46FB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Oferta de 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9DA68-49AC-42DE-B1FD-AFD891BD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4EAFD-42DF-4204-86F2-4B4ED85C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756D9-E718-47E0-BCDC-F293A23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elige una representación para explicar HH-15 antes de conocer la pregunta. Registra la herramienta o hábito que orientó su elección.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B9F8C-3F9E-46E4-B257-6BCFBBF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0CD77-8284-436B-8602-B5B81A28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ADCD6-FF60-4375-AB38-6773922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332ED-8ACE-4D55-8B1C-A37B1591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8F174-7403-4386-BB11-772A1408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404C2-DE1F-41C0-B7EB-47712ED8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09352-6BE7-4E0B-9CFB-CCB5B3F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973A3-0BA7-4D24-B3D8-31F98F8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7D56F-3B76-4715-B377-0B1F0CF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89F3C-64A7-494C-BADA-A978ECBE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69987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F4571-5DA4-4450-A580-0504E4F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B9438-6499-4609-95E2-32D7C5C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82F06-753E-4B8C-9A65-F97076F3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62E10-4811-405B-B427-A41DE313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2BC2E-468B-4C87-A528-79F7308F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94C2C-0B05-4B5B-A005-66CE0AB5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6804C-83D8-435C-A210-C95F190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D0139-990A-48DC-932F-5DD1197A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Descomposición por preguntas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50544-0CF0-449E-8A39-D93E80EA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8510D-32A0-4B8A-B68B-ECF348B0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E92FF-81DC-46B2-882C-7FFFF411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decisiones distintas y formulan qué necesitan saber. Separan preguntas de proceso, estado, estructura, causalidad, experiencia y autoridad.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FF9D7-FF3C-4C02-944A-B11C246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4D7E7-BE72-4DA4-80A4-CC17B2D6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7448F-9DD9-4828-A403-CDA84B1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Alcance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6216E-051B-40CF-B831-9D5B5661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924EB-6DE6-4C1E-B310-77CE3E23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BDA50-2D99-429C-A936-9E75C636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EECEB-32A2-409C-B464-3A541D15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nivel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7A10A-8810-4D67-8B7E-63361654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9D814-BBE7-4703-B1D1-1ECC5935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3DFEE-408E-4027-888E-C5D0FFC8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D7850-A7F0-4A1F-8218-CAA98C3D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resolución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052C8-7859-4067-9C05-58BC1F41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098483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58E1B-DC79-4AD8-81EF-6DAA21EC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E7B57-6A42-4818-AF97-AB60B1EF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73A97-BA7B-447B-B3F1-7BA331E5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0280E-D66F-4B82-BD52-A7D73B0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2C9D9-9B3F-41AF-AED3-E70F341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44A22-B99D-4608-B815-ADA7C08D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0C1FF-90C8-4388-8A3F-9F63F4BC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CE2DF-36C2-4B09-A5CF-0090038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selección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633B7-4CEE-4A67-A57A-92EA741F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6638E-0E9D-44C7-B7A9-83F0E8F1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E01A0-7077-497C-81C1-06735696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alcance, nivel, resolución, vista, notación y versión mediante elecciones observadas en el grupo.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D747B-CAE1-4C65-A84E-57F7C0F6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264A3-B330-475B-B8C3-FF52918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E7957-898B-4A0B-8303-88B2520B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B1ED7-F571-4F47-93FC-A776360E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3F409-6CD3-4577-A406-6F3F346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1793A-2140-45E3-9F8D-091D3440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278670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0C7B4-8AFC-4571-B7F0-8E73366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6AD5B-D042-4BBF-825F-7177750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A58DD-D1D4-4F41-B0BE-C9B21B6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9EAC3-59AB-43B8-87BC-5D48013D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E151D-936A-4ACB-B66F-2DB5D414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F1FF6-515B-4A56-BA22-B43232EB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89A34-8EC0-4D4A-B52F-A4FEBD40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A7895-217F-4160-8A05-1137F9E5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Feria de modelos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9DA01-D576-426A-8D7C-538ACC68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22241-1DB8-4CAC-8443-BFB53989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F1F07-66F9-477B-83D9-EC2FA16F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familias de representación y debe asociarlas con preguntas. Puede combinar modelos, pero por cada uno declara qué omite deliberadamente y qué evidencia necesita.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2FA70-B20D-4C92-A20E-32AA1A7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864F2-53E3-4AE9-A784-F32297A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87A32-9064-4783-B8DE-677E651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25BC5-A3C2-40E1-B30D-3112CCA7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8AB02-143E-4DC3-A20E-E1A9C93B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4E2FEB-8546-4D3E-924E-84B837A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0F6C7-D6E1-43D7-8052-483210A5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07CB3-5FB9-48EF-A283-98CAE4BB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F921C-2861-4D38-A766-8E1C3BB9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B1C91-EA92-4EA5-8464-38B251D0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C32FA-80AD-474B-8498-6A61DBC2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486EC-116D-480B-B33A-B5C78303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2795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4888A-8753-488B-B9AA-98E135CB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8ECFE-1BBF-4621-BECF-D45DC4AC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AED7D-A702-4D99-AE9A-106C083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5A64F-344E-4AD8-9DA6-44801902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716B9-6929-4834-B0B7-5D146C7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F6BFA8-9A30-4341-8897-B54A2F2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91FA1-0B14-449F-8E17-1F625A75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2B730-1F1B-4F8F-B41C-1B9B0CA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Traducción entre audiencias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0ED7A-1E8F-421D-9E7D-079F9A07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16861-7CCB-48AD-909C-12D01C52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083B4-28B0-48F0-B9C5-76C90D2C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6A6AD-101F-49A2-A74F-7EA20E77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417DF-3688-4038-9614-7534E9E4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Vigente y propuesto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7AF90-F87C-40CB-A7DA-7C684DE8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misma decisión se presenta a Operaciones, Tecnología y Dirección. Los equipos cambian resolución y vista sin alterar los conceptos críticos ni borrar incertidumbre.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EFD86-95AA-4A76-993D-20BCFEC3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F918A-EDED-4DC8-947E-F9B159CE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92880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761F4-FC5A-4488-ABA4-FFBA670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50E69-BE33-4CB5-9D03-7EE1C74B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22A4B-CEDE-40A4-9550-96F9887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208E3-D023-4F38-90F0-4C6BF95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10E88-49A8-4B83-A125-4E6C450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4795A-E2E0-4A92-8C84-7BA5934B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388C8-4434-403F-990C-4B209A8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BC89A-13EE-4DC2-B628-B88AADE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costo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CCCA-DFC1-44FD-8BD7-29EBAC8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E48DF-8E1A-429A-8C22-B3D502AF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2D163-F623-4D68-9A7D-66EFB5A8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A47B2-F90E-426D-B741-9E6974A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FC966-7871-4EBB-91ED-78EDE5B3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Cada modelo consume fichas por construir, explicar, actualizar, gobernar y retirar. El equipo reduce su cartera hasta conservar sólo representaciones cuya ausencia impediría una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11CFB-174B-444D-98AE-3B272A50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111426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F275D-0F2C-4EF6-9854-C73F69C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FE0F5-0736-4646-8EA4-B4537CE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43A5B-A4D1-42A4-8920-6A97F50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59DC2-F0C3-4C1B-8155-F71725BF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DDEBD-B99E-4760-9AF9-422AE1C1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56D94-688A-4DEA-91A9-DE0F9315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128C2-0585-4FAB-BB5E-65A40B12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D874D-7E4A-4556-8C50-F6DCCBE9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ciega de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8B3C5-FD48-4DBC-86C4-183E558B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64AAF-16D0-4FFE-A7A9-ADA8A20A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F0E93-34CF-4382-A5C5-ACFEAFB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recibe la cartera sin exposición oral. Debe responder la pregunta asignada, señalar ambigüedades y detectar si mezcla vigente y propuesto. El equipo autor mantiene, corrige o retira.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240F3-6C5B-4D5B-A529-99A0E727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E7511-4637-4AE4-9B7E-8D974628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C1243-8F5B-4ABE-BCB9-612E82C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A298B-10DE-4A88-B5FB-4311BDFD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291F4-90F3-4734-9FCC-4911C6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921B2-C2CB-4728-84F1-1946F35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C8EA2-ADDC-44CA-9D89-8BAF0E8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8C391-C915-4286-B6C0-0AA5A17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C64A5-D5C8-4C36-946B-FABF2D8C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8D7F5-14EE-4D86-B88D-C0A0C68C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D799C-0C2F-4C3C-8EC4-EFF70F7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C1CB7-CA61-48BB-B404-165A94CD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1188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8FA6B-22F6-4928-B67A-D2C618C1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99F6C-FB69-48C7-A745-C9A9A869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D70E5-C83F-4B5B-8093-A24A6AD8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E441F-886F-4842-89E1-7999701E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75C84-6E9F-4A4B-B8A6-8401034C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A2C67-76F0-4385-B9CB-59E72FBD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388AB-D06E-44AA-8ECE-E3D09E0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5E2FB-0913-4CAF-B9EC-B3ADC49B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672E5-C8F2-4981-A5B9-303F1DD2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57548-2A34-47DF-9D24-E53511A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994B1-4525-4418-A31A-68604DFF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registra dos modelos que parecen contradecirse y qué tipo de diferencia debería investigar N16.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D8CAE-F42D-47BB-AAD4-8DB63F8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30621-D771-4F9A-8319-3944E447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C5CB5-6580-4A43-A6B2-E07CDBC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E2A04-7105-474E-9F90-4E3D9DE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C2A72-D8C2-458A-A87B-F10FD3AA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10B6A-723D-4A23-B7E2-AD6EB8DC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03B8E-8976-4062-89BC-06BB52B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2BFCD-FB4D-463D-9E33-7FD65B7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50F44-639F-4245-94D0-2423647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603B0-3190-4B9D-AE77-22199E4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A9D6B-E23A-48C3-9FFE-66A6380D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92F6E-B481-4A33-B851-FB558E06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1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E1EB4-E9E8-462E-9047-0405189C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1F8B5-D743-4639-A739-D7DCBE0B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77A11-378F-4B89-A651-7945F69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334DE-CE88-44CC-84EC-BAD52F0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4840A-7E14-4AD9-A241-C7348D3E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78576-0499-453D-99FA-0FF977DC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FFF8-CE10-4C32-8863-F317BCFA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F5582-F4DE-4F9A-9E85-B134880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C400E-F6B7-48F5-B9C2-E7BCBA7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0294D-F57A-422D-B05A-5F4708C5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63692-8FBF-4712-9D0B-DDC829A1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5E700-8113-40C6-9C49-4CCFDD6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58CF3-796D-4912-8CD2-898E7084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D47DF-3E21-45AB-B2AE-075593C4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59FAE-A917-47DE-9BD6-873FE3B7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mínima de modelos de HH-15, probada con audiencias distintas y justificada por pregunta, decisión, evidencia, resolución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1860013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2026-09-15T15:47:04.0430000Z</dcterms:created>
  <dcterms:modified xsi:type="dcterms:W3CDTF">2026-09-15T15:47:04.0430000Z</dcterms:modified>
</coreProperties>
</file>