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4195a4b1464ec0" /><Relationship Type="http://schemas.openxmlformats.org/officeDocument/2006/relationships/extended-properties" Target="/docProps/app.xml" Id="Rbc9baaa97d354c4e" /><Relationship Type="http://schemas.openxmlformats.org/officeDocument/2006/relationships/officeDocument" Target="/ppt/presentation.xml" Id="R53f2de9fc38748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58917fec8f4ff3"/>
  </p:sldMasterIdLst>
  <p:notesMasterIdLst>
    <p:notesMasterId xmlns:r="http://schemas.openxmlformats.org/officeDocument/2006/relationships" r:id="Rdc619166eda14267"/>
  </p:notesMasterIdLst>
  <p:sldIdLst>
    <p:sldId xmlns:r="http://schemas.openxmlformats.org/officeDocument/2006/relationships" id="256" r:id="Rbb5c7bf8fda74bc4"/>
    <p:sldId xmlns:r="http://schemas.openxmlformats.org/officeDocument/2006/relationships" id="257" r:id="R76e2e878af56452c"/>
    <p:sldId xmlns:r="http://schemas.openxmlformats.org/officeDocument/2006/relationships" id="258" r:id="Rd2c27cf089204b24"/>
    <p:sldId xmlns:r="http://schemas.openxmlformats.org/officeDocument/2006/relationships" id="259" r:id="R940fbfd1d04e4e40"/>
    <p:sldId xmlns:r="http://schemas.openxmlformats.org/officeDocument/2006/relationships" id="260" r:id="Rdaaae820313e4ffd"/>
    <p:sldId xmlns:r="http://schemas.openxmlformats.org/officeDocument/2006/relationships" id="261" r:id="Re810026e238541c4"/>
    <p:sldId xmlns:r="http://schemas.openxmlformats.org/officeDocument/2006/relationships" id="262" r:id="R6c31995546414e52"/>
    <p:sldId xmlns:r="http://schemas.openxmlformats.org/officeDocument/2006/relationships" id="263" r:id="R432f9898c44d4e88"/>
    <p:sldId xmlns:r="http://schemas.openxmlformats.org/officeDocument/2006/relationships" id="264" r:id="Rcf20627dbfe24ddb"/>
    <p:sldId xmlns:r="http://schemas.openxmlformats.org/officeDocument/2006/relationships" id="265" r:id="R50f35bfb38254a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740e74ccaa477f" /><Relationship Type="http://schemas.openxmlformats.org/officeDocument/2006/relationships/slideMaster" Target="/ppt/slideMasters/slideMaster1.xml" Id="Re058917fec8f4ff3" /><Relationship Type="http://schemas.openxmlformats.org/officeDocument/2006/relationships/notesMaster" Target="/ppt/notesMasters/notesMaster1.xml" Id="Rdc619166eda14267" /><Relationship Type="http://schemas.openxmlformats.org/officeDocument/2006/relationships/presProps" Target="/ppt/presProps.xml" Id="Reef1c6f65ae4435b" /><Relationship Type="http://schemas.openxmlformats.org/officeDocument/2006/relationships/tableStyles" Target="/ppt/tableStyles.xml" Id="R1053efad4cb94165" /><Relationship Type="http://schemas.openxmlformats.org/officeDocument/2006/relationships/slide" Target="/ppt/slides/slide1.xml" Id="Rbb5c7bf8fda74bc4" /><Relationship Type="http://schemas.openxmlformats.org/officeDocument/2006/relationships/slide" Target="/ppt/slides/slide2.xml" Id="R76e2e878af56452c" /><Relationship Type="http://schemas.openxmlformats.org/officeDocument/2006/relationships/slide" Target="/ppt/slides/slide3.xml" Id="Rd2c27cf089204b24" /><Relationship Type="http://schemas.openxmlformats.org/officeDocument/2006/relationships/slide" Target="/ppt/slides/slide4.xml" Id="R940fbfd1d04e4e40" /><Relationship Type="http://schemas.openxmlformats.org/officeDocument/2006/relationships/slide" Target="/ppt/slides/slide5.xml" Id="Rdaaae820313e4ffd" /><Relationship Type="http://schemas.openxmlformats.org/officeDocument/2006/relationships/slide" Target="/ppt/slides/slide6.xml" Id="Re810026e238541c4" /><Relationship Type="http://schemas.openxmlformats.org/officeDocument/2006/relationships/slide" Target="/ppt/slides/slide7.xml" Id="R6c31995546414e52" /><Relationship Type="http://schemas.openxmlformats.org/officeDocument/2006/relationships/slide" Target="/ppt/slides/slide8.xml" Id="R432f9898c44d4e88" /><Relationship Type="http://schemas.openxmlformats.org/officeDocument/2006/relationships/slide" Target="/ppt/slides/slide9.xml" Id="Rcf20627dbfe24ddb" /><Relationship Type="http://schemas.openxmlformats.org/officeDocument/2006/relationships/slide" Target="/ppt/slides/slide10.xml" Id="R50f35bfb38254a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5aafad1cad45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92732961ed43bf" /><Relationship Type="http://schemas.openxmlformats.org/officeDocument/2006/relationships/notesMaster" Target="/ppt/notesMasters/notesMaster1.xml" Id="R6b340516fe5047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bc328744414162" /><Relationship Type="http://schemas.openxmlformats.org/officeDocument/2006/relationships/notesMaster" Target="/ppt/notesMasters/notesMaster1.xml" Id="Re623992961ae44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8b241e4d3849af" /><Relationship Type="http://schemas.openxmlformats.org/officeDocument/2006/relationships/notesMaster" Target="/ppt/notesMasters/notesMaster1.xml" Id="Rb2593cd472914c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e829bac1464b50" /><Relationship Type="http://schemas.openxmlformats.org/officeDocument/2006/relationships/notesMaster" Target="/ppt/notesMasters/notesMaster1.xml" Id="R217766fa57194e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d6af3d819a4901" /><Relationship Type="http://schemas.openxmlformats.org/officeDocument/2006/relationships/notesMaster" Target="/ppt/notesMasters/notesMaster1.xml" Id="R8adc89555ca14e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121e096b7a4ecd" /><Relationship Type="http://schemas.openxmlformats.org/officeDocument/2006/relationships/notesMaster" Target="/ppt/notesMasters/notesMaster1.xml" Id="Re21fe2526d6149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b35431a798416c" /><Relationship Type="http://schemas.openxmlformats.org/officeDocument/2006/relationships/notesMaster" Target="/ppt/notesMasters/notesMaster1.xml" Id="Rc30e42732aa14f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c956929a7449ad" /><Relationship Type="http://schemas.openxmlformats.org/officeDocument/2006/relationships/notesMaster" Target="/ppt/notesMasters/notesMaster1.xml" Id="R5981e11ae2d642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0445a67076499e" /><Relationship Type="http://schemas.openxmlformats.org/officeDocument/2006/relationships/notesMaster" Target="/ppt/notesMasters/notesMaster1.xml" Id="Rc5ae91900a054f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9b5ba732624a11" /><Relationship Type="http://schemas.openxmlformats.org/officeDocument/2006/relationships/notesMaster" Target="/ppt/notesMasters/notesMaster1.xml" Id="R5ea3b8412acc47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modelo antes de revelar la pregunta para exponer hábitos.</a:t>
            </a:r>
          </a:p>
          <a:p xmlns:a="http://schemas.openxmlformats.org/drawingml/2006/main">
            <a:r>
              <a:t>Señal para avanzar: Las elecciones tienen supuestos visibles.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cartera mínima de representaciones elegida por preguntas, audiencias y decisiones, no por disponibilidad de herramientas.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pregunta responde este modelo?</a:t>
            </a:r>
          </a:p>
          <a:p xmlns:a="http://schemas.openxmlformats.org/drawingml/2006/main">
            <a:r>
              <a:t>• ¿Qué diferencia decidió omitir?</a:t>
            </a:r>
          </a:p>
          <a:p xmlns:a="http://schemas.openxmlformats.org/drawingml/2006/main">
            <a:r>
              <a:t>• ¿Qué audiencia y preocupación lo justifican?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mínima de modelos de HH-15, probada con audiencias distintas y justificada por pregunta, decisión, evidencia, resolución y costo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Seis familias de pregunta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Oferta de modelo · 10 minutos</a:t>
            </a:r>
          </a:p>
          <a:p xmlns:a="http://schemas.openxmlformats.org/drawingml/2006/main">
            <a:r>
              <a:t>Cada persona elige una representación para explicar HH-15 antes de conocer la pregunta. Registra la herramienta o hábito que orientó su elección.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Clasificar necesidades de decisión, no nombres de artefactos.</a:t>
            </a:r>
          </a:p>
          <a:p xmlns:a="http://schemas.openxmlformats.org/drawingml/2006/main">
            <a:r>
              <a:t>Señal para avanzar: Cada pregunta exige diferencias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cartera mínima de representaciones elegida por preguntas, audiencias y decisiones, no por disponibilidad de herramientas.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diferencia decidió omitir?</a:t>
            </a:r>
          </a:p>
          <a:p xmlns:a="http://schemas.openxmlformats.org/drawingml/2006/main">
            <a:r>
              <a:t>• ¿Qué audiencia y preocupación lo justifican?</a:t>
            </a:r>
          </a:p>
          <a:p xmlns:a="http://schemas.openxmlformats.org/drawingml/2006/main">
            <a:r>
              <a:t>• ¿Qué resolución necesita la decisión?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mínima de modelos de HH-15, probada con audiencias distintas y justificada por pregunta, decisión, evidencia, resolución y costo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Alcance, nivel y resolución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Descomposición por preguntas · 15 minutos</a:t>
            </a:r>
          </a:p>
          <a:p xmlns:a="http://schemas.openxmlformats.org/drawingml/2006/main">
            <a:r>
              <a:t>Los equipos reciben decisiones distintas y formulan qué necesitan saber. Separan preguntas de proceso, estado, estructura, causalidad, experiencia y autoridad.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Usar un mismo caso en tres escalas.</a:t>
            </a:r>
          </a:p>
          <a:p xmlns:a="http://schemas.openxmlformats.org/drawingml/2006/main">
            <a:r>
              <a:t>Señal para avanzar: Los conceptos dejan de confundirse.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cartera mínima de representaciones elegida por preguntas, audiencias y decisiones, no por disponibilidad de herramientas.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audiencia y preocupación lo justifican?</a:t>
            </a:r>
          </a:p>
          <a:p xmlns:a="http://schemas.openxmlformats.org/drawingml/2006/main">
            <a:r>
              <a:t>• ¿Qué resolución necesita la decisión?</a:t>
            </a:r>
          </a:p>
          <a:p xmlns:a="http://schemas.openxmlformats.org/drawingml/2006/main">
            <a:r>
              <a:t>• ¿Representa lo vigente o lo propuesto?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mínima de modelos de HH-15, probada con audiencias distintas y justificada por pregunta, decisión, evidencia, resolución y costo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Feria de modelos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Clínica de selección · 10 minutos</a:t>
            </a:r>
          </a:p>
          <a:p xmlns:a="http://schemas.openxmlformats.org/drawingml/2006/main">
            <a:r>
              <a:t>El docente distingue alcance, nivel, resolución, vista, notación y versión mediante elecciones observadas en el grupo.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omisión deliberada y evidencia para cada oferta.</a:t>
            </a:r>
          </a:p>
          <a:p xmlns:a="http://schemas.openxmlformats.org/drawingml/2006/main">
            <a:r>
              <a:t>Señal para avanzar: Ningún modelo se presenta como total.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cartera mínima de representaciones elegida por preguntas, audiencias y decisiones, no por disponibilidad de herramientas.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resolución necesita la decisión?</a:t>
            </a:r>
          </a:p>
          <a:p xmlns:a="http://schemas.openxmlformats.org/drawingml/2006/main">
            <a:r>
              <a:t>• ¿Representa lo vigente o lo propuesto?</a:t>
            </a:r>
          </a:p>
          <a:p xmlns:a="http://schemas.openxmlformats.org/drawingml/2006/main">
            <a:r>
              <a:t>• ¿Cuánto cuesta mantenerlo y retirarlo?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mínima de modelos de HH-15, probada con audiencias distintas y justificada por pregunta, decisión, evidencia, resolución y costo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Tres audiencias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Feria de modelos · 20 minutos</a:t>
            </a:r>
          </a:p>
          <a:p xmlns:a="http://schemas.openxmlformats.org/drawingml/2006/main">
            <a:r>
              <a:t>Cada equipo recibe familias de representación y debe asociarlas con preguntas. Puede combinar modelos, pero por cada uno declara qué omite deliberadamente y qué evidencia necesita.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Cambiar vista sin cambiar hechos relevantes.</a:t>
            </a:r>
          </a:p>
          <a:p xmlns:a="http://schemas.openxmlformats.org/drawingml/2006/main">
            <a:r>
              <a:t>Señal para avanzar: La traducción conserva trazabilidad.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cartera mínima de representaciones elegida por preguntas, audiencias y decisiones, no por disponibilidad de herramientas.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¿Representa lo vigente o lo propuesto?</a:t>
            </a:r>
          </a:p>
          <a:p xmlns:a="http://schemas.openxmlformats.org/drawingml/2006/main">
            <a:r>
              <a:t>• ¿Cuánto cuesta mantenerlo y retirarlo?</a:t>
            </a:r>
          </a:p>
          <a:p xmlns:a="http://schemas.openxmlformats.org/drawingml/2006/main">
            <a:r>
              <a:t>• ¿Qué decisión tomó la audiencia sin explicación oral?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mínima de modelos de HH-15, probada con audiencias distintas y justificada por pregunta, decisión, evidencia, resolución y costo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Vigente y propuesto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Traducción entre audiencias · 18 minutos</a:t>
            </a:r>
          </a:p>
          <a:p xmlns:a="http://schemas.openxmlformats.org/drawingml/2006/main">
            <a:r>
              <a:t>Una misma decisión se presenta a Operaciones, Tecnología y Dirección. Los equipos cambian resolución y vista sin alterar los conceptos críticos ni borrar incertidumbre.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Introducir tiempo, versión y leyenda.</a:t>
            </a:r>
          </a:p>
          <a:p xmlns:a="http://schemas.openxmlformats.org/drawingml/2006/main">
            <a:r>
              <a:t>Señal para avanzar: Las dos situaciones no se mezclan.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cartera mínima de representaciones elegida por preguntas, audiencias y decisiones, no por disponibilidad de herramientas.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¿Cuánto cuesta mantenerlo y retirarlo?</a:t>
            </a:r>
          </a:p>
          <a:p xmlns:a="http://schemas.openxmlformats.org/drawingml/2006/main">
            <a:r>
              <a:t>• ¿Qué decisión tomó la audiencia sin explicación oral?</a:t>
            </a:r>
          </a:p>
          <a:p xmlns:a="http://schemas.openxmlformats.org/drawingml/2006/main">
            <a:r>
              <a:t>• ¿Qué pregunta responde este modelo?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mínima de modelos de HH-15, probada con audiencias distintas y justificada por pregunta, decisión, evidencia, resolución y costo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Costos de ciclo de vida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Subasta de costo total · 17 minutos</a:t>
            </a:r>
          </a:p>
          <a:p xmlns:a="http://schemas.openxmlformats.org/drawingml/2006/main">
            <a:r>
              <a:t>Cada modelo consume fichas por construir, explicar, actualizar, gobernar y retirar. El equipo reduce su cartera hasta conservar sólo representaciones cuya ausencia impediría una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Incluir explicación, gobierno y retiro.</a:t>
            </a:r>
          </a:p>
          <a:p xmlns:a="http://schemas.openxmlformats.org/drawingml/2006/main">
            <a:r>
              <a:t>Señal para avanzar: La cartera puede reducirse.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cartera mínima de representaciones elegida por preguntas, audiencias y decisiones, no por disponibilidad de herramientas.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tomó la audiencia sin explicación oral?</a:t>
            </a:r>
          </a:p>
          <a:p xmlns:a="http://schemas.openxmlformats.org/drawingml/2006/main">
            <a:r>
              <a:t>• ¿Qué pregunta responde este modelo?</a:t>
            </a:r>
          </a:p>
          <a:p xmlns:a="http://schemas.openxmlformats.org/drawingml/2006/main">
            <a:r>
              <a:t>• ¿Qué diferencia decidió omitir?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mínima de modelos de HH-15, probada con audiencias distintas y justificada por pregunta, decisión, evidencia, resolución y costo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Prueba ciega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Prueba ciega de decisión · 22 minutos</a:t>
            </a:r>
          </a:p>
          <a:p xmlns:a="http://schemas.openxmlformats.org/drawingml/2006/main">
            <a:r>
              <a:t>Otro equipo recibe la cartera sin exposición oral. Debe responder la pregunta asignada, señalar ambigüedades y detectar si mezcla vigente y propuesto. El equipo autor mantiene, corrige o retira.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Prohibir defensa oral durante la primera lectura.</a:t>
            </a:r>
          </a:p>
          <a:p xmlns:a="http://schemas.openxmlformats.org/drawingml/2006/main">
            <a:r>
              <a:t>Señal para avanzar: La utilidad se observa en una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cartera mínima de representaciones elegida por preguntas, audiencias y decisiones, no por disponibilidad de herramientas.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pregunta responde este modelo?</a:t>
            </a:r>
          </a:p>
          <a:p xmlns:a="http://schemas.openxmlformats.org/drawingml/2006/main">
            <a:r>
              <a:t>• ¿Qué diferencia decidió omitir?</a:t>
            </a:r>
          </a:p>
          <a:p xmlns:a="http://schemas.openxmlformats.org/drawingml/2006/main">
            <a:r>
              <a:t>• ¿Qué audiencia y preocupación lo justifican?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mínima de modelos de HH-15, probada con audiencias distintas y justificada por pregunta, decisión, evidencia, resolución y costo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Criterio de descarte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Cada persona registra dos modelos que parecen contradecirse y qué tipo de diferencia debería investigar N16.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se perdería al retirar el modelo.</a:t>
            </a:r>
          </a:p>
          <a:p xmlns:a="http://schemas.openxmlformats.org/drawingml/2006/main">
            <a:r>
              <a:t>Señal para avanzar: Cada permanencia tiene fundamento.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cartera mínima de representaciones elegida por preguntas, audiencias y decisiones, no por disponibilidad de herramientas.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diferencia decidió omitir?</a:t>
            </a:r>
          </a:p>
          <a:p xmlns:a="http://schemas.openxmlformats.org/drawingml/2006/main">
            <a:r>
              <a:t>• ¿Qué audiencia y preocupación lo justifican?</a:t>
            </a:r>
          </a:p>
          <a:p xmlns:a="http://schemas.openxmlformats.org/drawingml/2006/main">
            <a:r>
              <a:t>• ¿Qué resolución necesita la decisión?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mínima de modelos de HH-15, probada con audiencias distintas y justificada por pregunta, decisión, evidencia, resolución y costo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Comparar dos vistas sin corregirlas todavía.</a:t>
            </a:r>
          </a:p>
          <a:p xmlns:a="http://schemas.openxmlformats.org/drawingml/2006/main">
            <a:r>
              <a:t>Señal para avanzar: Surge una contradicción clasificable.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cartera mínima de representaciones elegida por preguntas, audiencias y decisiones, no por disponibilidad de herramientas.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audiencia y preocupación lo justifican?</a:t>
            </a:r>
          </a:p>
          <a:p xmlns:a="http://schemas.openxmlformats.org/drawingml/2006/main">
            <a:r>
              <a:t>• ¿Qué resolución necesita la decisión?</a:t>
            </a:r>
          </a:p>
          <a:p xmlns:a="http://schemas.openxmlformats.org/drawingml/2006/main">
            <a:r>
              <a:t>• ¿Representa lo vigente o lo propuesto?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mínima de modelos de HH-15, probada con audiencias distintas y justificada por pregunta, decisión, evidencia, resolución y costo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8a09faef0c45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7289b5872f4daf" /><Relationship Type="http://schemas.openxmlformats.org/officeDocument/2006/relationships/slideLayout" Target="/ppt/slideLayouts/slideLayout1.xml" Id="R672ac58f114645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2ac58f114645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1bfd349894d0c" /><Relationship Type="http://schemas.openxmlformats.org/officeDocument/2006/relationships/notesSlide" Target="/ppt/notesSlides/notesSlide1.xml" Id="R8803919bee464f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f3e8f95944972" /><Relationship Type="http://schemas.openxmlformats.org/officeDocument/2006/relationships/notesSlide" Target="/ppt/notesSlides/notesSlide2.xml" Id="Rb8dbc91b4cbe49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8168764304e14" /><Relationship Type="http://schemas.openxmlformats.org/officeDocument/2006/relationships/notesSlide" Target="/ppt/notesSlides/notesSlide3.xml" Id="R06d557ac7f5e40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80a4917bc4438" /><Relationship Type="http://schemas.openxmlformats.org/officeDocument/2006/relationships/notesSlide" Target="/ppt/notesSlides/notesSlide4.xml" Id="R6c231d9166c544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3542d16c8482f" /><Relationship Type="http://schemas.openxmlformats.org/officeDocument/2006/relationships/notesSlide" Target="/ppt/notesSlides/notesSlide5.xml" Id="Rbb4abc7d56a949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6a8a7f32d4dbf" /><Relationship Type="http://schemas.openxmlformats.org/officeDocument/2006/relationships/notesSlide" Target="/ppt/notesSlides/notesSlide6.xml" Id="Rf0cab445af8748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f0dd0463d4d2c" /><Relationship Type="http://schemas.openxmlformats.org/officeDocument/2006/relationships/notesSlide" Target="/ppt/notesSlides/notesSlide7.xml" Id="R794b3dbb1d7245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cb2a9d6764314" /><Relationship Type="http://schemas.openxmlformats.org/officeDocument/2006/relationships/notesSlide" Target="/ppt/notesSlides/notesSlide8.xml" Id="R20e1a21b433949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e704d1fa7404d" /><Relationship Type="http://schemas.openxmlformats.org/officeDocument/2006/relationships/notesSlide" Target="/ppt/notesSlides/notesSlide9.xml" Id="R1c59ef11567141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31975d3ae4585" /><Relationship Type="http://schemas.openxmlformats.org/officeDocument/2006/relationships/notesSlide" Target="/ppt/notesSlides/notesSlide10.xml" Id="R048c1b9e10be4b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AF21B8-B987-4A6E-9FB4-734EABDE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F9708-05BE-4EC0-A7D2-9C7B1B22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783B3-9AA3-4F14-B0FF-77E6A996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5C43A-28B1-404C-80EA-B7B8D861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CA5AF-65BE-4398-9578-721E5BAF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16F1A-0295-42EB-B2E6-672FFE2A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CDBD1-21E0-46FE-8A1B-1680F5DF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299A9-7EDF-4224-A3EF-293D4DD1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1B5CE-359B-45C1-877D-F8A99A01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97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Seleccionar modelos según pregunta, audiencia y costo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DFB0B-49DB-48FA-9F96-C6E149F1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modelo conviene construir para responder una pregunta concreta sin agregar detalle, confusión o mantenimiento que la decisión no necesita?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0803B-8B44-4175-9893-4D5BA158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5D525-D03D-4264-AC34-B8B3A0FF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6153106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D0CAFD-43D9-4099-9620-5D241ECB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5E077-6171-4659-A85C-A52F7BE0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CCE5A-F3F6-4C98-AD4D-B992C99B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6B9FD-4F82-47FB-B942-0D1D736D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10E50-0362-4691-85CE-D32706A2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54584-D4A9-46B9-86A8-C447695D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56957-35E4-4901-B7AE-624BD680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B334C-AD1E-44D7-861B-91AF045F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Oferta de modelo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15978-542A-47FB-80EC-7BB22587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C72B6-AD32-4EA7-B28E-2A2EF523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33C50-6C07-4D4A-A2A6-282DB80E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elige una representación para explicar HH-15 antes de conocer la pregunta. Registra la herramienta o hábito que orientó su elección.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40BAE-5454-47FF-94C9-08BDD1CE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2900D1-5997-42C1-A297-3F301738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BCB04-526B-4ADC-82B4-0F12FA09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325F92-27C8-4A4D-B057-B64927E7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E51336-500F-4F47-A1D4-498E2DB7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7B5291-99F9-445E-9EC3-6D9F050D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3D2474-C096-426F-BF08-1FC8B1DF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89542D-4868-42A1-B757-E15FA66C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D45810-438C-4C64-8E82-21F4D698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6ED921-F98D-4DB9-ABC2-E7805C15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3795645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C116D1-2C55-464B-ABEE-04B6C41C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EF33D-FA99-4A6D-9AFF-2084290F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3BFE7-CB7C-4718-8F5B-AEA21B70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E5219-4B20-4C3B-BEF8-BD8BD338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AB7F9-72CE-4C6C-A208-3D1DBB6E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19341-AFF1-417C-AFA3-07B061CE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36321-7E6F-412C-A0F4-61C4DEF0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CEEFA-5EF6-491C-A10E-76EE4FAD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Descomposición por preguntas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BAB01-B3FE-4917-B0C3-BD30A35A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0B48F-5B1D-4E8D-9143-25B68CD4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F5DC04-881C-4353-93DC-4B6BF2DB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reciben decisiones distintas y formulan qué necesitan saber. Separan preguntas de proceso, estado, estructura, causalidad, experiencia y autoridad.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0D306-EB38-4282-99D7-4EBE975B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C992EF-11BA-4615-93F9-3E321434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51133-6FD9-4C8A-9D78-96805107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Alcance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28EB6-8FE1-4AFC-937C-37F9416A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CED46E-3C17-44CA-9153-95702EC0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7D5C8-6F87-4837-864F-107FB8B3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0BD3C2-83FF-4DAB-8741-6E26E4AC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nivel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F4EDE1-EFA1-421B-928D-A6C0FA02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A52D7F-5FC5-462E-B248-1C515C57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EE7A31-231C-4CA5-B25B-0EF8037C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674F4F-9F78-4FF3-B837-ECD7B503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resolución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D63EE6-BE39-4FF4-9A57-4EE839AB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295268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4C8716-4B9D-47C2-9C1A-17CDDD14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46161-20FE-40A1-BDF3-152B7541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34368-6FE1-44D0-BCE8-96516477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0FC92-AFEB-4968-B70A-13BFE052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EDF70-6585-47C9-80D4-BC99137A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271E4-84EC-49A0-9853-B489ECAD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674F0-5CA2-4895-929C-F1541ECD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0EBC0-F0AD-48F2-9494-F44708F2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selección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286CF-1E5A-4F43-81E8-1AC590FC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6E257-7A82-4676-A4A1-5DA38266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F8258-BA5C-46A4-AB55-ADCFBBA1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distingue alcance, nivel, resolución, vista, notación y versión mediante elecciones observadas en el grupo.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C8405-BEDD-4935-8F20-DF7003EB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8287E-89A5-4747-8A14-83E57906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8D346-965F-42E5-8D78-5F287894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5850C0-B52A-43FA-BB88-25999831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347BDB-501F-4D35-BC18-341F8A0A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1E2F50-5122-4E90-965B-DA50191F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6574953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968D78-CF04-4C0A-96D3-91FB3C8C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BBBD7-11D7-4323-AEFE-6FDE1A5E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21B09-82EF-40D2-8FFA-AF0A953D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FF235-08AF-44F4-9BB4-617B184A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2D739-8F9B-4A84-B681-7CA4F53B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48E03-1822-4CA4-81FC-4CC7BB1B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2CE48-C634-4F90-AD31-7DD32C59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67A42-AF79-4DE9-ABAD-26FE3151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Feria de modelos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B91FD-96AB-4865-B1DE-C0C0C29F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B0C3E-210E-4CE4-94F6-15415B66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CA94B-0DFA-4081-B85C-AB1A3183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recibe familias de representación y debe asociarlas con preguntas. Puede combinar modelos, pero por cada uno declara qué omite deliberadamente y qué evidencia necesita.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135D4-974F-423E-ABD5-B7467FD3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685F1-EFA5-4BE4-B1FC-3C27B6D1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9E075-B7ED-4604-A842-19B065E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13A90-4BEA-4A7C-9F2C-107FEF3F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F8090-6F9A-4A04-904A-7CD68BCA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076B5A-974E-4C74-B547-BD6883F3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EE4B1C-E266-4E11-86D5-74F0C0CF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86481D-6758-4A47-A9E0-02E8E677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1219EB-CDF3-4DCB-B1D4-970F5190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6B94D3-710A-40B4-B193-76BA85D3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F4980E-C293-48EC-9D60-B757E889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EC7BEB-D83E-4E6A-BBCD-C376DE65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955855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916CA1-915C-4507-873C-15FCB546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20859-1EFA-447D-B117-F04B82EE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C708B-66AF-48A8-A677-3410E79E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77D03-B1E0-44E3-9E39-30503DE3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ECD94-58B3-4DD7-A831-5A4570FE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D5D83-39A3-4798-8447-B8ACFB25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6664C-9DE5-4128-9808-9A25B8F3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346AE-8B2C-4F75-89AA-34773629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Traducción entre audiencias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67BF6-318B-48CF-8917-53A075F0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A65B8-BA0F-4CA1-8C59-12562B62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1B6DF-7352-4FBB-A773-103C2E62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40D4EB-A00F-456A-BB7E-3A21616C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A526D-C7A0-42DE-8CF7-4E801CD5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Vigente y propuesto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511BB-3C7B-4C06-A269-1A1E208B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misma decisión se presenta a Operaciones, Tecnología y Dirección. Los equipos cambian resolución y vista sin alterar los conceptos críticos ni borrar incertidumbre.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98A75-C3BC-4356-858D-27647B74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E53C7-A347-462C-9DB2-D28D10CD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48338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3900B6-7CAC-4153-8376-43ED5B57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DC7EB-1C46-4C34-B57C-9D7F0D4F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94E4E-0448-4F5E-A100-75D54CD9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329DD-B668-4394-8730-15420381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4F748-C89D-4390-8C7A-F5C1E5D0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EC9B2-A3AC-4366-99E0-A3070A9C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9B21F-2B70-48C1-8E42-2F29017E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18556-BEB0-4B80-8DBE-FF65B4E3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Subasta de costo total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290B2-B32F-41E3-9C1E-374D8556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569D6-8867-40EA-AE8D-C57EC3CC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C173A-3C2E-434F-857F-AFC25C56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2CD2B-226B-4C37-B3DF-CF83656D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C0AC7-ABD6-40B0-986E-7AB037D8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Cada modelo consume fichas por construir, explicar, actualizar, gobernar y retirar. El equipo reduce su cartera hasta conservar sólo representaciones cuya ausencia impediría una decisión.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7BFEF-236F-446D-BC7A-0E7147BC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8457755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30FE45-6E11-4040-AA5D-88E3827E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33819-24D5-426B-ACC4-C19EA8DD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D3851-7026-4E86-8FC8-3016E1E5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50FB5-5B46-4684-8B85-1CE8B3E4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3F96C-B7EF-411A-8C6A-981942A0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6BE4D-2CB4-434B-91AA-A1706792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5DEFE-F0CB-44F6-9F7D-D72B97F0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EAF08-7197-46A2-8B2D-5BE4FE61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ciega de decisión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EA1E1-DF66-4ED1-9199-9429A9D0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5D157-175D-472F-AE71-CC132A2E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C7B77-FECA-4E9C-8EC3-C5C73C1F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Otro equipo recibe la cartera sin exposición oral. Debe responder la pregunta asignada, señalar ambigüedades y detectar si mezcla vigente y propuesto. El equipo autor mantiene, corrige o retira.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978D6B-3AAA-4095-92E0-14454EC3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3820D-1B26-4BBF-9679-A4DE625A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17EB7-5963-4C42-9EF5-21785582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25561D-348B-448E-806A-704C2B0E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2C315-A65B-4562-8317-5E269BF5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496879-22C4-4811-96F1-70F74217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4E1FD0-8325-4CE5-9149-7E04F740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48E781-CE49-4B67-8F66-020D2B6E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54D3CB-E78C-4A86-BC83-7F1A6DB2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A57279-57DF-4920-86EE-B0BD5E50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3497C9-94EA-46E5-831B-1B9062A1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347DB3-FFB5-454D-92F2-85224CA4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1022022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4C4B80-569B-462A-80C3-6A9E6698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217F4-F0D5-4AAD-8D8D-E323914C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C1803-BFCC-46A4-BA46-24AC4CB1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23A5F-0064-4992-A802-4AEA6FB3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40528-5E48-4010-A99F-E115D006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C2383-9880-4DEF-A681-190780D5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C3B94-EA3D-4F41-B1C7-3732D401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50282-07FE-4737-9C25-28D60BA3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5799D-CBA0-4519-AFC5-FC98BF2C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F19E5-D202-4968-A3EB-E406F588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3C1C8-7547-4FA9-A550-17FCE536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registra dos modelos que parecen contradecirse y qué tipo de diferencia debería investigar N16.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ACE8B-EA4A-40C1-B4B1-E25A5462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75C9B-9758-460D-AE0D-20CA890D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F2E07-F33E-4B15-A892-57D8D99F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65E86F-A33F-4BCD-B287-608FED70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AAFE4A-F994-4BDE-AA95-51C9D880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669A45-BD43-4B2F-9E01-DE2AF73B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E68C87-2552-4418-AFE1-9A904E8B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EE6E5B-DAFF-4B97-B9A8-DA1C4408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8D542-493D-4C9F-9794-A6145047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E8BE91-307C-4C0E-BC1C-30D87B17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F6B0F4-C3A3-455A-9AF0-FC7FBF86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5DB2C5-7E2F-4DB6-933A-6BE4CFF8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638358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295EE8-A802-492C-BD41-CA8BDE8D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EA289-9D36-41AD-B99C-9FF399D0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DC340-FAA9-45A9-8A0F-53CC4169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BBFAD-9285-407B-A3B4-3F3AF3EE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9E79F-DCDF-41EF-AB66-929B97B9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9FFD5-4EE3-427D-ABD0-518E23AD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A58F6-A23F-4765-BB13-369C1886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9D248-FA9B-4ED1-87C9-954F0130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7547C-C688-456B-B7C4-2DA1D9A0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B62FA-24EB-4A9B-B86A-9599B2E1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4111CA-4B68-4342-9027-1911C63C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DB1F8-7C9E-4E09-BAA8-00118D4A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22462-1805-40BA-AB27-D549D8E0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D7086-30A8-4D5A-955B-C912258D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4F455E-B8E0-49E7-B92C-32C1E2DC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cartera mínima de modelos de HH-15, probada con audiencias distintas y justificada por pregunta, decisión, evidencia, resolución y costo total.</a:t>
            </a:r>
          </a:p>
        </p:txBody>
      </p:sp>
    </p:spTree>
    <p:extLst>
      <p:ext uri="{BB962C8B-B14F-4D97-AF65-F5344CB8AC3E}">
        <p14:creationId xmlns:p14="http://schemas.microsoft.com/office/powerpoint/2010/main" val="19284242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2026-09-14T03:54:27.2370000Z</dcterms:created>
  <dcterms:modified xsi:type="dcterms:W3CDTF">2026-09-14T03:54:27.2370000Z</dcterms:modified>
</coreProperties>
</file>