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69939c68f343d1" /><Relationship Type="http://schemas.openxmlformats.org/officeDocument/2006/relationships/extended-properties" Target="/docProps/app.xml" Id="Rf1c00b59a02a4625" /><Relationship Type="http://schemas.openxmlformats.org/officeDocument/2006/relationships/officeDocument" Target="/ppt/presentation.xml" Id="Re25102ba8716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e26f5421bd4990"/>
  </p:sldMasterIdLst>
  <p:notesMasterIdLst>
    <p:notesMasterId xmlns:r="http://schemas.openxmlformats.org/officeDocument/2006/relationships" r:id="R4b1d150992c94801"/>
  </p:notesMasterIdLst>
  <p:sldIdLst>
    <p:sldId xmlns:r="http://schemas.openxmlformats.org/officeDocument/2006/relationships" id="256" r:id="Re75d7acc12f74462"/>
    <p:sldId xmlns:r="http://schemas.openxmlformats.org/officeDocument/2006/relationships" id="257" r:id="Rafd5c45cc1084c1f"/>
    <p:sldId xmlns:r="http://schemas.openxmlformats.org/officeDocument/2006/relationships" id="258" r:id="R432c310169914136"/>
    <p:sldId xmlns:r="http://schemas.openxmlformats.org/officeDocument/2006/relationships" id="259" r:id="R5cd2977779334e18"/>
    <p:sldId xmlns:r="http://schemas.openxmlformats.org/officeDocument/2006/relationships" id="260" r:id="Rb57c4606d1c94aa1"/>
    <p:sldId xmlns:r="http://schemas.openxmlformats.org/officeDocument/2006/relationships" id="261" r:id="R1e2240f365734ce6"/>
    <p:sldId xmlns:r="http://schemas.openxmlformats.org/officeDocument/2006/relationships" id="262" r:id="R824417092567466a"/>
    <p:sldId xmlns:r="http://schemas.openxmlformats.org/officeDocument/2006/relationships" id="263" r:id="Re322075c42844224"/>
    <p:sldId xmlns:r="http://schemas.openxmlformats.org/officeDocument/2006/relationships" id="264" r:id="R9ab30f1ec3614d75"/>
    <p:sldId xmlns:r="http://schemas.openxmlformats.org/officeDocument/2006/relationships" id="265" r:id="R4480671a619348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d9a51ba57f49fd" /><Relationship Type="http://schemas.openxmlformats.org/officeDocument/2006/relationships/slideMaster" Target="/ppt/slideMasters/slideMaster1.xml" Id="R1ee26f5421bd4990" /><Relationship Type="http://schemas.openxmlformats.org/officeDocument/2006/relationships/notesMaster" Target="/ppt/notesMasters/notesMaster1.xml" Id="R4b1d150992c94801" /><Relationship Type="http://schemas.openxmlformats.org/officeDocument/2006/relationships/presProps" Target="/ppt/presProps.xml" Id="R88170ca2b5884140" /><Relationship Type="http://schemas.openxmlformats.org/officeDocument/2006/relationships/tableStyles" Target="/ppt/tableStyles.xml" Id="R129d1170cc5545a7" /><Relationship Type="http://schemas.openxmlformats.org/officeDocument/2006/relationships/slide" Target="/ppt/slides/slide1.xml" Id="Re75d7acc12f74462" /><Relationship Type="http://schemas.openxmlformats.org/officeDocument/2006/relationships/slide" Target="/ppt/slides/slide2.xml" Id="Rafd5c45cc1084c1f" /><Relationship Type="http://schemas.openxmlformats.org/officeDocument/2006/relationships/slide" Target="/ppt/slides/slide3.xml" Id="R432c310169914136" /><Relationship Type="http://schemas.openxmlformats.org/officeDocument/2006/relationships/slide" Target="/ppt/slides/slide4.xml" Id="R5cd2977779334e18" /><Relationship Type="http://schemas.openxmlformats.org/officeDocument/2006/relationships/slide" Target="/ppt/slides/slide5.xml" Id="Rb57c4606d1c94aa1" /><Relationship Type="http://schemas.openxmlformats.org/officeDocument/2006/relationships/slide" Target="/ppt/slides/slide6.xml" Id="R1e2240f365734ce6" /><Relationship Type="http://schemas.openxmlformats.org/officeDocument/2006/relationships/slide" Target="/ppt/slides/slide7.xml" Id="R824417092567466a" /><Relationship Type="http://schemas.openxmlformats.org/officeDocument/2006/relationships/slide" Target="/ppt/slides/slide8.xml" Id="Re322075c42844224" /><Relationship Type="http://schemas.openxmlformats.org/officeDocument/2006/relationships/slide" Target="/ppt/slides/slide9.xml" Id="R9ab30f1ec3614d75" /><Relationship Type="http://schemas.openxmlformats.org/officeDocument/2006/relationships/slide" Target="/ppt/slides/slide10.xml" Id="R4480671a619348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e0eb620d674b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12d287022b431e" /><Relationship Type="http://schemas.openxmlformats.org/officeDocument/2006/relationships/notesMaster" Target="/ppt/notesMasters/notesMaster1.xml" Id="Rfc7886d42c66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a8e71d5f0c4bd2" /><Relationship Type="http://schemas.openxmlformats.org/officeDocument/2006/relationships/notesMaster" Target="/ppt/notesMasters/notesMaster1.xml" Id="Rda6246ce6cae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932e9777cd4e36" /><Relationship Type="http://schemas.openxmlformats.org/officeDocument/2006/relationships/notesMaster" Target="/ppt/notesMasters/notesMaster1.xml" Id="R616954d89ed3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e0964c82fa47db" /><Relationship Type="http://schemas.openxmlformats.org/officeDocument/2006/relationships/notesMaster" Target="/ppt/notesMasters/notesMaster1.xml" Id="R6e5105bbb02c48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92294136ca44da" /><Relationship Type="http://schemas.openxmlformats.org/officeDocument/2006/relationships/notesMaster" Target="/ppt/notesMasters/notesMaster1.xml" Id="Rb2cd614d2d8c48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021e91b8544900" /><Relationship Type="http://schemas.openxmlformats.org/officeDocument/2006/relationships/notesMaster" Target="/ppt/notesMasters/notesMaster1.xml" Id="Racb8bee0a05945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02c5eb332947c4" /><Relationship Type="http://schemas.openxmlformats.org/officeDocument/2006/relationships/notesMaster" Target="/ppt/notesMasters/notesMaster1.xml" Id="R18da2fa7ea664f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1fe75876c4fa6" /><Relationship Type="http://schemas.openxmlformats.org/officeDocument/2006/relationships/notesMaster" Target="/ppt/notesMasters/notesMaster1.xml" Id="R70da0d67a13244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4b08219ad64272" /><Relationship Type="http://schemas.openxmlformats.org/officeDocument/2006/relationships/notesMaster" Target="/ppt/notesMasters/notesMaster1.xml" Id="R936e03dc301f49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81976c01c54610" /><Relationship Type="http://schemas.openxmlformats.org/officeDocument/2006/relationships/notesMaster" Target="/ppt/notesMasters/notesMaster1.xml" Id="Ra80f5e7680c544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función de cada práctica.</a:t>
            </a:r>
          </a:p>
          <a:p xmlns:a="http://schemas.openxmlformats.org/drawingml/2006/main">
            <a:r>
              <a:t>Señal para avanzar: Aparecen ceremonias sin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habilita esta práctica?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Arquitectura de decisiones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Inventario de prácticas · 10 minutos</a:t>
            </a:r>
          </a:p>
          <a:p xmlns:a="http://schemas.openxmlformats.org/drawingml/2006/main">
            <a:r>
              <a:t>Cada equipo marca qué prácticas usa y qué decisión habilita cada una. Las que no tienen función quedan en cuarentena.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Ordenar dependencias antes del calendario.</a:t>
            </a:r>
          </a:p>
          <a:p xmlns:a="http://schemas.openxmlformats.org/drawingml/2006/main">
            <a:r>
              <a:t>Señal para avanzar: La secuencia tiene causalidad.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Tailoring situado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Arquitectura de decisiones · 16 minutos</a:t>
            </a:r>
          </a:p>
          <a:p xmlns:a="http://schemas.openxmlformats.org/drawingml/2006/main">
            <a:r>
              <a:t>Se ordenan decisiones y dependencias antes de ubicar calendario, sprint, tablero o comité.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PMBOK, Scrum y Kanban con contexto.</a:t>
            </a:r>
          </a:p>
          <a:p xmlns:a="http://schemas.openxmlformats.org/drawingml/2006/main">
            <a:r>
              <a:t>Señal para avanzar: Las prácticas justifican su presencia.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Anatomía de una puerta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tailoring · 10 minutos</a:t>
            </a:r>
          </a:p>
          <a:p xmlns:a="http://schemas.openxmlformats.org/drawingml/2006/main">
            <a:r>
              <a:t>El docente conecta PMBOK, Scrum y Kanban con riesgo, aprendizaje y flujo sin imponer una combinación estándar.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entrada, evidencia, autoridad y salida.</a:t>
            </a:r>
          </a:p>
          <a:p xmlns:a="http://schemas.openxmlformats.org/drawingml/2006/main">
            <a:r>
              <a:t>Señal para avanzar: El hito puede detener.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>• ¿Puede operación reparar sin ayuda extraordinaria?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Cadencias incompatibles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Diseño de puertas · 20 minutos</a:t>
            </a:r>
          </a:p>
          <a:p xmlns:a="http://schemas.openxmlformats.org/drawingml/2006/main">
            <a:r>
              <a:t>Los equipos definen comprender, elegir, preparar, ampliar y transferir mediante entrada, evidencia, autoridad, salida y detención.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espera y decisión bloqueada.</a:t>
            </a:r>
          </a:p>
          <a:p xmlns:a="http://schemas.openxmlformats.org/drawingml/2006/main">
            <a:r>
              <a:t>Señal para avanzar: Los ritmos se coordinan.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>• ¿Puede operación reparar sin ayuda extraordinaria?</a:t>
            </a:r>
          </a:p>
          <a:p xmlns:a="http://schemas.openxmlformats.org/drawingml/2006/main">
            <a:r>
              <a:t>• ¿Qué decisión habilita esta práctica?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 fallida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Choque de cadencias · 18 minutos</a:t>
            </a:r>
          </a:p>
          <a:p xmlns:a="http://schemas.openxmlformats.org/drawingml/2006/main">
            <a:r>
              <a:t>La decisión semanal depende de un comité mensual y de datos tardíos. El equipo rediseña ritmos, escalamiento y trabajo en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Impedir cambiar el criterio después del resultado.</a:t>
            </a:r>
          </a:p>
          <a:p xmlns:a="http://schemas.openxmlformats.org/drawingml/2006/main">
            <a:r>
              <a:t>Señal para avanzar: Se reduce alcance o se detiene.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¿Puede operación reparar sin ayuda extraordinaria?</a:t>
            </a:r>
          </a:p>
          <a:p xmlns:a="http://schemas.openxmlformats.org/drawingml/2006/main">
            <a:r>
              <a:t>• ¿Qué decisión habilita esta práctica?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Transferencia real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Simulacro de puerta fallida · 18 minutos</a:t>
            </a:r>
          </a:p>
          <a:p xmlns:a="http://schemas.openxmlformats.org/drawingml/2006/main">
            <a:r>
              <a:t>Una copia de seguridad no permite reconciliar reservas. El equipo debe detener, reducir alcance o producir evidencia adicional sin cambiar 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apoyo extraordinario.</a:t>
            </a:r>
          </a:p>
          <a:p xmlns:a="http://schemas.openxmlformats.org/drawingml/2006/main">
            <a:r>
              <a:t>Señal para avanzar: Operación puede sostener y reparar.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habilita esta práctica?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Retiro por capas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Ensayo de transferencia y retiro · 20 minutos</a:t>
            </a:r>
          </a:p>
          <a:p xmlns:a="http://schemas.openxmlformats.org/drawingml/2006/main">
            <a:r>
              <a:t>Operaciones ejecuta un turno sin apoyo extraordinario. Se retiran comité, acceso y asistencia temporal por capas, con señales de restitución.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Observar señales al quitar estructuras.</a:t>
            </a:r>
          </a:p>
          <a:p xmlns:a="http://schemas.openxmlformats.org/drawingml/2006/main">
            <a:r>
              <a:t>Señal para avanzar: El método no se perpetúa.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Estrategia HH-20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distingue qué termina como proyecto y qué persiste como producto, servicio o plataforma para N21.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riesgo residual y memoria.</a:t>
            </a:r>
          </a:p>
          <a:p xmlns:a="http://schemas.openxmlformats.org/drawingml/2006/main">
            <a:r>
              <a:t>Señal para avanzar: El cierre es gobernable.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temporalidad y obligación persistente.</a:t>
            </a:r>
          </a:p>
          <a:p xmlns:a="http://schemas.openxmlformats.org/drawingml/2006/main">
            <a:r>
              <a:t>Señal para avanzar: Se distinguen proyecto, producto, servicio y plataforma.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situada que conecte prácticas, evidencia, hitos, autoridad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>• ¿Puede operación reparar sin ayuda extraordinaria?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2ad3180fe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ac5446b08c4eae" /><Relationship Type="http://schemas.openxmlformats.org/officeDocument/2006/relationships/slideLayout" Target="/ppt/slideLayouts/slideLayout1.xml" Id="R7487059a988441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87059a988441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27848f6a644a5" /><Relationship Type="http://schemas.openxmlformats.org/officeDocument/2006/relationships/notesSlide" Target="/ppt/notesSlides/notesSlide1.xml" Id="R4ac723eecf4046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6e5e5089446a7" /><Relationship Type="http://schemas.openxmlformats.org/officeDocument/2006/relationships/notesSlide" Target="/ppt/notesSlides/notesSlide2.xml" Id="R329f22b0f9124e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0a79afa674ff1" /><Relationship Type="http://schemas.openxmlformats.org/officeDocument/2006/relationships/notesSlide" Target="/ppt/notesSlides/notesSlide3.xml" Id="R41966fa2a54449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b09dc59c04592" /><Relationship Type="http://schemas.openxmlformats.org/officeDocument/2006/relationships/notesSlide" Target="/ppt/notesSlides/notesSlide4.xml" Id="R84341173d406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15a5d81784315" /><Relationship Type="http://schemas.openxmlformats.org/officeDocument/2006/relationships/notesSlide" Target="/ppt/notesSlides/notesSlide5.xml" Id="R256fe0f798b545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6de07d5e14692" /><Relationship Type="http://schemas.openxmlformats.org/officeDocument/2006/relationships/notesSlide" Target="/ppt/notesSlides/notesSlide6.xml" Id="Ra87da0c804b040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06ddc0f744c12" /><Relationship Type="http://schemas.openxmlformats.org/officeDocument/2006/relationships/notesSlide" Target="/ppt/notesSlides/notesSlide7.xml" Id="R7663a9437c4c4f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c28ed1f834c8f" /><Relationship Type="http://schemas.openxmlformats.org/officeDocument/2006/relationships/notesSlide" Target="/ppt/notesSlides/notesSlide8.xml" Id="R8086b96ffe2547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8cfdc925043b5" /><Relationship Type="http://schemas.openxmlformats.org/officeDocument/2006/relationships/notesSlide" Target="/ppt/notesSlides/notesSlide9.xml" Id="Rd13d8b0f46b64b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8beda2e2e4226" /><Relationship Type="http://schemas.openxmlformats.org/officeDocument/2006/relationships/notesSlide" Target="/ppt/notesSlides/notesSlide10.xml" Id="R2e054e1d6aeb42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AFAAE-BEE8-4859-99E1-BB911319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4070C-42FF-447F-BB61-FE2E568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A5BF6-F17F-4C9A-8F74-A450435F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93526-D635-4029-9345-A8C0CD43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EA4C8-592A-4DFD-A8F8-950A1361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D444D-6EE2-45A6-87AA-8070748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FF475-9B05-4CAD-9E3B-070386F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AEB10-8AF6-47DA-BDC9-EFCFC190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A8BB8-70A5-49A4-B215-E8D4815F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Estrategia metodológica: adaptación, hitos y condiciones de salida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1A94B-ED5D-4676-ABF7-14BD1FB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combinar prácticas de trabajo para aprender, entregar, gobernar y cerrar una intervención sin seguir una receta ni improvisar?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E1E10-C41A-4929-9F4F-D5DFFC75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F04C9-D17F-401D-A602-DB7FC797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991533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8874B-2481-4B94-A49B-A4739A9E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3F639-C782-4DEA-9C55-B7AA2BD5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DF37F-7F51-483B-AF1D-C7120729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8A1EB-3C6E-4CD8-851F-E4B7062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71B1D-7C7D-466A-AAA3-12E0D1DC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55724-B36C-4B69-89DD-D856CCCA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2269D-9A74-438E-A6AF-9ABA7051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EE48B-3541-4F65-ABAE-80DAA6A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Inventario de prácticas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40F13-7E7F-46C6-B85A-F3E00ADC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711DD-4893-4862-A929-5A67EB88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F1538-1DEF-4704-971C-663F658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marca qué prácticas usa y qué decisión habilita cada una. Las que no tienen función quedan en cuarentena.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DBAC6-5231-46AD-86E6-13089938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C1698-0162-4969-A739-6AD87B22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F5319-D7E0-46E0-A450-DC67F97A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8240B-9213-480A-B796-7AE4CCB8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A2544-E74B-48FD-9291-D007F53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04D3D-0AF1-47B3-BDFA-DEC87F0A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055E4-3B39-4631-8CED-01BDAD44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2E3CF-BC62-4F2A-903B-E891940D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95D36-D4AD-4989-B3A4-B74D68E3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4DB4C-86C6-422C-A657-77C43CDC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7333624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40015-0EED-486C-A3F3-CD3A08ED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9131F-DC02-41EF-9468-1D3E588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11DB1-6CCD-4AEA-9592-C244401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2987C-66D8-44DB-BE59-30D4D11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79453-0946-4D84-9C17-FB45CB7D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3B04F-3E6C-452A-8752-318B3029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C5A5F-A33D-4C94-96E1-7BB0F3B5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0B92A-FA41-46F6-A7C9-5004FD5C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Arquitectura de 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8E8EF-277B-44AE-9ECB-0811D0E1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FD78A-151E-4FF3-A05E-985EB783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71EF4-EE31-40A3-8D3B-6352F3FB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ordenan decisiones y dependencias antes de ubicar calendario, sprint, tablero o comité.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843D6-AAE6-43AF-9976-20A6A1BB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68E61-A7AE-4807-A441-A67DE6D3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E041B-BBEF-45FB-BB3C-20BF0BC1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2FC02-A65C-4F2A-B5FA-AC45690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D5590-B1A8-4168-AA05-778EDB80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6C639-A70E-4E66-8651-C315B70F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84F8E-4F05-418F-A43F-79FFCEBD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F077E-A4E3-4512-926C-BFF18BFC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57FF7-8D1A-4CDF-B7E1-5F66BF6D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8403D-922F-456A-A0F7-B02A7B8A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F0885-20F5-4856-9B34-87D4B82F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1B243-2201-4739-89CA-C422432F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095230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5ACA4-1094-4875-BAB1-610E26CC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0B841-F854-4F24-9580-736F3D78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F58DD-5F49-4C53-8AA7-B8AFA6C8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4D2ED-D13E-49DB-9AA5-01494E95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033DF-BE51-400F-B99E-77727DB6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C81F0-A1BB-4EDA-AFF3-4873FA1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1EE2F-57D2-44A7-8B96-86F483D7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FA6BD-C1A6-422D-BFF9-3B7B116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tailoring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EEEF8-9F50-4EDC-92BF-3E1B94C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C1856-25FC-47D6-ABC1-33FD961E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C5B8C-9F7A-4E07-837B-A228751B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conecta PMBOK, Scrum y Kanban con riesgo, aprendizaje y flujo sin imponer una combinación estándar.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8EF99-E40B-4DC6-8453-ADB6CAF7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55077-31D2-4605-8E54-B343EE20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B8F76-9014-4749-A49D-361A6A5A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28FC8-899E-4DB0-9803-3B20DAA5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FB7B0-EFDE-42B5-BC57-3FE93DCD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3958C-8295-4311-A006-FEE5A94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515218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A89DE-8CA5-442D-9B00-6B8035CA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F2F5B-0B81-4A2E-AF45-C0DF1EB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CBC69-6BD0-459A-BA2B-D16EC9CF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EA8A8-572E-436E-A08E-5B00474F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B0831-3C09-4A64-AC0B-3E6DBD61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94D19-174C-43A3-B078-90D07816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3128E-5F11-4598-967D-91B1F2EE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C1C58-411B-4EC0-9B63-14FC86CF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Diseño de puertas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66075-BD28-42C6-87F2-AC9424D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41AEE-5784-4CB6-BD48-662921F8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CAFBB-591E-44D7-B6F8-37731984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definen comprender, elegir, preparar, ampliar y transferir mediante entrada, evidencia, autoridad, salida y detención.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B6328-362B-426A-AD4F-E8D337D0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F31D0-E883-470C-9927-3C522738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A9A54-AF1B-4CDA-A975-22AA4C5C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F5A8A-FD65-4012-9C03-D999376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B0123-89D6-4CD5-BF4B-D56EBC17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A28B9-8D48-4E7A-AC52-110119A2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D42A3-D50C-4198-AB0B-56961D91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77147-05BB-47FF-9138-0673556B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DB20C-0C5F-4386-BFCA-F1BA34BE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F1BF7-90D9-4759-8EE4-7681A19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B8628-B1E8-4183-B39A-1C3322FA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2638B-2FE2-450F-8C39-D96A4C34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17770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3AC92-D303-4D44-8C0B-A74A4594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89C9C-78DA-4FFD-8906-9E7B889C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44104-71B0-45FE-A541-F1E3FEEE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76CC7-BD49-4596-B853-31C1B9D5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ECFEB-F94F-466B-B540-1C22DF73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2F20B-AD2F-408A-8AE8-7E99AD3F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8B85C-7F96-4651-A054-3686E238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B8BA6-39BD-42B8-90DC-B0182814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cadencias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D481D-81BC-40A0-BE92-5ACB4A7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F793E-3AEE-4FB1-BFB1-CE22A3AA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F51CE-B378-4ABF-AE21-CBBEDB47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6911C-99D8-4616-8370-2EB13F81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CBA0B-A2A8-4A22-8019-9DED13B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fallida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3D96B-03BE-4DBE-9F26-9C7D8BCB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decisión semanal depende de un comité mensual y de datos tardíos. El equipo rediseña ritmos, escalamiento y trabajo en curso.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5B51-C750-4AED-8F31-9B292147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0D26A-04C6-4DD3-8A73-48AA0B2D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854337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9F887-6B6D-4114-960B-7D6637B4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99C40-1720-4DB4-B591-2EC407FE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337DB-EF9A-4587-8A27-93102357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57C4C-C14A-4CF4-BB5D-FF595591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066A5-9D6D-4FA9-8691-3AA091B1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30F26-8785-4386-BB89-CA8F3DC7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2CD5-67BE-4E4F-8922-D3343BC7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B8E46-0069-433E-BE1D-DC36C64B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Simulacro de puerta fallida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5D9BC-2A9C-41CA-8B1D-B70D3B48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43CD2-00E6-4D9E-99F7-380627C1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DD91D-08EA-4668-A57E-FF787482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15A90-56B8-4076-882D-2B355559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5813B-F17B-4AA1-A3FE-ABDB9246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copia de seguridad no permite reconciliar reservas. El equipo debe detener, reducir alcance o producir evidencia adicional sin cambiar el criterio.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FF9A5-20AC-4408-B057-A62A23D6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497124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CAFBB-B1DE-4660-9982-17DF7212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DB9CC-FC9B-48EB-9660-8B23AF7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2AD3A-F0BC-4310-9CDC-6887FE90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84630-C72A-4644-A635-9A2AA9B4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44BA5-CFD2-4CAA-AC8C-89D8857D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D432F-21D0-4FF8-882E-A5B9A1A5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18CA1-EB6C-46A5-9DE7-C289B78C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1DEE7-00C4-4961-8939-F35F213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Ensayo de transferencia y retiro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BF5C6-4494-44F5-BCB6-515BC103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63B60-3A3C-4D78-ABAD-5818247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E489B-F5AD-4D6C-8326-73E6B204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Operaciones ejecuta un turno sin apoyo extraordinario. Se retiran comité, acceso y asistencia temporal por capas, con señales de restitución.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94EFA-8FB2-4425-BC58-2C78E7B7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A69B0-0D23-4EA8-81BC-0C3242BE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7DB8F-EAE7-4E98-B80F-3CF65BB4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154B3-17A2-4027-9D0B-9805BC8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95D8B-3FE3-42B0-B651-348B5B8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4BF46-6F3F-4156-B6EE-3F084ADB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72D3C-7EF2-4276-9D98-F8A7E2C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33792-267B-48F3-AEF8-F79177D1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B8664-B625-41EB-AD58-70269A4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6EF54-F878-48D2-A6AE-5CA4060B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AAE58-E9A1-411F-A312-5DD987A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BEA1B-F2C9-4AC7-BB97-D0E704C5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168774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3A68F-B27E-42C6-B73E-09F7596E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91467-C3D3-46D5-BBA3-6CE937D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76E3D-3234-49AE-B301-69A9A087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B0AEE-A27A-4F25-A60D-B817AE1E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252E4-E917-4B03-BB53-1CCE835B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6CDCA-FC45-4326-B1A7-206A8404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47349-C540-4FB8-9677-12651BF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41E1B-9F62-44C7-9BF0-A7880BBF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74FF1-8D2A-49D0-B918-69FFA8F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EA28E-A21E-4CCA-A85F-C8C13483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8A382-E200-46CF-95DC-52DC96A7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distingue qué termina como proyecto y qué persiste como producto, servicio o plataforma para N21.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3D527-7C43-4591-A2C8-D88E94FD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DC144-AC85-4D01-968A-62D3EAD6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9C9E7-D163-4916-BFA5-AACE858D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F674C-711C-4CE2-A927-0D4DB25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251E4-E6E7-46F6-9A89-BA3E21CD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40B4C-2293-4141-B7A3-2642B5C7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79BCD-D28F-416F-83A5-D517913E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A2404-5AD2-466C-BC17-65A3979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C2EE3-EE0A-4774-8CC0-1A16945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E9921-3779-4FC8-BF22-0FC2587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A5979-E574-42F7-A5B0-09322964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767EE-35BD-4691-AB54-44CDA937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3251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E3CF0-3395-4E77-9D3C-7D3952E0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F32F2-11FC-4604-BAA6-FCF82814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10A4F-A904-4E74-AD1B-F49E298E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5FBCD-C68C-495C-99C8-40D91F55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B6F39-3947-4C5E-9988-C663D17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FDB4C-A164-48E6-ADA8-26BA0C8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FE6AA-04B1-40A6-A297-4BC81628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695BD-B2C5-4524-9A1E-A8DB3179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6BDC2-7D3F-425F-947B-016A9F9A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7AA47-7225-439C-A600-5D2375B1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D6C9-C308-43AD-8900-41EE782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2B730-0DFE-4623-AFF2-E8079754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BDC95-85A5-479B-BAFE-E7AFD9D2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56506-1CBB-487D-8C8C-C49FD9F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E6AF6-D074-4C21-86BC-69BA756E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estrategia metodológica situada para HH-20 con puertas que pueden avanzar, modificar, detener, transferir y retirar.</a:t>
            </a:r>
          </a:p>
        </p:txBody>
      </p:sp>
    </p:spTree>
    <p:extLst>
      <p:ext uri="{BB962C8B-B14F-4D97-AF65-F5344CB8AC3E}">
        <p14:creationId xmlns:p14="http://schemas.microsoft.com/office/powerpoint/2010/main" val="679986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2026-09-14T03:54:35.4160000Z</dcterms:created>
  <dcterms:modified xsi:type="dcterms:W3CDTF">2026-09-14T03:54:35.4160000Z</dcterms:modified>
</coreProperties>
</file>