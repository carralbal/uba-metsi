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1f89cd86e84ac4" /><Relationship Type="http://schemas.openxmlformats.org/officeDocument/2006/relationships/extended-properties" Target="/docProps/app.xml" Id="R511ce30d7cb24b0a" /><Relationship Type="http://schemas.openxmlformats.org/officeDocument/2006/relationships/officeDocument" Target="/ppt/presentation.xml" Id="R92b5a825547a49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fa459c0fa44b9"/>
  </p:sldMasterIdLst>
  <p:notesMasterIdLst>
    <p:notesMasterId xmlns:r="http://schemas.openxmlformats.org/officeDocument/2006/relationships" r:id="Rb124ea6be5fd4deb"/>
  </p:notesMasterIdLst>
  <p:sldIdLst>
    <p:sldId xmlns:r="http://schemas.openxmlformats.org/officeDocument/2006/relationships" id="256" r:id="R3ff9224f3e2a41ae"/>
    <p:sldId xmlns:r="http://schemas.openxmlformats.org/officeDocument/2006/relationships" id="257" r:id="R66d30b276fa94a55"/>
    <p:sldId xmlns:r="http://schemas.openxmlformats.org/officeDocument/2006/relationships" id="258" r:id="R08215b2033f24ebd"/>
    <p:sldId xmlns:r="http://schemas.openxmlformats.org/officeDocument/2006/relationships" id="259" r:id="Re7d7462f903e43a4"/>
    <p:sldId xmlns:r="http://schemas.openxmlformats.org/officeDocument/2006/relationships" id="260" r:id="R81ef1d481a054baa"/>
    <p:sldId xmlns:r="http://schemas.openxmlformats.org/officeDocument/2006/relationships" id="261" r:id="Rb1676388660c451c"/>
    <p:sldId xmlns:r="http://schemas.openxmlformats.org/officeDocument/2006/relationships" id="262" r:id="R619c6210352d4fbb"/>
    <p:sldId xmlns:r="http://schemas.openxmlformats.org/officeDocument/2006/relationships" id="263" r:id="Re4df047d3b3748ec"/>
    <p:sldId xmlns:r="http://schemas.openxmlformats.org/officeDocument/2006/relationships" id="264" r:id="R4f3fca6fb62f4065"/>
    <p:sldId xmlns:r="http://schemas.openxmlformats.org/officeDocument/2006/relationships" id="265" r:id="Rae6b577b1a2943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9a826dc94426a" /><Relationship Type="http://schemas.openxmlformats.org/officeDocument/2006/relationships/slideMaster" Target="/ppt/slideMasters/slideMaster1.xml" Id="R4d2fa459c0fa44b9" /><Relationship Type="http://schemas.openxmlformats.org/officeDocument/2006/relationships/notesMaster" Target="/ppt/notesMasters/notesMaster1.xml" Id="Rb124ea6be5fd4deb" /><Relationship Type="http://schemas.openxmlformats.org/officeDocument/2006/relationships/presProps" Target="/ppt/presProps.xml" Id="R2a8274a789a54a17" /><Relationship Type="http://schemas.openxmlformats.org/officeDocument/2006/relationships/tableStyles" Target="/ppt/tableStyles.xml" Id="R40034503524e4ba8" /><Relationship Type="http://schemas.openxmlformats.org/officeDocument/2006/relationships/slide" Target="/ppt/slides/slide1.xml" Id="R3ff9224f3e2a41ae" /><Relationship Type="http://schemas.openxmlformats.org/officeDocument/2006/relationships/slide" Target="/ppt/slides/slide2.xml" Id="R66d30b276fa94a55" /><Relationship Type="http://schemas.openxmlformats.org/officeDocument/2006/relationships/slide" Target="/ppt/slides/slide3.xml" Id="R08215b2033f24ebd" /><Relationship Type="http://schemas.openxmlformats.org/officeDocument/2006/relationships/slide" Target="/ppt/slides/slide4.xml" Id="Re7d7462f903e43a4" /><Relationship Type="http://schemas.openxmlformats.org/officeDocument/2006/relationships/slide" Target="/ppt/slides/slide5.xml" Id="R81ef1d481a054baa" /><Relationship Type="http://schemas.openxmlformats.org/officeDocument/2006/relationships/slide" Target="/ppt/slides/slide6.xml" Id="Rb1676388660c451c" /><Relationship Type="http://schemas.openxmlformats.org/officeDocument/2006/relationships/slide" Target="/ppt/slides/slide7.xml" Id="R619c6210352d4fbb" /><Relationship Type="http://schemas.openxmlformats.org/officeDocument/2006/relationships/slide" Target="/ppt/slides/slide8.xml" Id="Re4df047d3b3748ec" /><Relationship Type="http://schemas.openxmlformats.org/officeDocument/2006/relationships/slide" Target="/ppt/slides/slide9.xml" Id="R4f3fca6fb62f4065" /><Relationship Type="http://schemas.openxmlformats.org/officeDocument/2006/relationships/slide" Target="/ppt/slides/slide10.xml" Id="Rae6b577b1a2943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9c995b910c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f61eb84a3c4c10" /><Relationship Type="http://schemas.openxmlformats.org/officeDocument/2006/relationships/notesMaster" Target="/ppt/notesMasters/notesMaster1.xml" Id="R5a56b090e97d42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0327be1664935" /><Relationship Type="http://schemas.openxmlformats.org/officeDocument/2006/relationships/notesMaster" Target="/ppt/notesMasters/notesMaster1.xml" Id="R1a88caa4c5d640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e57bc78584499d" /><Relationship Type="http://schemas.openxmlformats.org/officeDocument/2006/relationships/notesMaster" Target="/ppt/notesMasters/notesMaster1.xml" Id="R7389750287db4e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d50eb3ab1a4901" /><Relationship Type="http://schemas.openxmlformats.org/officeDocument/2006/relationships/notesMaster" Target="/ppt/notesMasters/notesMaster1.xml" Id="Rf6e0e43b68bc43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9bf6c4478247de" /><Relationship Type="http://schemas.openxmlformats.org/officeDocument/2006/relationships/notesMaster" Target="/ppt/notesMasters/notesMaster1.xml" Id="Ra1d6040645d645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1630360fcd4cd9" /><Relationship Type="http://schemas.openxmlformats.org/officeDocument/2006/relationships/notesMaster" Target="/ppt/notesMasters/notesMaster1.xml" Id="R7d542dea56144b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71539c68bc482b" /><Relationship Type="http://schemas.openxmlformats.org/officeDocument/2006/relationships/notesMaster" Target="/ppt/notesMasters/notesMaster1.xml" Id="Reda9f32e17a345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c2b01ee0ae4e7f" /><Relationship Type="http://schemas.openxmlformats.org/officeDocument/2006/relationships/notesMaster" Target="/ppt/notesMasters/notesMaster1.xml" Id="R183504010d0544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60e628efa14d81" /><Relationship Type="http://schemas.openxmlformats.org/officeDocument/2006/relationships/notesMaster" Target="/ppt/notesMasters/notesMaster1.xml" Id="R1f4779cb8d4c49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c6926f305b4031" /><Relationship Type="http://schemas.openxmlformats.org/officeDocument/2006/relationships/notesMaster" Target="/ppt/notesMasters/notesMaster1.xml" Id="Rf9af3220bf5a49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Estrategia metodológica: adaptación, hitos y condiciones de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combinar prácticas de trabajo para aprender, entregar, gobernar y cerrar una intervención sin seguir una receta ni improvisar?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habilita esta práctica? ¿Qué dependencia vuelve inviable el orden?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marca qué prácticas usa y qué decisión habilita cada una. Las que no tienen función quedan en cuarentena.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dependencia vuelve inviable el orden?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ordenan decisiones y dependencias antes de ubicar calendario, sprint, tablero o comité.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detener la puerta? ¿Qué cambia al alcanzar el hito?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conectar PMBOK, Scrum y Kanban con riesgo, aprendizaje y flujo sin imponer una combinación estándar.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cambia al alcanzar el hito? ¿Qué estructura debe retirarse?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definen comprender, elegir, preparar, ampliar y transferir mediante entrada, evidencia, autoridad, salida y detención.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estructura debe retirarse? ¿Puede operación reparar sin ayuda extraordinaria?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decisión semanal depende de un comité mensual y de datos tardíos. El equipo rediseña ritmos, escalamiento y trabajo en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¿Puede operación reparar sin ayuda extraordinaria? ¿Qué decisión habilita esta práctica?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copia de seguridad no permite reconciliar reservas. El equipo debe detener, reducir alcance o producir evidencia adicional sin cambiar 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habilita esta práctica? ¿Qué dependencia vuelve inviable el orden?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Operaciones ejecuta un turno sin apoyo extraordinario. Se retiran comité, acceso y asistencia temporal por capas, con señales de restitución.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dependencia vuelve inviable el orden?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distingue qué termina como proyecto y qué persiste como producto, servicio o plataforma para N21.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detener la puerta? ¿Qué cambia al alcanzar el hito?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estrategia metodológica situada para HH-20 con puertas que pueden avanzar, modificar, detener, transferir y retirar.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6f524e1c749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38dd1528aa4846" /><Relationship Type="http://schemas.openxmlformats.org/officeDocument/2006/relationships/slideLayout" Target="/ppt/slideLayouts/slideLayout1.xml" Id="Re7b60788efe747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b60788efe747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fdf0b71f444b8" /><Relationship Type="http://schemas.openxmlformats.org/officeDocument/2006/relationships/notesSlide" Target="/ppt/notesSlides/notesSlide1.xml" Id="Rf0eba6602f5343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4779862b34eb0" /><Relationship Type="http://schemas.openxmlformats.org/officeDocument/2006/relationships/notesSlide" Target="/ppt/notesSlides/notesSlide2.xml" Id="Raed4b18491cf46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bbce7d56d44ff" /><Relationship Type="http://schemas.openxmlformats.org/officeDocument/2006/relationships/notesSlide" Target="/ppt/notesSlides/notesSlide3.xml" Id="Ra917e25f690c44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071cd545646a2" /><Relationship Type="http://schemas.openxmlformats.org/officeDocument/2006/relationships/notesSlide" Target="/ppt/notesSlides/notesSlide4.xml" Id="R46299033ea0f45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ddd4300204290" /><Relationship Type="http://schemas.openxmlformats.org/officeDocument/2006/relationships/notesSlide" Target="/ppt/notesSlides/notesSlide5.xml" Id="R0e324177855d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eb9f0a5e84d9b" /><Relationship Type="http://schemas.openxmlformats.org/officeDocument/2006/relationships/notesSlide" Target="/ppt/notesSlides/notesSlide6.xml" Id="R7689168827e447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d0236342342e2" /><Relationship Type="http://schemas.openxmlformats.org/officeDocument/2006/relationships/notesSlide" Target="/ppt/notesSlides/notesSlide7.xml" Id="Rda30df7878fc43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ec1e938c146ef" /><Relationship Type="http://schemas.openxmlformats.org/officeDocument/2006/relationships/notesSlide" Target="/ppt/notesSlides/notesSlide8.xml" Id="R26add696e7f944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80a4cdbb64d69" /><Relationship Type="http://schemas.openxmlformats.org/officeDocument/2006/relationships/notesSlide" Target="/ppt/notesSlides/notesSlide9.xml" Id="R49415111a1374c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8e2723696452c" /><Relationship Type="http://schemas.openxmlformats.org/officeDocument/2006/relationships/notesSlide" Target="/ppt/notesSlides/notesSlide10.xml" Id="R709870c5121445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F8DF2-D990-4F93-A47A-A2C18174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A559A-A9F0-4A3D-A6B7-6E80E17B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90138-BBAA-40B9-B820-6B123AA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5EAD8-A0F3-4768-BA31-79B7682C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40C33-712B-4AAC-B2A8-566A493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688E6-DA66-40C8-BC3E-31C046C7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7B433-F282-443F-A254-CC4FE705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51FFA-4716-4D4D-9850-E0CEE45C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D6C66-9E51-45B9-B9EF-1F87D28E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Estrategia metodológica: adaptación, hitos y condiciones de salida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C7A87-1DEF-48BE-959F-F82301BE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combinar prácticas de trabajo para aprender, entregar, gobernar y cerrar una intervención sin seguir una receta ni improvisar?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A5782-8208-432C-8982-B8172FBC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5ACC2-1F61-4038-9DC8-8BE2069E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146573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3C692-54DE-478D-8231-C952EE45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93D40-56E7-431B-AF9A-FA07BC0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F4838-1F50-4F48-9171-F6A79E5A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670E0-E101-4348-9138-8FBC3B9E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9E5BC-CBF2-4CD5-9F28-5CA2544A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61B3B-D571-448E-BFA7-94D77E4E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F7142-1E58-48E7-AA42-7CF05FF9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CCA98-7AA8-4493-8A4B-9D067526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Inventario de prácticas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CB8B1-4764-4B70-B9D2-B46FD0D2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8E336-580D-4844-AFBD-5EB4FA7A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0C6F6-FC21-4E4B-AB21-1525627A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marca qué prácticas usa y qué decisión habilita cada una. Las que no tienen función quedan en cuarentena.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4BB87-3D1F-40C6-86DB-88477A30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92654-3321-4EA3-97A9-7C30E8D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613E1-2A0A-4898-802B-431691D7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CEA49-20F1-4436-8023-AC7CD2ED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38627-5E17-437A-9DBF-0FF50387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9B58E-018A-4138-925C-05686E42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4B42A-D855-40E5-A7EC-4C11C2E2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DE618-5695-49B8-AC97-A9D527AE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80014-B428-4B2A-9DD9-4DF18E5E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A6BA9-ABA6-4E71-81DF-29B4C356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213410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5D8DF-063E-4D5E-88E7-C3003E12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741CF-2BEE-41AB-8D56-55D69FCF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C82DE-42FA-4E72-BF52-BAC53DD6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B98B8-B06F-4744-A54C-01AA463D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88935-F30D-410A-8DBC-264B05CF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9C2CF-FB29-495D-96FE-DD0FCB4D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65D5B-4BF9-4ACC-9A23-F392AF1F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A51C0-97A1-4585-96B0-92A8A96F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Arquitectura de decisiones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E436D-EE0A-4571-A45A-1732785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40D94-D547-4F7E-A1B0-DEC8AD70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3B8CD-3157-4F06-B8C4-3D2A3C36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ordenan decisiones y dependencias antes de ubicar calendario, sprint, tablero o comité.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AA470-4140-4591-8D40-3A92F984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0D68C-97EB-4792-90C9-4FC32404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F90B9-0DB0-4EDD-8424-F2A3398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E79FF-D9EB-4D50-9E2E-2525FC7E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62D48-0AAB-4E3E-8100-31BD815F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D47EB-D7EA-4BDE-9A99-5A64393B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F0117-CAA7-455B-9EC1-2CB74B81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12E48-6DA5-45BD-BD66-7144ABDC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2C6C3-E828-4ABC-BA34-A7AAFF4A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B6C68-77C2-4134-A6F0-8185EDC5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71914-8F12-4171-82F9-47AB8F9A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01929-A200-4599-B531-C034DDA1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940118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F73D1-B239-4EAE-BAB2-B9D2EBFA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0B964-E09C-472A-9F29-6CDC5807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77103-38A1-4494-9959-CB5E4020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7E2ED-EEC8-4B5D-9066-C03F39FA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88D17-3200-41B6-A589-D81C36F1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93A78-F796-4C82-85EA-AEB34FC7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C73E0-434C-4F6D-9D9A-FF504011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C3053-8440-4087-A32C-30F639B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tailoring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C8684-BF93-4A01-A67F-DFEF2F2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F0E1D-88B3-473E-9636-68F5A3CB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FB7C3-43AE-48F9-AA5B-2CC90DE8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conecta PMBOK, Scrum y Kanban con riesgo, aprendizaje y flujo sin imponer una combinación estándar.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69150-8783-42B2-9476-8965B2A5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70857-A4E2-45F2-AAAE-4D89F572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3F477-2F7C-4319-AA1E-F7A09BC2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8612B-DC86-48C6-AB47-2DCE07F6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35534-A20B-4B2C-8ADA-8D4419B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42ED0-6DEE-4D11-BC1B-0030277B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094872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E3C45-A553-49B3-B6E7-2D2CFC14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B3DB9-483B-4D2C-BD65-E530DF77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7BE1F-5587-4624-8D42-D2EE4C7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2662E-3715-4643-86EF-81010029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6F95D-3950-4D63-BD7D-ADA8E9A6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FE1F1-CBD9-447F-BADD-E43C45E5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4DF79-126B-43B7-A26B-452A885C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AE2A6-E69E-40E9-B13B-7CB728B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Diseño de puertas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BF851-C820-40A2-969A-09F7F3D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2251F-5DF3-4FC5-A839-08C8CAB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1CAB9-F988-436C-9253-20D7BD5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definen comprender, elegir, preparar, ampliar y transferir mediante entrada, evidencia, autoridad, salida y detención.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5E2EE-1EC5-48BE-A3EF-11C0C0F2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59657-1730-4703-859A-87D4F89B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AA71D-4128-4AF1-8710-30B8A219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643A1-1973-47D0-B8ED-A3B2644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B724D-1C4E-4848-BCA5-6D26CCB2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B1273-EA6C-493B-8968-25C031D0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E7E7B-B520-4FA4-B8EF-A54503AA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93478-66AD-44EF-8797-35C5B8F1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DF91D-B60C-4669-840E-2FBF1EF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87595-6841-47B2-B2EF-6D5B3D54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C1A1C-96A6-43E4-87BA-6AA51FCF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23618-7771-4000-8CC0-AAA5037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46946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5DE0B-941F-4ACC-BD45-8BB10035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0F4B8-551C-4AF2-A5E0-82C99944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A7702-0773-498A-A3AA-CAFAE403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F954C-DDD2-4767-912A-6AACE05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3F414-B146-4E34-8B7C-1D9136C4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3D0BB-2486-41EA-A140-C6B0FF75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950FA-1E3E-4DDB-8675-D847E4EA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D33E9-7DB1-4B28-B2F9-B15B4074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Choque de cadencias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E6C6D-1108-4F2B-9978-FF42968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2D700-725F-4283-A229-CE9725A1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11810-D484-4227-869C-4F1751A7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31911-6CD9-47D4-8B9E-FC6435B9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73B13-343A-44ED-9A34-30E4F9B1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 fallida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BAD46-1B6E-424D-905F-E4F6DC2C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decisión semanal depende de un comité mensual y de datos tardíos. El equipo rediseña ritmos, escalamiento y trabajo en curso.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44762-4470-43F6-B526-10D1203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BF5BD-0CB1-409F-98F3-A1288E8C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502316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A67C4-7D89-4A7B-9ED2-922AF1BA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4F004-C15F-499A-8DC6-F93E9FFE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07BE1-0B4F-4FAA-8F9F-3AB64144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FDDAF-5901-4F63-A50E-BF1334F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7A7A3-0AA7-4E46-A898-34AC626D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ED41D-4715-4CD3-953F-580EFEC7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20765-0EBF-4723-8035-718CFD3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70067-8CFB-4E3E-BED1-395D1C2B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Simulacro de puerta fallida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039DB-7AF7-47C0-B2D9-F852FFA6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CC015-5CAE-491F-97FA-E7B0816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47B5A-CBF6-42C5-863C-B63B5316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5BC7F-C1C2-4374-8B28-0F721CE2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606B3-6CBB-4134-A2BE-4F3C3E45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copia de seguridad no permite reconciliar reservas. El equipo debe detener, reducir alcance o producir evidencia adicional sin cambiar el criterio.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7FF9F-DE48-4E1C-B2EF-A4AD1D59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060411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60AC8-451F-4266-91B7-D2FF564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239D7-98AB-4919-AA66-06AFEABF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09E32-5A25-46DB-8A83-DAFC4BBF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85204-8A7F-489F-A596-76870FF3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ACFD9-7E0B-4DE6-8F5F-5FFB7125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E9529-529F-4770-8A68-5D6E08AE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3D410-FEEC-4BC9-A663-B69191D7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C8F81-E5A9-444A-B07C-02EF3462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Ensayo de transferencia y retiro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A37EE-DD0A-4682-83BD-E026279B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AA450-D4CC-4A87-BED5-A83E3EA3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31E27-5177-4D69-AF68-3A2B251C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Operaciones ejecuta un turno sin apoyo extraordinario. Se retiran comité, acceso y asistencia temporal por capas, con señales de restitución.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7DF5A-741F-40A1-8CEC-40B438DF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F83B3-8944-4B5A-A2F3-70EF9B32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AE97D-8C5D-4B30-B222-C0F378F6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16A04-7ECA-4C81-95B1-DFD2F58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7BC8-A4B6-47A9-A196-32052B54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85FFE-C12E-4EC3-A1AE-B1B608F5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ED7BC-7356-4952-B3D8-DEDFB0EC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1DE19-37A2-4421-B4EF-BF5F1CF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C7EB1-CF27-42E1-8503-50D49D3D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10949-A975-4B3E-8412-B96E974C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1B5AF-A573-42F2-8948-2A16EFF4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089B2-D284-4675-B24E-B08F8F65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09509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7BACF-3EA2-458E-A868-79B9BCC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D96F8-CC28-4953-8BA6-063E592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05561-F4E5-4F42-85E1-728A110C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9BFDC-2961-4054-9D37-A12830E2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BF826-B039-40E0-8815-ADC1BC20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55337-7EAC-4A28-9D2A-CB8A3E8F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67996-6CE9-446C-8F9B-FDE59EA8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D2ECE-9AC2-4CC3-9ADC-2124C777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9563A-3D90-4E9B-AAC7-82EA848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1DEAE-F0EB-410B-A0A5-F286266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CDB38-4EE3-4394-BFC1-6EC9E116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distingue qué termina como proyecto y qué persiste como producto, servicio o plataforma para N21.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2F8F7-529A-4BAB-A358-719F1FA2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97DDA-80FE-4B45-9824-4C51D6E7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596A3-FFFF-4CBA-AC59-0CDA73A4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FDCE7-0F5B-4219-8500-1B551DEB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4AE6C-5995-4B07-9416-A0A6082C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CB036-49FA-4874-A0A6-6CAC9F10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05485-1892-4B22-BCEE-156FEE58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750B1-84AE-4F30-9C74-5FE44BFD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120E0-F24C-49D6-AB26-FFE21E14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D8BFE-1BF4-4521-8DEC-E32F3EEF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2BECC-22AF-4DF9-83FE-DABBC656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A3553-D736-474E-BC42-AB0C8A40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9623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0287A-B579-4D73-9BBD-9868EE52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9C42-623C-474A-A9BB-1532DCBA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907BB-CC35-473F-812A-6D7D4D25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80613-10C7-42B0-A57D-D3A02709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87539-7A85-43E7-9387-D7D1E125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9C7F4-D940-4508-A03A-52A757B5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CC1DA-28B3-4D83-8BB3-1F34510D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4D81E-8782-451A-8159-8A38CA91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77B84-9602-469F-8097-51A697F1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D3285-2E89-489F-B9C8-A1BFABC3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6170A-F36E-4C45-A763-B54E80B3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B0813-6A27-4E1F-846F-E727D253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2225E-F139-481D-B84C-497498D1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5588E-A5F9-4B9B-836E-2C9D63D3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CEC13-D559-4EE5-A928-8E8E80C9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estrategia metodológica situada para HH-20 con puertas que pueden avanzar, modificar, detener, transferir y retirar.</a:t>
            </a:r>
          </a:p>
        </p:txBody>
      </p:sp>
    </p:spTree>
    <p:extLst>
      <p:ext uri="{BB962C8B-B14F-4D97-AF65-F5344CB8AC3E}">
        <p14:creationId xmlns:p14="http://schemas.microsoft.com/office/powerpoint/2010/main" val="1434082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2026-09-15T15:47:12.2360000Z</dcterms:created>
  <dcterms:modified xsi:type="dcterms:W3CDTF">2026-09-15T15:47:12.2360000Z</dcterms:modified>
</coreProperties>
</file>