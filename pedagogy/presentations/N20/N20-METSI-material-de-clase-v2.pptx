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358d241a14813" /><Relationship Type="http://schemas.openxmlformats.org/officeDocument/2006/relationships/extended-properties" Target="/docProps/app.xml" Id="Rd12393d78f844b1f" /><Relationship Type="http://schemas.openxmlformats.org/officeDocument/2006/relationships/officeDocument" Target="/ppt/presentation.xml" Id="Rf1681186153e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9cd01e4aab4716"/>
  </p:sldMasterIdLst>
  <p:notesMasterIdLst>
    <p:notesMasterId xmlns:r="http://schemas.openxmlformats.org/officeDocument/2006/relationships" r:id="R83c82ddd74444cb3"/>
  </p:notesMasterIdLst>
  <p:sldIdLst>
    <p:sldId xmlns:r="http://schemas.openxmlformats.org/officeDocument/2006/relationships" id="256" r:id="Rc6087d22e12342b9"/>
    <p:sldId xmlns:r="http://schemas.openxmlformats.org/officeDocument/2006/relationships" id="257" r:id="R83a67679423c4542"/>
    <p:sldId xmlns:r="http://schemas.openxmlformats.org/officeDocument/2006/relationships" id="258" r:id="R554aaf2fdff04738"/>
    <p:sldId xmlns:r="http://schemas.openxmlformats.org/officeDocument/2006/relationships" id="259" r:id="Rf0bc201ce98b41ef"/>
    <p:sldId xmlns:r="http://schemas.openxmlformats.org/officeDocument/2006/relationships" id="260" r:id="R7f56eac4f63e4b30"/>
    <p:sldId xmlns:r="http://schemas.openxmlformats.org/officeDocument/2006/relationships" id="261" r:id="Rac52124af40e4667"/>
    <p:sldId xmlns:r="http://schemas.openxmlformats.org/officeDocument/2006/relationships" id="262" r:id="R9aae9bd19c034015"/>
    <p:sldId xmlns:r="http://schemas.openxmlformats.org/officeDocument/2006/relationships" id="263" r:id="Ra39368e7e0794630"/>
    <p:sldId xmlns:r="http://schemas.openxmlformats.org/officeDocument/2006/relationships" id="264" r:id="R93a389668c664a18"/>
    <p:sldId xmlns:r="http://schemas.openxmlformats.org/officeDocument/2006/relationships" id="265" r:id="Rb83c6812f0c04e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cd7c8d4cd4b77" /><Relationship Type="http://schemas.openxmlformats.org/officeDocument/2006/relationships/slideMaster" Target="/ppt/slideMasters/slideMaster1.xml" Id="R989cd01e4aab4716" /><Relationship Type="http://schemas.openxmlformats.org/officeDocument/2006/relationships/notesMaster" Target="/ppt/notesMasters/notesMaster1.xml" Id="R83c82ddd74444cb3" /><Relationship Type="http://schemas.openxmlformats.org/officeDocument/2006/relationships/presProps" Target="/ppt/presProps.xml" Id="R4bdfd7ec91214dad" /><Relationship Type="http://schemas.openxmlformats.org/officeDocument/2006/relationships/tableStyles" Target="/ppt/tableStyles.xml" Id="Rd8f80c47ddbb4a6b" /><Relationship Type="http://schemas.openxmlformats.org/officeDocument/2006/relationships/slide" Target="/ppt/slides/slide1.xml" Id="Rc6087d22e12342b9" /><Relationship Type="http://schemas.openxmlformats.org/officeDocument/2006/relationships/slide" Target="/ppt/slides/slide2.xml" Id="R83a67679423c4542" /><Relationship Type="http://schemas.openxmlformats.org/officeDocument/2006/relationships/slide" Target="/ppt/slides/slide3.xml" Id="R554aaf2fdff04738" /><Relationship Type="http://schemas.openxmlformats.org/officeDocument/2006/relationships/slide" Target="/ppt/slides/slide4.xml" Id="Rf0bc201ce98b41ef" /><Relationship Type="http://schemas.openxmlformats.org/officeDocument/2006/relationships/slide" Target="/ppt/slides/slide5.xml" Id="R7f56eac4f63e4b30" /><Relationship Type="http://schemas.openxmlformats.org/officeDocument/2006/relationships/slide" Target="/ppt/slides/slide6.xml" Id="Rac52124af40e4667" /><Relationship Type="http://schemas.openxmlformats.org/officeDocument/2006/relationships/slide" Target="/ppt/slides/slide7.xml" Id="R9aae9bd19c034015" /><Relationship Type="http://schemas.openxmlformats.org/officeDocument/2006/relationships/slide" Target="/ppt/slides/slide8.xml" Id="Ra39368e7e0794630" /><Relationship Type="http://schemas.openxmlformats.org/officeDocument/2006/relationships/slide" Target="/ppt/slides/slide9.xml" Id="R93a389668c664a18" /><Relationship Type="http://schemas.openxmlformats.org/officeDocument/2006/relationships/slide" Target="/ppt/slides/slide10.xml" Id="Rb83c6812f0c0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8b24bd4897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82c912d804947" /><Relationship Type="http://schemas.openxmlformats.org/officeDocument/2006/relationships/notesMaster" Target="/ppt/notesMasters/notesMaster1.xml" Id="R80c8d0ba195b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e9dddbb494313" /><Relationship Type="http://schemas.openxmlformats.org/officeDocument/2006/relationships/notesMaster" Target="/ppt/notesMasters/notesMaster1.xml" Id="Rce0e54448c5444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e9c9297d05479e" /><Relationship Type="http://schemas.openxmlformats.org/officeDocument/2006/relationships/notesMaster" Target="/ppt/notesMasters/notesMaster1.xml" Id="Rfd9843c5cdfb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e67acd04c34836" /><Relationship Type="http://schemas.openxmlformats.org/officeDocument/2006/relationships/notesMaster" Target="/ppt/notesMasters/notesMaster1.xml" Id="Ra074b773e7d34c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324a722f743b7" /><Relationship Type="http://schemas.openxmlformats.org/officeDocument/2006/relationships/notesMaster" Target="/ppt/notesMasters/notesMaster1.xml" Id="Rd7c14d2458f44f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90d47769854eec" /><Relationship Type="http://schemas.openxmlformats.org/officeDocument/2006/relationships/notesMaster" Target="/ppt/notesMasters/notesMaster1.xml" Id="R5116f9e7113f47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ed1c4141294c4c" /><Relationship Type="http://schemas.openxmlformats.org/officeDocument/2006/relationships/notesMaster" Target="/ppt/notesMasters/notesMaster1.xml" Id="Rf2cbe20cff3548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5ee2240bff4377" /><Relationship Type="http://schemas.openxmlformats.org/officeDocument/2006/relationships/notesMaster" Target="/ppt/notesMasters/notesMaster1.xml" Id="Rc969947d4ecd40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267fce8b514522" /><Relationship Type="http://schemas.openxmlformats.org/officeDocument/2006/relationships/notesMaster" Target="/ppt/notesMasters/notesMaster1.xml" Id="R33af315e400e46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0820a652d54fcc" /><Relationship Type="http://schemas.openxmlformats.org/officeDocument/2006/relationships/notesMaster" Target="/ppt/notesMasters/notesMaster1.xml" Id="Ra1885f52d37d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función de cada práctica.</a:t>
            </a:r>
          </a:p>
          <a:p xmlns:a="http://schemas.openxmlformats.org/drawingml/2006/main">
            <a:r>
              <a:t>Señal para avanzar: Aparecen ceremonias sin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Arquitectura de decisiones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Ordenar dependencias antes del calendario.</a:t>
            </a:r>
          </a:p>
          <a:p xmlns:a="http://schemas.openxmlformats.org/drawingml/2006/main">
            <a:r>
              <a:t>Señal para avanzar: La secuencia tiene causalidad.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Tailoring situado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PMBOK, Scrum y Kanban con contexto.</a:t>
            </a:r>
          </a:p>
          <a:p xmlns:a="http://schemas.openxmlformats.org/drawingml/2006/main">
            <a:r>
              <a:t>Señal para avanzar: Las prácticas justifican su presencia.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 una puerta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entrada, evidencia, autoridad y salida.</a:t>
            </a:r>
          </a:p>
          <a:p xmlns:a="http://schemas.openxmlformats.org/drawingml/2006/main">
            <a:r>
              <a:t>Señal para avanzar: El hito puede detener.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Cadencias incompatibles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espera y decisión bloqueada.</a:t>
            </a:r>
          </a:p>
          <a:p xmlns:a="http://schemas.openxmlformats.org/drawingml/2006/main">
            <a:r>
              <a:t>Señal para avanzar: Los ritmos se coordinan.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 fallida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Impedir cambiar el criterio después del resultado.</a:t>
            </a:r>
          </a:p>
          <a:p xmlns:a="http://schemas.openxmlformats.org/drawingml/2006/main">
            <a:r>
              <a:t>Señal para avanzar: Se reduce alcance o se detiene.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Transferencia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apoyo extraordinario.</a:t>
            </a:r>
          </a:p>
          <a:p xmlns:a="http://schemas.openxmlformats.org/drawingml/2006/main">
            <a:r>
              <a:t>Señal para avanzar: Operación puede sostener y reparar.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habilita esta práctica?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Retiro por capas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Observar señales al quitar estructuras.</a:t>
            </a:r>
          </a:p>
          <a:p xmlns:a="http://schemas.openxmlformats.org/drawingml/2006/main">
            <a:r>
              <a:t>Señal para avanzar: El método no se perpetúa.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vuelve inviable el orden?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Estrategia HH-20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riesgo residual y memoria.</a:t>
            </a:r>
          </a:p>
          <a:p xmlns:a="http://schemas.openxmlformats.org/drawingml/2006/main">
            <a:r>
              <a:t>Señal para avanzar: El cierre es gobernable.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la puerta?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temporalidad y obligación persistente.</a:t>
            </a:r>
          </a:p>
          <a:p xmlns:a="http://schemas.openxmlformats.org/drawingml/2006/main">
            <a:r>
              <a:t>Señal para avanzar: Se distinguen proyecto, producto, servicio y plataforma.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Presentar la pantalla como consigna de pausa. Pedir una respuesta breve o una marca sobre el artefacto antes de habilitar la pantalla siguiente.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alcanzar el hito?</a:t>
            </a:r>
          </a:p>
          <a:p xmlns:a="http://schemas.openxmlformats.org/drawingml/2006/main">
            <a:r>
              <a:t>• ¿Qué estructura debe retirarse?</a:t>
            </a:r>
          </a:p>
          <a:p xmlns:a="http://schemas.openxmlformats.org/drawingml/2006/main">
            <a:r>
              <a:t>• ¿Puede operación reparar sin ayuda extraordinaria?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estrategia metodológica situada para HH-20 con puertas que pueden avanzar, modificar, detener, transferir y retirar.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5ae50cae14e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8e5d7c55f498a" /><Relationship Type="http://schemas.openxmlformats.org/officeDocument/2006/relationships/slideLayout" Target="/ppt/slideLayouts/slideLayout1.xml" Id="Re40e0f9bc13b4b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0e0f9bc13b4b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8243568ac4670" /><Relationship Type="http://schemas.openxmlformats.org/officeDocument/2006/relationships/notesSlide" Target="/ppt/notesSlides/notesSlide1.xml" Id="R85a4b8639d3e40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02039aa1e459d" /><Relationship Type="http://schemas.openxmlformats.org/officeDocument/2006/relationships/notesSlide" Target="/ppt/notesSlides/notesSlide2.xml" Id="Rd9ea798a17c441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5a0952066475f" /><Relationship Type="http://schemas.openxmlformats.org/officeDocument/2006/relationships/notesSlide" Target="/ppt/notesSlides/notesSlide3.xml" Id="Rd0561a3dc16540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7a50270424e08" /><Relationship Type="http://schemas.openxmlformats.org/officeDocument/2006/relationships/notesSlide" Target="/ppt/notesSlides/notesSlide4.xml" Id="R91395a4b516143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606597a254675" /><Relationship Type="http://schemas.openxmlformats.org/officeDocument/2006/relationships/notesSlide" Target="/ppt/notesSlides/notesSlide5.xml" Id="R3ef78cf7f205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fc77ef6da4b29" /><Relationship Type="http://schemas.openxmlformats.org/officeDocument/2006/relationships/notesSlide" Target="/ppt/notesSlides/notesSlide6.xml" Id="Rc0d943b63b50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69debff774172" /><Relationship Type="http://schemas.openxmlformats.org/officeDocument/2006/relationships/notesSlide" Target="/ppt/notesSlides/notesSlide7.xml" Id="Rda2bae785c35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7af85851a4ca8" /><Relationship Type="http://schemas.openxmlformats.org/officeDocument/2006/relationships/notesSlide" Target="/ppt/notesSlides/notesSlide8.xml" Id="Rdac438af98144e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6a8fb47ef428f" /><Relationship Type="http://schemas.openxmlformats.org/officeDocument/2006/relationships/notesSlide" Target="/ppt/notesSlides/notesSlide9.xml" Id="R42445c3e118042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da028a4bf43d0" /><Relationship Type="http://schemas.openxmlformats.org/officeDocument/2006/relationships/notesSlide" Target="/ppt/notesSlides/notesSlide10.xml" Id="R55e2203fae47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076DE-9F09-48E6-A351-23BD2D07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D6F6C-7A1C-40FC-A06C-4F50DD22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7B284-4603-4857-BC66-1D80B6EF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16DD4-EB8B-4D86-A0C0-7BB1901C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B1526-2076-43D1-85E6-E0766A80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A571-EEC2-4B60-8BF6-304B33FE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F0EE5-969A-4161-97C2-D57F2F87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CB80F-F67A-44C3-B78F-3CF1092F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F2F74-EFE7-4AF7-BA25-1FE6FE05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9906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6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componer una estrategia que coordine aprendizaje, entrega, gobierno y retiro sin convertir el método en receta ni la adaptación en improvisación?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389DD-2648-4FA5-930B-4C5AB75A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76F70-6A9F-48C4-B3C6-B524285C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84580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60267-2FF4-4269-9F12-C0FA01FC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BBAFF-94FA-40BC-BF59-1D549441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2C0E7-D3B7-48B5-8FFE-21D6311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5DD02-A911-442A-AFAB-D0E1713F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94279-6D45-4837-A6D7-E2E2264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3492D-525E-438D-8390-5CAB61D9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93561-AFF7-4A66-ACF8-0823109F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D7729-78FB-46A6-B26D-0A788A89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Arquitectura de decisiones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803AA-3BD0-4A27-95B6-DA1EC000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76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9A7A8-6FA5-4FD2-98B7-7EE6DD16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97176-2747-42F2-A0D7-236248A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992874-C708-4306-ACC6-EA4A3A4E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Tomá una posición antes de escuchar la explicación.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624EB-8BD8-45B2-AD55-C57605ED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E7C61-FAE9-4F4A-B6B2-30985917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EDF84-8704-4058-A3FD-794EA96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BEB9F-05A6-4CA9-B012-56ABF505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CAECB-9F9A-4231-BAAB-09C1EC3F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5D6A6-C93F-45F6-BC21-8A6859D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480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Dejala escrita en una frase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288536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B75D7-176C-453B-815D-17F11FF7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5FF45-AE85-4EBC-B375-4E215006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2B8D7-55A5-4FED-B3ED-F2E45D4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6AAF-5FC1-48A5-A10B-0A0C130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924F-4D00-4211-A546-98327AC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0EC54-6A72-4C42-BCF9-5E6D8E83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3BB6C-9619-4CAE-A930-68085098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3D377-5A6C-40F8-9A18-E5BDCB2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Tailoring situado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2CA6B-2764-49EF-9D2B-B5291574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8388E-807C-48D1-A934-647A428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A03D8-6A76-448A-9E13-16713466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0378B-4C28-4938-AD9F-859D640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51C5-515A-4C6E-B2B8-316CF9F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8F158-1049-4CC1-A20A-F9B4111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9A668-4267-4E6D-A9D5-A6ABD752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0C0E2-7200-48EE-A93B-913B6EB4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84EFE-9665-43F2-A6E3-F1B12FC3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C67A3-A47C-4AC0-AC38-AB8877DF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E935DB-7A26-4961-A3C8-060ADF7F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688F3-B605-4D31-B5A3-ADE5F09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672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cambia si esta distinción se formula de otro modo?</a:t>
            </a:r>
          </a:p>
        </p:txBody>
      </p:sp>
    </p:spTree>
    <p:extLst>
      <p:ext uri="{BB962C8B-B14F-4D97-AF65-F5344CB8AC3E}">
        <p14:creationId xmlns:p14="http://schemas.microsoft.com/office/powerpoint/2010/main" val="1639980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89EF7-2AAA-4CE4-B226-0A222D2D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FF806-82F5-41BB-81AA-3968B5D2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7568E-2EF1-4E72-9E6F-2C6AD613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313BF-BD3B-4319-B5FA-E401AB7A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59972-67CE-43B2-8669-189B5EEE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C3D24-ED1C-4B2A-9BAE-4435ABE8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0EDDA-D0C3-457E-816D-925E801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3AB98-C764-4E30-9443-B9052A73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Anatomía de una puerta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72CA4-D614-4A1D-8DDF-6A04D65D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04395-AEA6-455B-A679-04168658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Primera evidencia o formulación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C0E19-23F9-4F08-8D37-14884BF3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EDCEF-7C0F-4651-9225-78A440D2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08A23-C827-487B-B55A-CF02B41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1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o formulación contrastante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DF73C-302B-4528-A8D9-6F44A52F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400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¿Qué diferencia modifica una decisión concreta?</a:t>
            </a:r>
          </a:p>
        </p:txBody>
      </p:sp>
    </p:spTree>
    <p:extLst>
      <p:ext uri="{BB962C8B-B14F-4D97-AF65-F5344CB8AC3E}">
        <p14:creationId xmlns:p14="http://schemas.microsoft.com/office/powerpoint/2010/main" val="1433278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23952-F86F-4D80-8C60-40F39C3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250CB-36AD-4E67-AACD-3925FC2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C5C2E-6194-4F06-8EBE-506E8479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3A700-31E4-49D9-9E88-B27DB7CD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C46E1-6F7F-4569-B832-EF10C2C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8280E-A09E-4261-8D9C-A491EB51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C12C0-81F9-4AA3-B2BA-0A5EC91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F42F3-B463-4ABA-9A59-9672E6F8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Cadencias incompatibles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6A7F8-FE70-451E-90E9-5BF9897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5AED5-6286-4FFC-B035-84D78139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526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8C6F6-D152-4266-928B-2DE0CBF7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47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65F0F-5EA1-4D9D-B5F6-3E1C7FC9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0A37E-D8B7-443A-BBDC-D414871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C0734A-4D86-42D8-BF68-EC1ADA9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35369-8F67-488E-A9F1-CD1D91D7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DEA58-F93C-45DD-835C-81227C74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DD04C-0DAC-42DD-A22C-7C19077D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54DFE-42DD-4D5D-A10A-C8A0813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9A1F8-91A3-415F-A6FB-3D3BEFA8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B98AA-FCDF-47EF-9A54-788C738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530351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11BE7-D370-4C85-9EA4-E52331AF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5C7B0-8B0B-44AF-8E8E-E9722760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7FDF3-68BF-4E3E-895E-F5E5639E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F28DF-8032-4E4D-8F0D-3C831D6D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659B5-701A-4A06-B5B2-8578ED1E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27D89-3B87-4C32-9024-ACC1D7F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FB296-C334-4B42-8B5F-78C7EAE8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ED494-2C78-43C8-B4CB-986B3D02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fallida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69B7C-D48D-4BA2-8663-E3B357D7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8CEBE-E103-45F3-9BB5-3CF58D9F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01F63-6A45-4AC1-B230-F6AB7FA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7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Artefacto en construcción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9C80A-5C91-4593-8030-480C3E23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7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Dejen visible la hipótesis, la evidencia usada, la decisión que habilita y la condición que podría revisarla.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748FC-2647-4CE3-AAEE-02FD94B6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3006B-1612-4301-BF32-F348317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06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9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 pantalla</a:t>
            </a:r>
          </a:p>
        </p:txBody>
      </p:sp>
    </p:spTree>
    <p:extLst>
      <p:ext uri="{BB962C8B-B14F-4D97-AF65-F5344CB8AC3E}">
        <p14:creationId xmlns:p14="http://schemas.microsoft.com/office/powerpoint/2010/main" val="1048586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379C2-61C5-4F97-B182-E8151845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37633-81E9-4CE3-B9EC-24ADA1A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7D71B-1F57-41A7-B273-40955D3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6DF9-BAB6-49CB-AA67-01CAC49B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68AA2-6C56-49A6-9192-061F0103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90011-59FC-4843-BFC8-965366CA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EA8CA-7F66-4E60-8803-BCC58C78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1B75EA-39A8-49E8-9C18-40CB9D7D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Transferencia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B5488-9F09-4957-8C56-365A127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40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ADE22-B6D1-4CAC-BFC0-66C08E06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181D5-51A2-4040-BF73-FA4ECB1D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47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No la usen para defender la primera respuesta. Úsenla para localizar qué parte del razonamiento debe cambiar y qué parte todavía se sostiene.</a:t>
            </a:r>
          </a:p>
        </p:txBody>
      </p:sp>
    </p:spTree>
    <p:extLst>
      <p:ext uri="{BB962C8B-B14F-4D97-AF65-F5344CB8AC3E}">
        <p14:creationId xmlns:p14="http://schemas.microsoft.com/office/powerpoint/2010/main" val="549349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B8BA2-EFA5-4BAA-86FA-304F7895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27221-B307-44BD-8056-E2BF4EB6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C07DE-6CB3-4085-8EE4-BBF51F17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F3D2F-5E10-4469-A586-2921B960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99A1-3B1A-4D29-81DB-1CCE7ED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2CB30-F381-49F0-84FF-08EF806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F0C6A-DD45-4049-819F-10186D10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7D30A-F638-48D2-8568-4F51F496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Retiro por capas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4F243-3174-414C-ABA6-13224D4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16D57-0ED6-4F89-A7F9-589100A3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602CD-9CF9-44F7-88F3-E463B094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709EB-44D1-456F-BEDD-9E439F6E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38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32B27-4C13-4D44-BC7F-3D9E2498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81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CFD04-6C03-4E56-8776-B9B79B24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81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E81B7-F54A-4FF3-A7F0-15FEA573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AD44A-CA04-4FB8-8135-1DB3C19B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7E326-95E8-49E4-A22F-E745E25F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910C3-2A1C-40CF-A68A-7E3666D7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762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BD42E8-9FFA-4566-9122-3824C172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05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27BA0-EF5B-47AD-8523-23B116C2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05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7762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1D698-65E3-4423-8429-01683FB4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0A051-2ED9-43AB-8969-BD36E21D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BDDF0-A450-4D4C-9833-2F918E85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21DC5-8A0F-4560-96CE-818A6FC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C9E65-357A-486B-9BB3-58549DC3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F7863-3883-41E5-A901-F458E69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C31CC-EB8E-4861-9F44-AA790BE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6920C-067A-4E17-85AF-4B20377F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Estrategia HH-20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4241F-2AA3-4925-802E-6A594298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50C7B-6C66-49DB-8806-E8FA3D51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08C24-6731-495D-B354-ABC0AA09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669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9EDAC-00B1-460B-BD32-43B7932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23532-E7D5-49DE-A828-BEEA79D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5C810-3122-4C66-A169-7A9BD73B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39E48-8825-44D7-AD07-9CABE5B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1C2DF-6AE8-4B4A-9ECD-15000F78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EF546-752C-4B40-A18C-C5084DF1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195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B868C-5232-4F58-8300-7218614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C2391-EBCA-4615-972F-6D1EB1A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95825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D0EE8-692B-4104-A4FD-0727E912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95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27011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4E45E-843F-4464-AEEE-ADE1C602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DBB20-BB7F-4C68-8841-F0FC42C2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9E4FD-2DAF-4587-91BE-2443D46B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C6833-5B74-43F9-A134-F24E01D0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B753A-9C9D-4D4B-A7FD-8F7B3D5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E190A-1CC1-49E6-B94E-6A5288CF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ED552-0373-49BA-8853-F0E6890D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24BBE-9BA8-44BA-8755-AE9FC600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1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5688C-C738-4C34-B9B5-25DCF0A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D2E28-267F-461F-BC60-2A3D246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8D024-C80F-4ADB-9E1C-78A4A8DB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53A67-3876-4AD5-9F75-407620D5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FB2F8-7B3F-43C5-995C-E79ECDBA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FBA3A-C44E-4180-AA01-22FC1EA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E3EBD-87AE-4F5C-A0C3-2C40B2F4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estrategia metodológica situada para HH-20 con puertas que pueden avanzar, modificar, detener, transferir y retirar.</a:t>
            </a:r>
          </a:p>
        </p:txBody>
      </p:sp>
    </p:spTree>
    <p:extLst>
      <p:ext uri="{BB962C8B-B14F-4D97-AF65-F5344CB8AC3E}">
        <p14:creationId xmlns:p14="http://schemas.microsoft.com/office/powerpoint/2010/main" val="1116237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2026-09-12T16:23:09.7990000Z</dcterms:created>
  <dcterms:modified xsi:type="dcterms:W3CDTF">2026-09-12T16:23:09.7990000Z</dcterms:modified>
</coreProperties>
</file>