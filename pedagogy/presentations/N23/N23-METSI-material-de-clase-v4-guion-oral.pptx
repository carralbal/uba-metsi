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e97db895c6d441e" /><Relationship Type="http://schemas.openxmlformats.org/officeDocument/2006/relationships/extended-properties" Target="/docProps/app.xml" Id="R21c12f053b804862" /><Relationship Type="http://schemas.openxmlformats.org/officeDocument/2006/relationships/officeDocument" Target="/ppt/presentation.xml" Id="R91c250497d7343b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7ef2d21985a46de"/>
  </p:sldMasterIdLst>
  <p:notesMasterIdLst>
    <p:notesMasterId xmlns:r="http://schemas.openxmlformats.org/officeDocument/2006/relationships" r:id="R0be8e758edd2406a"/>
  </p:notesMasterIdLst>
  <p:sldIdLst>
    <p:sldId xmlns:r="http://schemas.openxmlformats.org/officeDocument/2006/relationships" id="256" r:id="Rc0daa8782664496f"/>
    <p:sldId xmlns:r="http://schemas.openxmlformats.org/officeDocument/2006/relationships" id="257" r:id="Rb90d8cfdb2194358"/>
    <p:sldId xmlns:r="http://schemas.openxmlformats.org/officeDocument/2006/relationships" id="258" r:id="Re04c4f85399f48df"/>
    <p:sldId xmlns:r="http://schemas.openxmlformats.org/officeDocument/2006/relationships" id="259" r:id="R6f220b35ac974717"/>
    <p:sldId xmlns:r="http://schemas.openxmlformats.org/officeDocument/2006/relationships" id="260" r:id="R109a59c78ae74276"/>
    <p:sldId xmlns:r="http://schemas.openxmlformats.org/officeDocument/2006/relationships" id="261" r:id="R61a13d5badbc4d67"/>
    <p:sldId xmlns:r="http://schemas.openxmlformats.org/officeDocument/2006/relationships" id="262" r:id="Rcd888c62c35147ca"/>
    <p:sldId xmlns:r="http://schemas.openxmlformats.org/officeDocument/2006/relationships" id="263" r:id="R47c6f81d1b444599"/>
    <p:sldId xmlns:r="http://schemas.openxmlformats.org/officeDocument/2006/relationships" id="264" r:id="R48b76654ee1448cd"/>
    <p:sldId xmlns:r="http://schemas.openxmlformats.org/officeDocument/2006/relationships" id="265" r:id="R1efd5ba3ad1b4d4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8040f8bfdd14e50" /><Relationship Type="http://schemas.openxmlformats.org/officeDocument/2006/relationships/slideMaster" Target="/ppt/slideMasters/slideMaster1.xml" Id="Rc7ef2d21985a46de" /><Relationship Type="http://schemas.openxmlformats.org/officeDocument/2006/relationships/notesMaster" Target="/ppt/notesMasters/notesMaster1.xml" Id="R0be8e758edd2406a" /><Relationship Type="http://schemas.openxmlformats.org/officeDocument/2006/relationships/presProps" Target="/ppt/presProps.xml" Id="R2904b8b3f856424d" /><Relationship Type="http://schemas.openxmlformats.org/officeDocument/2006/relationships/tableStyles" Target="/ppt/tableStyles.xml" Id="R4ab8455ddad14666" /><Relationship Type="http://schemas.openxmlformats.org/officeDocument/2006/relationships/slide" Target="/ppt/slides/slide1.xml" Id="Rc0daa8782664496f" /><Relationship Type="http://schemas.openxmlformats.org/officeDocument/2006/relationships/slide" Target="/ppt/slides/slide2.xml" Id="Rb90d8cfdb2194358" /><Relationship Type="http://schemas.openxmlformats.org/officeDocument/2006/relationships/slide" Target="/ppt/slides/slide3.xml" Id="Re04c4f85399f48df" /><Relationship Type="http://schemas.openxmlformats.org/officeDocument/2006/relationships/slide" Target="/ppt/slides/slide4.xml" Id="R6f220b35ac974717" /><Relationship Type="http://schemas.openxmlformats.org/officeDocument/2006/relationships/slide" Target="/ppt/slides/slide5.xml" Id="R109a59c78ae74276" /><Relationship Type="http://schemas.openxmlformats.org/officeDocument/2006/relationships/slide" Target="/ppt/slides/slide6.xml" Id="R61a13d5badbc4d67" /><Relationship Type="http://schemas.openxmlformats.org/officeDocument/2006/relationships/slide" Target="/ppt/slides/slide7.xml" Id="Rcd888c62c35147ca" /><Relationship Type="http://schemas.openxmlformats.org/officeDocument/2006/relationships/slide" Target="/ppt/slides/slide8.xml" Id="R47c6f81d1b444599" /><Relationship Type="http://schemas.openxmlformats.org/officeDocument/2006/relationships/slide" Target="/ppt/slides/slide9.xml" Id="R48b76654ee1448cd" /><Relationship Type="http://schemas.openxmlformats.org/officeDocument/2006/relationships/slide" Target="/ppt/slides/slide10.xml" Id="R1efd5ba3ad1b4d4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3f6647f3a764ae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b6be9221e254e55" /><Relationship Type="http://schemas.openxmlformats.org/officeDocument/2006/relationships/notesMaster" Target="/ppt/notesMasters/notesMaster1.xml" Id="Rb5d94035d10d4c4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4ad9c83b3d64245" /><Relationship Type="http://schemas.openxmlformats.org/officeDocument/2006/relationships/notesMaster" Target="/ppt/notesMasters/notesMaster1.xml" Id="Rdd1ea54bb58c443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876a8faa75d40ae" /><Relationship Type="http://schemas.openxmlformats.org/officeDocument/2006/relationships/notesMaster" Target="/ppt/notesMasters/notesMaster1.xml" Id="Rbb012a81de3b4ad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03e72ebec4d49e1" /><Relationship Type="http://schemas.openxmlformats.org/officeDocument/2006/relationships/notesMaster" Target="/ppt/notesMasters/notesMaster1.xml" Id="R608d6178373148c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f3451e7b45e4e38" /><Relationship Type="http://schemas.openxmlformats.org/officeDocument/2006/relationships/notesMaster" Target="/ppt/notesMasters/notesMaster1.xml" Id="R7ffac465cc174e8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f948693077748a0" /><Relationship Type="http://schemas.openxmlformats.org/officeDocument/2006/relationships/notesMaster" Target="/ppt/notesMasters/notesMaster1.xml" Id="Ra1b1fc94d76c4c9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9b0b4c27d6a4504" /><Relationship Type="http://schemas.openxmlformats.org/officeDocument/2006/relationships/notesMaster" Target="/ppt/notesMasters/notesMaster1.xml" Id="Rb82c7e6d38c5439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d90e791876c4a21" /><Relationship Type="http://schemas.openxmlformats.org/officeDocument/2006/relationships/notesMaster" Target="/ppt/notesMasters/notesMaster1.xml" Id="R2acfa22f71f0453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5c00da63daf4ac7" /><Relationship Type="http://schemas.openxmlformats.org/officeDocument/2006/relationships/notesMaster" Target="/ppt/notesMasters/notesMaster1.xml" Id="R22670fefe6da41b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7c08eae8df34760" /><Relationship Type="http://schemas.openxmlformats.org/officeDocument/2006/relationships/notesMaster" Target="/ppt/notesMasters/notesMaster1.xml" Id="Rab652657fa2a4f0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Hoy vamos a trabajar sobre Capacidad y aprendizaje: cortar entregas por outcome.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Quiero empezar con una pregunta. ¿Cómo dividir una iniciativa sin producir piezas técnicas que sólo sirven cuando todo está terminado?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Tómense un minuto para responder con sus propias palabras. No busquen una definición perfecta ni traten de adivinar qué respuesta espero. Anoten qué creen ahora y qué dato les falta para estar más seguros.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¿Quién puede usar el corte hoy? ¿Qué episodio completa?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Después vamos a comparar las respuestas. Si aparecen posiciones distintas, esa diferencia nos va a servir para reconocer los supuestos con los que cada uno llegó al encuentro.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Vamos a empezar con una primera toma de posición.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Los equipos reciben piezas terminadas y descubren que ninguna permite alojar a una persona.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 primera respuesta funciona como una referencia. Más adelante podremos ver si cambió y por qué.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10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episodio completa? ¿Qué capa no puede postergarse?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Cuando todos hayan dejado una posición visible, seguimos.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Ahora vamos a poner en común lo que cada uno vio y a comparar diferencias.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 ordenan actores, decisiones, información y excepciones desde reserva hasta habitación utilizable.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 intenten borrar el desacuerdo demasiado rápido. Una diferencia puede mostrar que estamos usando criterios distintos o mirando consecuencias diferentes.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15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capa no puede postergarse? ¿Qué incertidumbre reduce?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Antes de continuar, quiero que cada equipo pueda señalar por lo menos una diferencia que cambiaría una decisión.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Detengámonos en la distinción que necesitamos para poder decidir mejor.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Cada equipo elige la incertidumbre más decisiva y elimina trabajo que no ayuda a resolverla.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 necesitamos repasar toda la lectura. Vamos a usar el concepto solamente donde ayuda a interpretar lo que tenemos delante.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15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incertidumbre reduce? ¿Cómo se repara una excepción?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Seguimos cuando la distinción pueda explicarse con un ejemplo del caso y no solamente con una definición.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 esa distinción disponible, vamos a reconstruir el problema sobre un caso concreto.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 diseña un corte que atraviesa interfaz, reglas, datos, operación, comunicación y reparación.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Busquen relaciones que otra persona pueda seguir. Una afirmación gana valor cuando podemos mostrar en qué evidencia se apoya y qué decisión modifica.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20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¿Cómo se repara una excepción? ¿Qué habilita ampliar población?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Antes de avanzar, dejen la producción en una forma que otro equipo pueda leer y revisar.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Voy a incorporar información nueva. La idea es observar si nuestra explicación resiste o necesita cambiar.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Una huésped con requerimiento accesible llega antes de hora. El equipo ejecuta el episodio y registra fallas.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Cambiar de posición frente a evidencia nueva no es un error. Es una señal de que el razonamiento permanece abierto a revisión.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20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habilita ampliar población? ¿Quién puede usar el corte hoy?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Anoten con claridad qué cambió, qué se mantiene y qué decisión queda habilitada por la evidencia nueva.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Llegó el momento de revisar el trabajo de otro equipo con cuidado y con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 funcionalidad está desplegada, pero una excepción no puede repararse. Se revisan definición, evidencia y deuda.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Una buena objeción no reemplaza el trabajo ajeno. Señala una relación débil y propone qué observación permitiría examinarla.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17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¿Quién puede usar el corte hoy? ¿Qué episodio completa?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 revisión termina cuando la objeción señala una relación concreta y propone una prueba posible.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Vamos a defender una posición provisional y a explicar en qué evidencia se apoya.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 ordenan tres cortes por aprendizaje, dependencia, población y protección, con una condición de replanteo.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Sean breves y específicos. Necesitamos escuchar qué sostienen, con qué evidencia y bajo qué condición aceptarían revisar la decisión.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15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episodio completa? ¿Qué capa no puede postergarse?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Cada equipo cierra cuando puede sostener una decisión provisional y también puede nombrar su límite.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Para terminar esta secuencia, vamos a registrar qué cambió y qué pregunta queda abierta.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Cada equipo explicita qué deja de hacer para proteger el primer corte, entrada central de N24.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 registro final importa porque nos permite reconstruir el aprendizaje sin depender de la memoria del momento.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8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capa no puede postergarse? ¿Qué incertidumbre reduce?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Antes de terminar, dejen por escrito qué aprendieron y qué evidencia todavía podría cambiar su posición.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Para cerrar, vuelvan por un momento a la respuesta que dieron al comienzo.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Completen estas tres frases con una idea concreta. Antes pensaba. Ahora sostengo. Todavía revisaría mi posición si apareciera determinada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 hace falta mostrar una conclusión definitiva. Lo importante es poder explicar qué cambió, qué produjo ese cambio y qué pregunta sigue abierta.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 resultado que buscamos hoy es este. Cada equipo entrega una secuencia de cortes verticales HH-23 con capacidad observable, integración temprana y condiciones de expansión.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Dejen ese registro por escrito. Va a ser el punto de partida para el próximo encuentro y una huella del recorrido que estamos construyendo.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9944d430d04ef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83f4c70901c4b69" /><Relationship Type="http://schemas.openxmlformats.org/officeDocument/2006/relationships/slideLayout" Target="/ppt/slideLayouts/slideLayout1.xml" Id="Rcbf8e17f7d05409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bf8e17f7d05409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1e20e2eb9b4576" /><Relationship Type="http://schemas.openxmlformats.org/officeDocument/2006/relationships/notesSlide" Target="/ppt/notesSlides/notesSlide1.xml" Id="Rbb095285a23b4f7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24f17958324448" /><Relationship Type="http://schemas.openxmlformats.org/officeDocument/2006/relationships/notesSlide" Target="/ppt/notesSlides/notesSlide2.xml" Id="R7c47badb28b3460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bad3368ce940b4" /><Relationship Type="http://schemas.openxmlformats.org/officeDocument/2006/relationships/notesSlide" Target="/ppt/notesSlides/notesSlide3.xml" Id="R1a3a758f833248f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77b8359fc94e42" /><Relationship Type="http://schemas.openxmlformats.org/officeDocument/2006/relationships/notesSlide" Target="/ppt/notesSlides/notesSlide4.xml" Id="Re2381748a7fd4a1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1419a31aad4677" /><Relationship Type="http://schemas.openxmlformats.org/officeDocument/2006/relationships/notesSlide" Target="/ppt/notesSlides/notesSlide5.xml" Id="R88f01cfadf0a4ef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0e75b261574832" /><Relationship Type="http://schemas.openxmlformats.org/officeDocument/2006/relationships/notesSlide" Target="/ppt/notesSlides/notesSlide6.xml" Id="R244a0e0739da44d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c5ce3f4c824aca" /><Relationship Type="http://schemas.openxmlformats.org/officeDocument/2006/relationships/notesSlide" Target="/ppt/notesSlides/notesSlide7.xml" Id="R3a2cd9628b184fb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a8bceb414a4324" /><Relationship Type="http://schemas.openxmlformats.org/officeDocument/2006/relationships/notesSlide" Target="/ppt/notesSlides/notesSlide8.xml" Id="R6f1cef03fc304b0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8b1ed282ec4156" /><Relationship Type="http://schemas.openxmlformats.org/officeDocument/2006/relationships/notesSlide" Target="/ppt/notesSlides/notesSlide9.xml" Id="R23519b2d488a42b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c184af07e94680" /><Relationship Type="http://schemas.openxmlformats.org/officeDocument/2006/relationships/notesSlide" Target="/ppt/notesSlides/notesSlide10.xml" Id="Rff940d07f4f047f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07A125-429B-40FB-906F-20E068C47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3C141A-3BA5-44ED-A8FD-8DBB31093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N23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B1049E-B33C-480D-A6F1-F045AB491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EEFFA9-E803-48B3-BA88-B7D48A1A2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E · PRODUCTO Y FLUJO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CFAB11-42A5-4CEA-98B6-7E2886C79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94FEA5-CCEB-4BA1-818C-D6987263A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A84A26-083C-4134-8FF2-220EA215F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C958B7-EFC4-49CD-925E-A24E1CB84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PREGUNTA PROFESIONAL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9FFBA2-BB08-425D-ACBB-462136C38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123950"/>
            <a:ext cx="3667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61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Capacidad y aprendizaje: cortar entregas por outcome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45D788-FE86-4289-A7A1-DF36CE15F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99060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¿Cómo dividir una iniciativa sin producir piezas técnicas que sólo sirven cuando todo está terminado?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4E1A46-0570-41C3-8ECF-267793EB5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95850"/>
            <a:ext cx="838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B1D773-4E21-4FBB-BDCF-60047BB67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866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6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Respondé antes de explicar. La primera posición queda registrada para revisarla al cierre.</a:t>
            </a:r>
          </a:p>
        </p:txBody>
      </p:sp>
    </p:spTree>
    <p:extLst>
      <p:ext uri="{BB962C8B-B14F-4D97-AF65-F5344CB8AC3E}">
        <p14:creationId xmlns:p14="http://schemas.microsoft.com/office/powerpoint/2010/main" val="43631146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4F948F-B01C-4510-B39A-F404E0A7C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939F0C-623E-4B7A-9B80-98BC97530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N23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650E9C-CBD2-41EF-A3C6-8A871338A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BBF5C8-DFC0-4859-8913-AA40B4EB2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E · PRODUCTO Y FLUJO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81F4AB-65E1-490B-91F1-E896095C0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57615D-F1A6-4E3D-BCC9-C96CDBFF2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405436-CF60-4D9E-9F7E-EEC9750E2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7DC5EF-CC94-4A85-8A22-DFFD9C122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Carrera de componentes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585B34-5F07-46F0-8A0C-A791CF657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C8948B-0AF6-4DC7-8B9D-408FC3D9D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E269F3-7553-491C-8F81-FA494098F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Los equipos reciben piezas terminadas y descubren que ninguna permite alojar a una persona.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C3A61D-1DDB-4B00-A7A4-D52376B40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05125"/>
            <a:ext cx="1076325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2A5179-F782-4C46-9CB7-2AA18B094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POSICIÓN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4C228B-D274-4B15-8353-0D9B3ADAC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B1AA7E-A246-457B-81A2-967492B2C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frase antes de debatir.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C7B62C-BD51-4C7F-99FA-905117DD4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RAZÓN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D08C3D-DC74-4DA1-84FD-3141695F6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81831E-EBD2-44F6-9FC0-2C942E7FD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relación que otra persona pueda revisar.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87D242-ACCF-48F9-B9E8-20BF6A149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EVIDENCIA FALTANTE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04F7BB-4845-46CB-BBFF-F2C66C6C5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5827B6-66EB-4CB6-9C1F-A2398B0EB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relación que otra persona pueda revisar.</a:t>
            </a:r>
          </a:p>
        </p:txBody>
      </p:sp>
    </p:spTree>
    <p:extLst>
      <p:ext uri="{BB962C8B-B14F-4D97-AF65-F5344CB8AC3E}">
        <p14:creationId xmlns:p14="http://schemas.microsoft.com/office/powerpoint/2010/main" val="164195851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916B27-46C2-4B27-B11A-9BD132A93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732167-2CAA-4DAD-B3CC-DBC5F3DAC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N23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A8421B-C8DE-41D0-A608-0F70A3097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BB0749-C9CF-4ABE-851C-EF47E472B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E · PRODUCTO Y FLUJO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CC6DD7-F590-44DC-B5AE-69B9A3481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439AD3-08EE-4F98-B338-25CC9B396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E77E3A-7E56-4178-8155-C33695BAC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4218B2-16E4-456E-9EAF-AC723B098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Reconstrucción del episodio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3B29C7-4821-412C-A8B6-A3E6E5109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C4CCB1-EA54-4322-AA95-0B536C9FC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15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C96F67-1ED6-40FC-B57E-6A60180AD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Se ordenan actores, decisiones, información y excepciones desde reserva hasta habitación utilizable.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A543E4-5E7E-4C5C-AF2F-BF2D5CBAD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CFCA58-9E5B-4542-85D5-86223276F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248CDB-8752-40C8-8814-F8794FEBC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Primera lectura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7AA301-FDE6-4847-8687-AB25FC6D9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3F0676-EFE1-44BF-B87F-FACEC5851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E29BA7-62BA-40BD-A543-D5596E927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585DAE-4E0B-420D-AAAF-1C8F69AD1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Tensión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95F72A-0BC5-447D-8AA3-5A52CC872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6D86A2-C308-4E53-B7A4-15086D046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6F4759-65A2-40D0-B937-BB1AC2122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7E4A55-CB0E-4934-9B82-BC92E71FC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Decisión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2B66C9-381E-4CDF-A40E-B0542C6F8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</p:spTree>
    <p:extLst>
      <p:ext uri="{BB962C8B-B14F-4D97-AF65-F5344CB8AC3E}">
        <p14:creationId xmlns:p14="http://schemas.microsoft.com/office/powerpoint/2010/main" val="62965522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F85BFF-2A7D-4655-BD4A-74A526514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23DD27-9DCB-486A-B6A9-F6B10E1EA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N23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ABECAF-A8A1-4419-9BB6-9B199E8CF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CC9962-425F-4CCD-924C-DF1E6996B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E · PRODUCTO Y FLUJO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3E5A3E-8F56-4414-89B1-24AC2D96C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6D9103-A548-43D8-A041-353958C55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9E4F4B-0385-45E4-BCA9-D7A56261F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56C9E5-2D56-4A4A-A29C-EAFDF02A1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Corte por incertidumbre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C9FFBC-E601-4FAB-8050-8CCE1C6A4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B558A8-6433-4707-8E2C-F827A17E0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15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186095-734F-4B4C-89E1-0435D3A43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equipo elige la incertidumbre más decisiva y elimina trabajo que no ayuda a resolverla.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A02283-9D21-4567-990C-C3FB051B9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724D74-A1AA-4B24-93AE-4FA787F45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Lo que el artefacto afirma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958E91-A067-4D7B-A202-16998FBD2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19400"/>
            <a:ext cx="1905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684AA5-3C81-4758-A4CE-EDDEFB1FB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432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1F9F40-972F-4221-974B-8EBE2CF8B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14325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Lo que la evidencia permite afirmar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A01A40-4338-4C25-9C91-8A724FA14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482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 i="0">
                <a:solidFill>
                  <a:srgbClr val="5B5D59"/>
                </a:solidFill>
                <a:latin typeface="Didot"/>
                <a:ea typeface="Didot"/>
                <a:cs typeface="Didot"/>
              </a:defRPr>
            </a:pPr>
            <a:r>
              <a:rPr sz="2175" b="0" i="0">
                <a:solidFill>
                  <a:srgbClr val="5B5D59"/>
                </a:solidFill>
                <a:latin typeface="Didot"/>
                <a:ea typeface="Didot"/>
                <a:cs typeface="Didot"/>
              </a:rPr>
              <a:t>La diferencia debe conducir a una revisión observable.</a:t>
            </a:r>
          </a:p>
        </p:txBody>
      </p:sp>
    </p:spTree>
    <p:extLst>
      <p:ext uri="{BB962C8B-B14F-4D97-AF65-F5344CB8AC3E}">
        <p14:creationId xmlns:p14="http://schemas.microsoft.com/office/powerpoint/2010/main" val="185216392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2862BD-7DAA-44DE-9CB5-231C0BFAB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90EBBF-2D8B-445D-90E7-A96D754FF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N23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3914BE-8781-4C74-BF40-B5D71BDE2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059154-E881-497B-A9B5-B5AED1960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E · PRODUCTO Y FLUJO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240E8B-4F65-4387-B032-A09A968A8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F73BD1-CC99-4410-BB74-C9C39B3E1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1C37EF-08F5-4370-BA2F-115B5F263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2252BE-29E8-4054-B689-82607D76B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Taller de slice vertical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3E6E80-ACCD-4CAD-BFF1-4D05C9509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FBC008-8A17-4200-BD54-9AB1D3D16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20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E2789C-5942-4379-9D87-0EEDB9C85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Se diseña un corte que atraviesa interfaz, reglas, datos, operación, comunicación y reparación.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51A57C-3FDE-4024-85CB-298B662E0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8AAD6D-719B-447D-AA71-F2F429173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194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se intenta sostener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70067F-C614-41F3-9E23-F8DB8662F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575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02D30D-EE00-45C4-B1EC-0BC47A97A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F3ADE5-737D-4FEC-8501-7B71A34B0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5052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evidencia existe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A9E9CE-A373-4FB0-8832-A5FD5E163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9433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65E836-4CA5-410F-BAF4-A289908A2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291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666174-CCBE-4770-AAF6-E2EC5A3E5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1910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falta distinguir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B02874-7B57-4108-B783-E48B0FE92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291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A56942-01ED-4D67-80C7-E1B3A98B9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C3C0E3-6C62-4E27-9E77-9F916F485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8768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decisión cambia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F60C47-6834-48EB-A1B3-1935B6A97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149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64114056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7F3F89-0332-49DD-890A-9D215F16B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671B15-0010-4F37-91B4-CC7BFA360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N23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565C70-DE37-48C0-989E-840B21D04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0EA8CF-7F5A-41DD-903E-4602C87E8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E · PRODUCTO Y FLUJO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5A448C-7372-4B6A-9EB8-05DC5D1B6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DA9D1F-5F82-43ED-A06E-C7D2D12A7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BDA9A6-A8DB-4749-959F-88CACF75D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A86AF1-8478-480A-9565-B1FD6E8EB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Prueba de llegada HH-23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FF7D5E-F7EA-4736-A140-189320999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8323F9-4FBA-4E6E-9D27-E517F6BA8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20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3AB897-9236-4396-9C99-A0995BBFD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1076325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7174B3-AE1C-4A1C-B3C3-660120433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622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TRABAJO DE EQUIPO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B09F7C-0848-4749-9DD2-8200BF7C3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00350"/>
            <a:ext cx="781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5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Llegada HH-23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59169F-5C88-41AA-8A33-1C1BB958E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38550"/>
            <a:ext cx="8096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57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huésped con requerimiento accesible llega antes de hora. El equipo ejecuta el episodio y registra fallas.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3CBEF1-C5C0-4C44-A15F-87A370EAA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57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0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TIEMPO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83B0CC-C849-4254-AF63-57BF2EF96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933700"/>
            <a:ext cx="11906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18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20</a:t>
            </a:r>
          </a:p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18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minutos</a:t>
            </a:r>
          </a:p>
        </p:txBody>
      </p:sp>
    </p:spTree>
    <p:extLst>
      <p:ext uri="{BB962C8B-B14F-4D97-AF65-F5344CB8AC3E}">
        <p14:creationId xmlns:p14="http://schemas.microsoft.com/office/powerpoint/2010/main" val="108748022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A4CFD4-5D12-432F-8216-A6E6059C9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647B80-C1D9-433C-8526-9F37E722F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N23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84ABEA-98A1-4F79-ACB0-939626DE9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EC35CF-A92B-4D94-A76D-425E2BF8A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E · PRODUCTO Y FLUJO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98FED4-1BD6-4C71-AA45-9D74440A0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55E2CB-A158-49A8-82B7-1E48BDA1B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B2195E-08E4-4D84-B25D-17C9A9897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927BF7-E443-4EF5-BF05-9E7529DD2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Ataque a terminado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2901E9-76DD-4D30-BF49-93229ADC3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352AB2-27B9-4E0C-9910-BD07D6429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17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37B6C6-0981-4E10-8776-E00255967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38375"/>
            <a:ext cx="1038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36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36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EVIDENCIA NUEVA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2AB51C-0C62-41B1-94F1-25F4C8E2D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86100"/>
            <a:ext cx="1066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D60757-AAFC-4810-A283-0946F529A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24250"/>
            <a:ext cx="1000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La funcionalidad está desplegada, pero una excepción no puede repararse. Se revisan definición, evidencia y deuda.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E0CB68-F266-4D06-A566-395A0C7E1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625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Localicen qué cambia, qué se sostiene y qué todavía falta probar.</a:t>
            </a:r>
          </a:p>
        </p:txBody>
      </p:sp>
    </p:spTree>
    <p:extLst>
      <p:ext uri="{BB962C8B-B14F-4D97-AF65-F5344CB8AC3E}">
        <p14:creationId xmlns:p14="http://schemas.microsoft.com/office/powerpoint/2010/main" val="117277690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61C27B-B317-48D4-B602-C9A3746EA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974AF4-3557-4DFD-A360-806D42AD1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N23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0C10AC-9944-4B0A-848D-CEFD5DCD1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5196EC-4367-4C43-87F4-5CA18577C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E · PRODUCTO Y FLUJO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417B7B-90D1-48B8-A827-5230FA993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0F7597-744C-4F51-AFE7-5D8791CD1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7589C9-EE41-4A1F-9BDB-295E3B401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AA425D-B3A0-403E-8780-9E38E35CA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Secuencia de expansión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4E1EBA-64D0-4F78-876C-E81838AAA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A8BE03-45F6-46C2-8E28-93DBC4054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15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9B6CCF-451D-4148-AA70-7C206FA50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Se ordenan tres cortes por aprendizaje, dependencia, población y protección, con una condición de replanteo.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70E10D-2C08-435F-B92E-AB35FA4D7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00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38AC22-44C2-41E3-87D2-3733ED9C1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43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Citar el punto observado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8DB80F-FF43-4733-B7C0-90C7F0B54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43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F2D2CE-4E30-4FCB-BF59-32FA87ADB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000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46A6BB-6551-4F7A-9857-2AC5ED500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943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Nombrar la relación débil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7160AB-8868-4FAD-8DA4-714B6FF71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743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54A4F3-35F9-4FDF-93EE-D063F3EE1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386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59ADDB-1DCE-489B-9C42-58ACA36E2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18147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Proponer una prueba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141C69-94AD-492D-90C9-51FA93214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98157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6357FF-32BB-47D4-9B6C-07A5EA5DD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42386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AF2F43-FE2B-4BD4-807B-17F2BDCF6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18147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Evitar resolver por el otro equipo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86D4E9-557D-45A4-80F0-05155D799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98157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46138742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28E7FC-EA94-4EAA-93A5-4D7661199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C6C1E1-A2D5-4E84-B41B-6FFF3C1DB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N23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B68373-6DD1-40E0-94D8-50B9FE545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66F910-6B7E-4ECF-BED8-C733AB7DE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E · PRODUCTO Y FLUJO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657CA0-EBC5-47C6-8ECF-EA47BE315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D2FB6E-6375-48CC-B311-453D6EC21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0E799C-DF21-481A-816A-6B8AF8556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318B7A-CE74-4EFF-838C-2B8AFEB0F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Cierre y puente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2C66FF-8399-4041-83A7-A2639A520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B22977-7EF6-44E1-885C-69C7053E7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8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F9E8F7-D138-4FFE-9DE7-0A9A4CEC3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equipo explicita qué deja de hacer para proteger el primer corte, entrada central de N24.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4F7E78-BF50-4547-BFBC-521CBAE20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7721A0-E0E3-4821-B7B3-547775C2A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7908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sostenemos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E162C4-307A-419E-BC1C-F5468DC8C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9908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C60F2E-2405-4E5E-A4BE-60D0585C8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433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80F34C-2E7B-4085-A335-D64C30ED9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4766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evidencia usamos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E834B4-04AC-46A0-A42E-4DB434C3A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6766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D94CBE-08B1-4F99-9E19-3D7D55790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291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040274-936F-4A6E-ACC3-18FD0B349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1624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decidimos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1EF764-67DA-4C88-B0FE-497890536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3624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13848D-6986-4042-8424-725BAC0CC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51D3BB-870D-436F-89F4-A4490D2BD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8482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podría hacernos revisar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36D391-BE66-4BC4-AADC-CB00DA227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50482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63875799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274D54-BD0F-4B7E-A992-554CFBD3A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224086-E4C1-4390-83D6-3A88AA49A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N23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7828D3-395D-4E51-88D8-28D5CD021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BBFB81-1B25-458F-88BE-58972E102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E · PRODUCTO Y FLUJO  ·  CIERRE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7611EC-B76E-4C7C-86B3-8B7E4B85F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610175-2818-40FA-A2FD-C09F64792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71D02F-C474-4DD2-989E-7A88BF6E5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E4D245-5B13-4193-8590-679AA9582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Puente a N24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0C8A9C-666B-44B9-8F8A-BC02DEF70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ANTES PENSABA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466FB1-62B5-450A-B311-6F7455A48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AHORA SOSTENGO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9E9FE4-777F-4B94-9374-3F287C2A9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TODAVÍA REVISARÍA SI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55A9BF-2989-4509-99B0-3B02E0372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E91503-1679-43E3-BC48-F672FF476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A12304-C923-4B80-8000-8463D7591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7571B5-4226-46AA-93F4-D9829F59F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equipo entrega una secuencia de cortes verticales HH-23 con capacidad observable, integración temprana y condiciones de expansión.</a:t>
            </a:r>
          </a:p>
        </p:txBody>
      </p:sp>
    </p:spTree>
    <p:extLst>
      <p:ext uri="{BB962C8B-B14F-4D97-AF65-F5344CB8AC3E}">
        <p14:creationId xmlns:p14="http://schemas.microsoft.com/office/powerpoint/2010/main" val="943042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2026-09-15T15:47:17.0990000Z</dcterms:created>
  <dcterms:modified xsi:type="dcterms:W3CDTF">2026-09-15T15:47:17.0990000Z</dcterms:modified>
</coreProperties>
</file>