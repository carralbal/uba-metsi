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b2b66f6fc0481b" /><Relationship Type="http://schemas.openxmlformats.org/officeDocument/2006/relationships/extended-properties" Target="/docProps/app.xml" Id="R44651796c9744c65" /><Relationship Type="http://schemas.openxmlformats.org/officeDocument/2006/relationships/officeDocument" Target="/ppt/presentation.xml" Id="R22eedbec4d1b4f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f0e6c4e7a149c4"/>
  </p:sldMasterIdLst>
  <p:notesMasterIdLst>
    <p:notesMasterId xmlns:r="http://schemas.openxmlformats.org/officeDocument/2006/relationships" r:id="Rd884de6fdca04e18"/>
  </p:notesMasterIdLst>
  <p:sldIdLst>
    <p:sldId xmlns:r="http://schemas.openxmlformats.org/officeDocument/2006/relationships" id="256" r:id="R78d7c0bd6c9d462a"/>
    <p:sldId xmlns:r="http://schemas.openxmlformats.org/officeDocument/2006/relationships" id="257" r:id="Rabbd7dc4279f4455"/>
    <p:sldId xmlns:r="http://schemas.openxmlformats.org/officeDocument/2006/relationships" id="258" r:id="R33ed6361d8f34cd1"/>
    <p:sldId xmlns:r="http://schemas.openxmlformats.org/officeDocument/2006/relationships" id="259" r:id="R47e33e3ce56b43df"/>
    <p:sldId xmlns:r="http://schemas.openxmlformats.org/officeDocument/2006/relationships" id="260" r:id="R0c8bc1e7d9074f48"/>
    <p:sldId xmlns:r="http://schemas.openxmlformats.org/officeDocument/2006/relationships" id="261" r:id="R53ee9df7701b4b3d"/>
    <p:sldId xmlns:r="http://schemas.openxmlformats.org/officeDocument/2006/relationships" id="262" r:id="R381e36bb17854e0b"/>
    <p:sldId xmlns:r="http://schemas.openxmlformats.org/officeDocument/2006/relationships" id="263" r:id="Rf8427d29864640c0"/>
    <p:sldId xmlns:r="http://schemas.openxmlformats.org/officeDocument/2006/relationships" id="264" r:id="R80a79d0ffe784adc"/>
    <p:sldId xmlns:r="http://schemas.openxmlformats.org/officeDocument/2006/relationships" id="265" r:id="R1a61d3d2ad2e48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eb9ceea1374b1c" /><Relationship Type="http://schemas.openxmlformats.org/officeDocument/2006/relationships/slideMaster" Target="/ppt/slideMasters/slideMaster1.xml" Id="R19f0e6c4e7a149c4" /><Relationship Type="http://schemas.openxmlformats.org/officeDocument/2006/relationships/notesMaster" Target="/ppt/notesMasters/notesMaster1.xml" Id="Rd884de6fdca04e18" /><Relationship Type="http://schemas.openxmlformats.org/officeDocument/2006/relationships/presProps" Target="/ppt/presProps.xml" Id="Red91cd9283e24da9" /><Relationship Type="http://schemas.openxmlformats.org/officeDocument/2006/relationships/tableStyles" Target="/ppt/tableStyles.xml" Id="R2ab8c17f6fe64610" /><Relationship Type="http://schemas.openxmlformats.org/officeDocument/2006/relationships/slide" Target="/ppt/slides/slide1.xml" Id="R78d7c0bd6c9d462a" /><Relationship Type="http://schemas.openxmlformats.org/officeDocument/2006/relationships/slide" Target="/ppt/slides/slide2.xml" Id="Rabbd7dc4279f4455" /><Relationship Type="http://schemas.openxmlformats.org/officeDocument/2006/relationships/slide" Target="/ppt/slides/slide3.xml" Id="R33ed6361d8f34cd1" /><Relationship Type="http://schemas.openxmlformats.org/officeDocument/2006/relationships/slide" Target="/ppt/slides/slide4.xml" Id="R47e33e3ce56b43df" /><Relationship Type="http://schemas.openxmlformats.org/officeDocument/2006/relationships/slide" Target="/ppt/slides/slide5.xml" Id="R0c8bc1e7d9074f48" /><Relationship Type="http://schemas.openxmlformats.org/officeDocument/2006/relationships/slide" Target="/ppt/slides/slide6.xml" Id="R53ee9df7701b4b3d" /><Relationship Type="http://schemas.openxmlformats.org/officeDocument/2006/relationships/slide" Target="/ppt/slides/slide7.xml" Id="R381e36bb17854e0b" /><Relationship Type="http://schemas.openxmlformats.org/officeDocument/2006/relationships/slide" Target="/ppt/slides/slide8.xml" Id="Rf8427d29864640c0" /><Relationship Type="http://schemas.openxmlformats.org/officeDocument/2006/relationships/slide" Target="/ppt/slides/slide9.xml" Id="R80a79d0ffe784adc" /><Relationship Type="http://schemas.openxmlformats.org/officeDocument/2006/relationships/slide" Target="/ppt/slides/slide10.xml" Id="R1a61d3d2ad2e48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c87c7219e644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3f7140e421488c" /><Relationship Type="http://schemas.openxmlformats.org/officeDocument/2006/relationships/notesMaster" Target="/ppt/notesMasters/notesMaster1.xml" Id="R1c06b1458bd346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52922767064c87" /><Relationship Type="http://schemas.openxmlformats.org/officeDocument/2006/relationships/notesMaster" Target="/ppt/notesMasters/notesMaster1.xml" Id="R9a35d416cecd40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c3f30b5ac14aa7" /><Relationship Type="http://schemas.openxmlformats.org/officeDocument/2006/relationships/notesMaster" Target="/ppt/notesMasters/notesMaster1.xml" Id="R5477e37fbc2b4a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00afa5eacb48ab" /><Relationship Type="http://schemas.openxmlformats.org/officeDocument/2006/relationships/notesMaster" Target="/ppt/notesMasters/notesMaster1.xml" Id="Rff77f22dfcfa4b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84dc01a03e4bb1" /><Relationship Type="http://schemas.openxmlformats.org/officeDocument/2006/relationships/notesMaster" Target="/ppt/notesMasters/notesMaster1.xml" Id="Rd15486dc940649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0031e551684e46" /><Relationship Type="http://schemas.openxmlformats.org/officeDocument/2006/relationships/notesMaster" Target="/ppt/notesMasters/notesMaster1.xml" Id="Re013629de91146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ec76efae454106" /><Relationship Type="http://schemas.openxmlformats.org/officeDocument/2006/relationships/notesMaster" Target="/ppt/notesMasters/notesMaster1.xml" Id="Rc651719e997547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3aa1211dca4c55" /><Relationship Type="http://schemas.openxmlformats.org/officeDocument/2006/relationships/notesMaster" Target="/ppt/notesMasters/notesMaster1.xml" Id="R8721f5dbb23747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e91a8c620646dd" /><Relationship Type="http://schemas.openxmlformats.org/officeDocument/2006/relationships/notesMaster" Target="/ppt/notesMasters/notesMaster1.xml" Id="Rf325cfdf7c854b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9a0ac7d0c344d1" /><Relationship Type="http://schemas.openxmlformats.org/officeDocument/2006/relationships/notesMaster" Target="/ppt/notesMasters/notesMaster1.xml" Id="R359e96e924e649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puede usar una población.</a:t>
            </a:r>
          </a:p>
          <a:p xmlns:a="http://schemas.openxmlformats.org/drawingml/2006/main">
            <a:r>
              <a:t>Señal para avanzar: Se distingue entrega de componente.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primer corte que produzca una capacidad completa y aprendizaje relevante bajo exposición limitada.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usar el corte hoy?</a:t>
            </a:r>
          </a:p>
          <a:p xmlns:a="http://schemas.openxmlformats.org/drawingml/2006/main">
            <a:r>
              <a:t>• ¿Qué episodio completa?</a:t>
            </a:r>
          </a:p>
          <a:p xmlns:a="http://schemas.openxmlformats.org/drawingml/2006/main">
            <a:r>
              <a:t>• ¿Qué capa no puede postergarse?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Componentes sin llegada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Carrera de componentes · 10 minutos</a:t>
            </a:r>
          </a:p>
          <a:p xmlns:a="http://schemas.openxmlformats.org/drawingml/2006/main">
            <a:r>
              <a:t>Los equipos reciben piezas terminadas y descubren que ninguna permite alojar a una persona.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outputs sin capacidad.</a:t>
            </a:r>
          </a:p>
          <a:p xmlns:a="http://schemas.openxmlformats.org/drawingml/2006/main">
            <a:r>
              <a:t>Señal para avanzar: El equipo reconoce la deuda.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primer corte que produzca una capacidad completa y aprendizaje relevante bajo exposición limitada.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episodio completa?</a:t>
            </a:r>
          </a:p>
          <a:p xmlns:a="http://schemas.openxmlformats.org/drawingml/2006/main">
            <a:r>
              <a:t>• ¿Qué capa no puede postergarse?</a:t>
            </a:r>
          </a:p>
          <a:p xmlns:a="http://schemas.openxmlformats.org/drawingml/2006/main">
            <a:r>
              <a:t>• ¿Qué incertidumbre reduce?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Episodio de punta a punta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Reconstrucción del episodio · 15 minutos</a:t>
            </a:r>
          </a:p>
          <a:p xmlns:a="http://schemas.openxmlformats.org/drawingml/2006/main">
            <a:r>
              <a:t>Se ordenan actores, decisiones, información y excepciones desde reserva hasta habitación utilizable.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Identificar decisiones y excepciones.</a:t>
            </a:r>
          </a:p>
          <a:p xmlns:a="http://schemas.openxmlformats.org/drawingml/2006/main">
            <a:r>
              <a:t>Señal para avanzar: Hay inicio, outcome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primer corte que produzca una capacidad completa y aprendizaje relevante bajo exposición limitada.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capa no puede postergarse?</a:t>
            </a:r>
          </a:p>
          <a:p xmlns:a="http://schemas.openxmlformats.org/drawingml/2006/main">
            <a:r>
              <a:t>• ¿Qué incertidumbre reduce?</a:t>
            </a:r>
          </a:p>
          <a:p xmlns:a="http://schemas.openxmlformats.org/drawingml/2006/main">
            <a:r>
              <a:t>• ¿Cómo se repara una excepción?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Incertidumbre decisiva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Corte por incertidumbre · 15 minutos</a:t>
            </a:r>
          </a:p>
          <a:p xmlns:a="http://schemas.openxmlformats.org/drawingml/2006/main">
            <a:r>
              <a:t>Cada equipo elige la incertidumbre más decisiva y elimina trabajo que no ayuda a resolverla.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qué debe aprenderse primero.</a:t>
            </a:r>
          </a:p>
          <a:p xmlns:a="http://schemas.openxmlformats.org/drawingml/2006/main">
            <a:r>
              <a:t>Señal para avanzar: El corte tiene propósito.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primer corte que produzca una capacidad completa y aprendizaje relevante bajo exposición limitada.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incertidumbre reduce?</a:t>
            </a:r>
          </a:p>
          <a:p xmlns:a="http://schemas.openxmlformats.org/drawingml/2006/main">
            <a:r>
              <a:t>• ¿Cómo se repara una excepción?</a:t>
            </a:r>
          </a:p>
          <a:p xmlns:a="http://schemas.openxmlformats.org/drawingml/2006/main">
            <a:r>
              <a:t>• ¿Qué habilita ampliar población?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Anatomía del slice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Taller de slice vertical · 20 minutos</a:t>
            </a:r>
          </a:p>
          <a:p xmlns:a="http://schemas.openxmlformats.org/drawingml/2006/main">
            <a:r>
              <a:t>Se diseña un corte que atraviesa interfaz, reglas, datos, operación, comunicación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Atravesar capas necesarias.</a:t>
            </a:r>
          </a:p>
          <a:p xmlns:a="http://schemas.openxmlformats.org/drawingml/2006/main">
            <a:r>
              <a:t>Señal para avanzar: No queda integración diferida crítica.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primer corte que produzca una capacidad completa y aprendizaje relevante bajo exposición limitada.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¿Cómo se repara una excepción?</a:t>
            </a:r>
          </a:p>
          <a:p xmlns:a="http://schemas.openxmlformats.org/drawingml/2006/main">
            <a:r>
              <a:t>• ¿Qué habilita ampliar población?</a:t>
            </a:r>
          </a:p>
          <a:p xmlns:a="http://schemas.openxmlformats.org/drawingml/2006/main">
            <a:r>
              <a:t>• ¿Quién puede usar el corte hoy?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Llegada HH-23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Prueba de llegada HH-23 · 20 minutos</a:t>
            </a:r>
          </a:p>
          <a:p xmlns:a="http://schemas.openxmlformats.org/drawingml/2006/main">
            <a:r>
              <a:t>Una huésped con requerimiento accesible llega antes de hora. El equipo ejecuta el episodio y registra fallas.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Ejecutar con población concreta.</a:t>
            </a:r>
          </a:p>
          <a:p xmlns:a="http://schemas.openxmlformats.org/drawingml/2006/main">
            <a:r>
              <a:t>Señal para avanzar: La capacidad se observa.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primer corte que produzca una capacidad completa y aprendizaje relevante bajo exposición limitada.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habilita ampliar población?</a:t>
            </a:r>
          </a:p>
          <a:p xmlns:a="http://schemas.openxmlformats.org/drawingml/2006/main">
            <a:r>
              <a:t>• ¿Quién puede usar el corte hoy?</a:t>
            </a:r>
          </a:p>
          <a:p xmlns:a="http://schemas.openxmlformats.org/drawingml/2006/main">
            <a:r>
              <a:t>• ¿Qué episodio completa?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Excepción accesible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Ataque a terminado · 17 minutos</a:t>
            </a:r>
          </a:p>
          <a:p xmlns:a="http://schemas.openxmlformats.org/drawingml/2006/main">
            <a:r>
              <a:t>La funcionalidad está desplegada, pero una excepción no puede repararse. Se revisan definición, evidencia y deuda.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camino feliz.</a:t>
            </a:r>
          </a:p>
          <a:p xmlns:a="http://schemas.openxmlformats.org/drawingml/2006/main">
            <a:r>
              <a:t>Señal para avanzar: Aparece reparación o límite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primer corte que produzca una capacidad completa y aprendizaje relevante bajo exposición limitada.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usar el corte hoy?</a:t>
            </a:r>
          </a:p>
          <a:p xmlns:a="http://schemas.openxmlformats.org/drawingml/2006/main">
            <a:r>
              <a:t>• ¿Qué episodio completa?</a:t>
            </a:r>
          </a:p>
          <a:p xmlns:a="http://schemas.openxmlformats.org/drawingml/2006/main">
            <a:r>
              <a:t>• ¿Qué capa no puede postergarse?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Terminado atacado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Secuencia de expansión · 15 minutos</a:t>
            </a:r>
          </a:p>
          <a:p xmlns:a="http://schemas.openxmlformats.org/drawingml/2006/main">
            <a:r>
              <a:t>Se ordenan tres cortes por aprendizaje, dependencia, población y protección, con una condición de replanteo.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despliegue de exposición.</a:t>
            </a:r>
          </a:p>
          <a:p xmlns:a="http://schemas.openxmlformats.org/drawingml/2006/main">
            <a:r>
              <a:t>Señal para avanzar: Terminado incluye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primer corte que produzca una capacidad completa y aprendizaje relevante bajo exposición limitada.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episodio completa?</a:t>
            </a:r>
          </a:p>
          <a:p xmlns:a="http://schemas.openxmlformats.org/drawingml/2006/main">
            <a:r>
              <a:t>• ¿Qué capa no puede postergarse?</a:t>
            </a:r>
          </a:p>
          <a:p xmlns:a="http://schemas.openxmlformats.org/drawingml/2006/main">
            <a:r>
              <a:t>• ¿Qué incertidumbre reduce?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Secuencia de cortes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Cada equipo explicita qué deja de hacer para proteger el primer corte, entrada central de N24.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Ordenar por aprendizaje y protección.</a:t>
            </a:r>
          </a:p>
          <a:p xmlns:a="http://schemas.openxmlformats.org/drawingml/2006/main">
            <a:r>
              <a:t>Señal para avanzar: La expansión tiene condiciones.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primer corte que produzca una capacidad completa y aprendizaje relevante bajo exposición limitada.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capa no puede postergarse?</a:t>
            </a:r>
          </a:p>
          <a:p xmlns:a="http://schemas.openxmlformats.org/drawingml/2006/main">
            <a:r>
              <a:t>• ¿Qué incertidumbre reduce?</a:t>
            </a:r>
          </a:p>
          <a:p xmlns:a="http://schemas.openxmlformats.org/drawingml/2006/main">
            <a:r>
              <a:t>• ¿Cómo se repara una excepción?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se renuncia.</a:t>
            </a:r>
          </a:p>
          <a:p xmlns:a="http://schemas.openxmlformats.org/drawingml/2006/main">
            <a:r>
              <a:t>Señal para avanzar: La prioridad deja un costo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primer corte que produzca una capacidad completa y aprendizaje relevante bajo exposición limitada.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incertidumbre reduce?</a:t>
            </a:r>
          </a:p>
          <a:p xmlns:a="http://schemas.openxmlformats.org/drawingml/2006/main">
            <a:r>
              <a:t>• ¿Cómo se repara una excepción?</a:t>
            </a:r>
          </a:p>
          <a:p xmlns:a="http://schemas.openxmlformats.org/drawingml/2006/main">
            <a:r>
              <a:t>• ¿Qué habilita ampliar población?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secuencia de cortes verticales HH-23 con capacidad observable, integración temprana y condiciones de expansión.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7e38d419247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6f81e3a7114357" /><Relationship Type="http://schemas.openxmlformats.org/officeDocument/2006/relationships/slideLayout" Target="/ppt/slideLayouts/slideLayout1.xml" Id="Rde70049e53fe4f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70049e53fe4f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8ee8a1e57485b" /><Relationship Type="http://schemas.openxmlformats.org/officeDocument/2006/relationships/notesSlide" Target="/ppt/notesSlides/notesSlide1.xml" Id="Rb2cb33dc082f41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44c2c655e4272" /><Relationship Type="http://schemas.openxmlformats.org/officeDocument/2006/relationships/notesSlide" Target="/ppt/notesSlides/notesSlide2.xml" Id="Ra1dafe6f7b2849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c89c781534e89" /><Relationship Type="http://schemas.openxmlformats.org/officeDocument/2006/relationships/notesSlide" Target="/ppt/notesSlides/notesSlide3.xml" Id="Rfcaabfbeeeb245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bd6e32a0e46d7" /><Relationship Type="http://schemas.openxmlformats.org/officeDocument/2006/relationships/notesSlide" Target="/ppt/notesSlides/notesSlide4.xml" Id="R366e0f8c75a74f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5bcaad352471c" /><Relationship Type="http://schemas.openxmlformats.org/officeDocument/2006/relationships/notesSlide" Target="/ppt/notesSlides/notesSlide5.xml" Id="R4548f9eac6d74a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4f5bd9ce2426f" /><Relationship Type="http://schemas.openxmlformats.org/officeDocument/2006/relationships/notesSlide" Target="/ppt/notesSlides/notesSlide6.xml" Id="R0215ae72694a47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7efb2336e4b60" /><Relationship Type="http://schemas.openxmlformats.org/officeDocument/2006/relationships/notesSlide" Target="/ppt/notesSlides/notesSlide7.xml" Id="Rf29a1a3c3c254a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3388f5d8a430b" /><Relationship Type="http://schemas.openxmlformats.org/officeDocument/2006/relationships/notesSlide" Target="/ppt/notesSlides/notesSlide8.xml" Id="R9440612a1e2a4e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88110c9c74f80" /><Relationship Type="http://schemas.openxmlformats.org/officeDocument/2006/relationships/notesSlide" Target="/ppt/notesSlides/notesSlide9.xml" Id="R4cb1a92dc97343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fdf23a8b944be" /><Relationship Type="http://schemas.openxmlformats.org/officeDocument/2006/relationships/notesSlide" Target="/ppt/notesSlides/notesSlide10.xml" Id="Rf5be620efc6c46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E2CB8-04F9-4009-9718-B547D526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60E0A-893F-47E0-B1A3-15F8E1B3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D9EB0-E50E-499C-9D7E-AED6566D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97A17-E6AF-4A77-981B-E18D456A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CB018-9B87-4C92-9010-B9F2E1A4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2B2DA-DAD8-4C4C-A5BC-D2385033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6BA11-3452-4FB7-AE7C-0AF3D83C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F135E-0247-4D47-B9E7-C0D70CA4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B7383-6D83-4F15-A01A-998C99B6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1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Capacidad y aprendizaje: cortar entregas por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71AE9-901B-42B7-A501-A57D191C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dividir una iniciativa sin producir piezas técnicas que sólo sirven cuando todo está terminado?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150F5-348A-4584-BD7C-19C17BD0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53960-31EC-41B0-B6F5-54343D90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520066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DA02A1-F8CA-4A2F-9906-40602A67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5943C-292B-423E-AD73-8EF8446B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819A4-D59D-478C-B8CD-378D7F9B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7B12A-AB0C-42C2-99B4-4D42DB77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15257-6323-4DA5-815E-2247094E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35AC9-2845-4236-B4EE-D0FD2B00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8D6EE-E5A7-4599-BBF8-B5915921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88B53-8131-412B-9674-D3CB41AD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Carrera de componentes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9CC79-D18B-447A-8646-4D9B6EBD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01B95-0078-4F04-BF25-8AF81BE2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24780-4239-4428-A2A1-31E79F67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reciben piezas terminadas y descubren que ninguna permite alojar a una persona.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DE985-759E-43B6-97BA-8BBFC0A1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F5A1E-CF01-4666-A626-505EE717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87D06-9DC3-4277-9F56-AC46FBE6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9AA1B3-FB55-44F3-9380-4894D43B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8165E-FA52-4C0F-92CE-36F00D9E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C1CAE3-983F-4C3E-A94B-E04CFA1F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77256-E718-44CB-8C44-848D2D68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A9C2CC-8D45-4E5E-90A5-D8664626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14F9BB-724D-4F21-A2C5-40678F73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E0063-93FC-41FD-87AA-EF381969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589196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C939D1-5DFC-4BA5-BC94-2389FC9C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AAEA2-E5D4-4013-8ED8-32ADB72A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E300A-194E-4FA9-A764-07713EDC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390A8-6BE5-41CE-9711-991DD33B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C4753-2A03-42E0-B90F-70459F9E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92C0D-8948-4B2E-8FF1-A4C6A5AC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98AC4-7B22-4F38-9B29-5869348F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B1BC1-B518-42C9-97A8-DB944B16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Reconstrucción del episodio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86084-F9E6-4ED2-84C8-F6B35F29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2338B-2033-4DF5-9EA9-6191C74E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44624-061B-4035-8EE9-950149C4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ordenan actores, decisiones, información y excepciones desde reserva hasta habitación utilizable.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68353-AA10-4F04-BD9A-68969A42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F7907-8542-49EA-98B0-5565C2BF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0CB83-3800-42C3-AAF0-D5E0E611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CEBA4-F9F8-4FFF-870F-8F436E0E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8ED0B-357C-4887-A555-04092CC8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4A684-8EFD-42C1-995D-3873B65C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741DD-C010-4436-8135-C1A18015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5EFF6-FEB9-48B9-9EDA-002EDE00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47134-6355-4091-AA35-73C57FB0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3BF0A5-342F-444E-9E4F-B3C8393B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610EBE-76F0-44B1-9722-DBD96AB1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D33B5-B3B2-4404-8DB4-FF052021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2154970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22893-0B19-4F9B-AB56-8E81EB50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AB377-CE47-4A42-B620-366751D8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465CB-EE9C-4FB4-9259-C9EE520C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B5D5F-632F-4FC9-80EF-1B914854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C7EAB-E638-45AE-9781-7C8AC892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B8A4D-130D-46B0-92B3-72A0BC8A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E0A78-D062-48F5-AE5A-DE752AF2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883F3-9195-4506-A508-E7CC7241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Corte por incertidumbre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49F86-E1DB-4C16-B2F3-C9D3DCE8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C322F-662A-4536-B44A-04E3F7DB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0A0B1-D25F-4B23-AA06-402AE9F3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elige la incertidumbre más decisiva y elimina trabajo que no ayuda a resolverla.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7EC0B-D320-4FE9-A921-066E59A4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EFB447-21A6-4495-8409-C9D9A165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76E07-72A1-4601-9695-B98A2860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5E172-6E71-4C3B-926C-C645A4E9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F1664-E050-436B-9AC8-DC6B47FC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2A556-3B20-4D30-9654-1C26B8D1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2510586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3C5602-AF45-45D7-B996-16A9DB5C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951D5-6805-4BCF-BED0-945BCFBA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D272E-BEDE-4EEF-973D-CD9A20EB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6A1C8-046E-4F48-B00B-9301A762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B3211-29C7-4699-B3B6-2748BC84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EBBB9-F341-4D4E-8291-D5D30D02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624BE-B345-4D3E-8319-64B6CAA7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D2360-3333-4D83-8914-1C3AAE14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Taller de slice vertical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0288E-D568-4B98-A9C9-428F56C9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4A31F-0CBF-4C86-A12F-497B9A4F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0EBE6-7319-405D-99B1-3F322187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diseña un corte que atraviesa interfaz, reglas, datos, operación, comunicación y reparación.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0F322-8AFE-4A1D-99AB-33C35221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C394A-7F9A-40AF-94C8-52AF5918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919A4-1915-4C86-A307-0400625C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A1370-0B9D-4D57-BBFA-35A76D0A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8E200-4336-442D-A1D5-AD0679D4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603D8-06F2-48F6-B2E6-C96E9A79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37D7B5-4692-44BA-9958-37663C63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B3039-0FE0-46BA-ABDD-672E66B0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EC6BF-8821-40AE-94A7-72DD47F6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2126B-CBD7-4756-83A0-F071339F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0CFBEB-9DE9-4798-BC20-15C61AB1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074600-2082-481E-A804-1090E2C7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734431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46F741-5AE5-4DFF-9BD1-B3024326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A0243-E78B-4867-BBE7-43CF48C0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86D3F-A58F-49A5-9C7D-FFF4A2AE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FBD12-D1F0-4F2D-B216-BBF2777D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3A6BE-397C-4818-AFC5-CBBC3B9A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F4006-2571-460A-B31A-F1F93C76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1D2A9-8328-4A81-8EF8-421FB281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60915-DF2E-4A56-ADCE-AA8AF33F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llegada HH-23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EC0D7-6D96-4314-AE86-FC0BCBBA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17DDC-54B6-4777-A68B-C8F56F7A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FB190-50C6-4314-AC69-7228446F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1E46C-3735-424F-9881-3D06EDD7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61B8F-96A9-4393-8080-C25799C5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Llegada HH-23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D2C31-AACA-4BBE-977E-CFF903D9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huésped con requerimiento accesible llega antes de hora. El equipo ejecuta el episodio y registra fallas.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B0AFC-307A-4485-A76A-ACB664FB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1F103-45AC-4D29-86E6-43063A92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20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3975276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26AA8-B7BE-4C98-ACE3-401E6997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391A0-194D-46FD-A160-624C8D7D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7E54F-97D1-4E0B-822F-346A6D0C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2B402-25E6-4DB5-92D7-1AA428C8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33870-C9A9-4B8C-9D47-814DF7E4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EEE57-50CE-4937-8C06-BC0AE27E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78F86-9CDE-4866-B3EE-056B6C80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B2D29-113E-406D-B6DF-ADD56D59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Ataque a terminado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85572-B8AF-4C2E-9D5C-8A13E534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05A0E-662C-4341-A3D9-B0FA638B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82843-7DFC-444E-BE1B-F0D10154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2849A-B486-44FF-A376-03FF5AF3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77E95-F85F-4433-911A-5331A922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 funcionalidad está desplegada, pero una excepción no puede repararse. Se revisan definición, evidencia y deuda.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FFBDB-2542-4CEF-B3F1-03BD4902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859936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B0040D-BEF3-40B8-B63A-CDE07FC7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66851-AAD9-4249-A022-7FD01C83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1B1B9-470B-4A98-A53B-FF3571C1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FA99A-8926-4EEA-93A9-9BEF67E1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BB905-EAAF-4A32-BB27-1ECDA9A2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21593-B30E-45AA-9ABA-9CBE3C68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B898A-F0F3-4CC9-965D-F0BAD5FD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430B6-641A-489C-8C0B-36F22A03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Secuencia de expansión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6182B-B611-460B-AC0D-06FB8517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51C25-17EA-4D73-9C58-E9F08DAA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CBB65-59D9-445A-B5F5-7466183D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ordenan tres cortes por aprendizaje, dependencia, población y protección, con una condición de replanteo.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11796-1212-455E-9563-10C9C689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B639A-3675-4F1C-8007-B8F19523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52046-7487-4FFB-8628-A59838A1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93ECF-ECE3-4AF2-8273-A4501D68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03D5F-0423-48DB-A438-9DB96760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FCA42-45D1-4C04-B83D-B92C01FF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3F90D-1CFE-489B-9A74-54F59285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32D26-7F0A-41FE-9F96-5AB26488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3DC166-B30C-4FCE-8360-A5CCB986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E1589-7E13-4C79-9421-618E3AC4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63690-2265-42A8-88C9-CC86D629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6729EF-CAD0-4DB0-81DF-F016AE05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73451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6CED7C-A521-4032-A02F-F1669F0A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E728D-8C54-4C71-9DF4-45365FDD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75350-5C50-4DEC-A24E-492F00A1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673A8-DA08-4453-A500-834C9D30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3DCC5-66FE-4AEC-BB49-DC8402D7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3BBA9-275F-401D-8BAA-5F1BFC1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1F7D7-4A4A-4F55-B5F8-31D5F247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C09AA-73AB-47CE-A799-BFE2CD8B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CE197-FF99-43B9-9CEB-646D9145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A21CC-B642-49F6-92BC-65B9D9C9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E0C2A-0FAD-427A-A489-FCB4898C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explicita qué deja de hacer para proteger el primer corte, entrada central de N24.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4DE4F-837F-4065-8833-5DE6DFF2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84DB9-58E4-43B6-9639-C04D3C6A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9FD43-9F72-45A2-B5E8-8C630069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6773D-B918-4973-8853-C81A7E95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1026C-108B-479A-B223-D038C799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BB7E45-C7DE-4CCF-9C5C-09978A99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C6AE2-AD07-4EA3-8ECD-D5B90751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3A021-F8C8-40D4-9848-D0DAFD9A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F4948D-F2BA-493D-9B39-2C00AA7B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84243-D0BF-4FC6-87C0-0A621B95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9F8BF-060B-45F4-93AE-8B8E6F1A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03023E-6FEC-4DA3-A14A-EEF7282D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485745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0201F-015D-49D8-AE8E-EDD6C589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28425-46C3-4C62-B50C-BC9800B1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D32B3-0777-4A26-AD98-0FF56426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C62EB-639A-4E49-B6FA-9D868002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D9DBE-9FC1-49FB-B8BA-8716EEAB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49C07-A3E9-4820-9578-B9BB31AB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2CC9A-C8C2-40A4-9B56-C87EA770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1B3BB-C7A8-4489-BED4-F9374185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97047-0894-4B18-970F-655C283C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220C1-5F39-4966-809E-293DC8CD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B0E6A-8614-47AA-B357-EB8E9558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A9408-CC97-41D8-9511-419DDE31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481B6-18F6-491B-BBE0-86F9F4B2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68E53-9E88-4E3E-A938-5D0BB19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BDB6D-9697-403D-B5AD-35E6E75B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secuencia de cortes verticales HH-23 con capacidad observable, integración temprana y condiciones de expansión.</a:t>
            </a:r>
          </a:p>
        </p:txBody>
      </p:sp>
    </p:spTree>
    <p:extLst>
      <p:ext uri="{BB962C8B-B14F-4D97-AF65-F5344CB8AC3E}">
        <p14:creationId xmlns:p14="http://schemas.microsoft.com/office/powerpoint/2010/main" val="1494548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2026-09-14T03:54:40.2680000Z</dcterms:created>
  <dcterms:modified xsi:type="dcterms:W3CDTF">2026-09-14T03:54:40.2680000Z</dcterms:modified>
</coreProperties>
</file>