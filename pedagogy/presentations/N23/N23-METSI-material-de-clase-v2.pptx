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eb6b3ee1e046f7" /><Relationship Type="http://schemas.openxmlformats.org/officeDocument/2006/relationships/extended-properties" Target="/docProps/app.xml" Id="R1b2b3a9f561a4b7b" /><Relationship Type="http://schemas.openxmlformats.org/officeDocument/2006/relationships/officeDocument" Target="/ppt/presentation.xml" Id="R6170502a992a49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9b679facca4d1a"/>
  </p:sldMasterIdLst>
  <p:notesMasterIdLst>
    <p:notesMasterId xmlns:r="http://schemas.openxmlformats.org/officeDocument/2006/relationships" r:id="Raa9a68267cca4da6"/>
  </p:notesMasterIdLst>
  <p:sldIdLst>
    <p:sldId xmlns:r="http://schemas.openxmlformats.org/officeDocument/2006/relationships" id="256" r:id="Rf576be597a7f4bd0"/>
    <p:sldId xmlns:r="http://schemas.openxmlformats.org/officeDocument/2006/relationships" id="257" r:id="R74a0c6c51daa4f75"/>
    <p:sldId xmlns:r="http://schemas.openxmlformats.org/officeDocument/2006/relationships" id="258" r:id="R603f7716cad64cbf"/>
    <p:sldId xmlns:r="http://schemas.openxmlformats.org/officeDocument/2006/relationships" id="259" r:id="R72823c79f6254029"/>
    <p:sldId xmlns:r="http://schemas.openxmlformats.org/officeDocument/2006/relationships" id="260" r:id="R99113d4f7bdc40af"/>
    <p:sldId xmlns:r="http://schemas.openxmlformats.org/officeDocument/2006/relationships" id="261" r:id="R0e755dbecd574749"/>
    <p:sldId xmlns:r="http://schemas.openxmlformats.org/officeDocument/2006/relationships" id="262" r:id="R02ec41bd82254512"/>
    <p:sldId xmlns:r="http://schemas.openxmlformats.org/officeDocument/2006/relationships" id="263" r:id="R92e21c138ac2421e"/>
    <p:sldId xmlns:r="http://schemas.openxmlformats.org/officeDocument/2006/relationships" id="264" r:id="R2c5aa92484cd44bd"/>
    <p:sldId xmlns:r="http://schemas.openxmlformats.org/officeDocument/2006/relationships" id="265" r:id="Rc3b4a79bad9947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a15c299aa242d9" /><Relationship Type="http://schemas.openxmlformats.org/officeDocument/2006/relationships/slideMaster" Target="/ppt/slideMasters/slideMaster1.xml" Id="R8b9b679facca4d1a" /><Relationship Type="http://schemas.openxmlformats.org/officeDocument/2006/relationships/notesMaster" Target="/ppt/notesMasters/notesMaster1.xml" Id="Raa9a68267cca4da6" /><Relationship Type="http://schemas.openxmlformats.org/officeDocument/2006/relationships/presProps" Target="/ppt/presProps.xml" Id="R17b3c6f3dfe540e8" /><Relationship Type="http://schemas.openxmlformats.org/officeDocument/2006/relationships/tableStyles" Target="/ppt/tableStyles.xml" Id="R81f58e1286cd4309" /><Relationship Type="http://schemas.openxmlformats.org/officeDocument/2006/relationships/slide" Target="/ppt/slides/slide1.xml" Id="Rf576be597a7f4bd0" /><Relationship Type="http://schemas.openxmlformats.org/officeDocument/2006/relationships/slide" Target="/ppt/slides/slide2.xml" Id="R74a0c6c51daa4f75" /><Relationship Type="http://schemas.openxmlformats.org/officeDocument/2006/relationships/slide" Target="/ppt/slides/slide3.xml" Id="R603f7716cad64cbf" /><Relationship Type="http://schemas.openxmlformats.org/officeDocument/2006/relationships/slide" Target="/ppt/slides/slide4.xml" Id="R72823c79f6254029" /><Relationship Type="http://schemas.openxmlformats.org/officeDocument/2006/relationships/slide" Target="/ppt/slides/slide5.xml" Id="R99113d4f7bdc40af" /><Relationship Type="http://schemas.openxmlformats.org/officeDocument/2006/relationships/slide" Target="/ppt/slides/slide6.xml" Id="R0e755dbecd574749" /><Relationship Type="http://schemas.openxmlformats.org/officeDocument/2006/relationships/slide" Target="/ppt/slides/slide7.xml" Id="R02ec41bd82254512" /><Relationship Type="http://schemas.openxmlformats.org/officeDocument/2006/relationships/slide" Target="/ppt/slides/slide8.xml" Id="R92e21c138ac2421e" /><Relationship Type="http://schemas.openxmlformats.org/officeDocument/2006/relationships/slide" Target="/ppt/slides/slide9.xml" Id="R2c5aa92484cd44bd" /><Relationship Type="http://schemas.openxmlformats.org/officeDocument/2006/relationships/slide" Target="/ppt/slides/slide10.xml" Id="Rc3b4a79bad9947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4b1e2e576646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9c2137d2c747c1" /><Relationship Type="http://schemas.openxmlformats.org/officeDocument/2006/relationships/notesMaster" Target="/ppt/notesMasters/notesMaster1.xml" Id="Rfaefd99601aa47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5ee7f52d1f49a4" /><Relationship Type="http://schemas.openxmlformats.org/officeDocument/2006/relationships/notesMaster" Target="/ppt/notesMasters/notesMaster1.xml" Id="R4ce4ea5288344f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089e9608c04d7f" /><Relationship Type="http://schemas.openxmlformats.org/officeDocument/2006/relationships/notesMaster" Target="/ppt/notesMasters/notesMaster1.xml" Id="R5a4de291646e4f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876dce08eb4619" /><Relationship Type="http://schemas.openxmlformats.org/officeDocument/2006/relationships/notesMaster" Target="/ppt/notesMasters/notesMaster1.xml" Id="Rf7426248bbfb4a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a2f15fdcd74897" /><Relationship Type="http://schemas.openxmlformats.org/officeDocument/2006/relationships/notesMaster" Target="/ppt/notesMasters/notesMaster1.xml" Id="R38c0667a922245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c8ee3bdea1492d" /><Relationship Type="http://schemas.openxmlformats.org/officeDocument/2006/relationships/notesMaster" Target="/ppt/notesMasters/notesMaster1.xml" Id="R6cbbd2c6161141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619905ff0345ba" /><Relationship Type="http://schemas.openxmlformats.org/officeDocument/2006/relationships/notesMaster" Target="/ppt/notesMasters/notesMaster1.xml" Id="R366b7790b4f64f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6816273ade44b4" /><Relationship Type="http://schemas.openxmlformats.org/officeDocument/2006/relationships/notesMaster" Target="/ppt/notesMasters/notesMaster1.xml" Id="R199e39ea90054b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915f4312974dba" /><Relationship Type="http://schemas.openxmlformats.org/officeDocument/2006/relationships/notesMaster" Target="/ppt/notesMasters/notesMaster1.xml" Id="R4fe9a048016346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cded7642b94e6a" /><Relationship Type="http://schemas.openxmlformats.org/officeDocument/2006/relationships/notesMaster" Target="/ppt/notesMasters/notesMaster1.xml" Id="Ra03dda69855442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puede usar una población.</a:t>
            </a:r>
          </a:p>
          <a:p xmlns:a="http://schemas.openxmlformats.org/drawingml/2006/main">
            <a:r>
              <a:t>Señal para avanzar: Se distingue entrega de componente.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puede usar el corte hoy?</a:t>
            </a:r>
          </a:p>
          <a:p xmlns:a="http://schemas.openxmlformats.org/drawingml/2006/main">
            <a:r>
              <a:t>• ¿Qué episodio completa?</a:t>
            </a:r>
          </a:p>
          <a:p xmlns:a="http://schemas.openxmlformats.org/drawingml/2006/main">
            <a:r>
              <a:t>• ¿Qué capa no puede postergarse?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secuencia de cortes verticales HH-23 con capacidad observable, integración temprana y condiciones de expansión.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Componentes sin llegada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Mostrar outputs sin capacidad.</a:t>
            </a:r>
          </a:p>
          <a:p xmlns:a="http://schemas.openxmlformats.org/drawingml/2006/main">
            <a:r>
              <a:t>Señal para avanzar: El equipo reconoce la deuda.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episodio completa?</a:t>
            </a:r>
          </a:p>
          <a:p xmlns:a="http://schemas.openxmlformats.org/drawingml/2006/main">
            <a:r>
              <a:t>• ¿Qué capa no puede postergarse?</a:t>
            </a:r>
          </a:p>
          <a:p xmlns:a="http://schemas.openxmlformats.org/drawingml/2006/main">
            <a:r>
              <a:t>• ¿Qué incertidumbre reduce?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secuencia de cortes verticales HH-23 con capacidad observable, integración temprana y condiciones de expansión.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Episodio de punta a punta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Identificar decisiones y excepciones.</a:t>
            </a:r>
          </a:p>
          <a:p xmlns:a="http://schemas.openxmlformats.org/drawingml/2006/main">
            <a:r>
              <a:t>Señal para avanzar: Hay inicio, outcome y reparación.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capa no puede postergarse?</a:t>
            </a:r>
          </a:p>
          <a:p xmlns:a="http://schemas.openxmlformats.org/drawingml/2006/main">
            <a:r>
              <a:t>• ¿Qué incertidumbre reduce?</a:t>
            </a:r>
          </a:p>
          <a:p xmlns:a="http://schemas.openxmlformats.org/drawingml/2006/main">
            <a:r>
              <a:t>• ¿Cómo se repara una excepción?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secuencia de cortes verticales HH-23 con capacidad observable, integración temprana y condiciones de expansión.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Incertidumbre decisiva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qué debe aprenderse primero.</a:t>
            </a:r>
          </a:p>
          <a:p xmlns:a="http://schemas.openxmlformats.org/drawingml/2006/main">
            <a:r>
              <a:t>Señal para avanzar: El corte tiene propósito.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incertidumbre reduce?</a:t>
            </a:r>
          </a:p>
          <a:p xmlns:a="http://schemas.openxmlformats.org/drawingml/2006/main">
            <a:r>
              <a:t>• ¿Cómo se repara una excepción?</a:t>
            </a:r>
          </a:p>
          <a:p xmlns:a="http://schemas.openxmlformats.org/drawingml/2006/main">
            <a:r>
              <a:t>• ¿Qué habilita ampliar población?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secuencia de cortes verticales HH-23 con capacidad observable, integración temprana y condiciones de expansión.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Anatomía del slice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Atravesar capas necesarias.</a:t>
            </a:r>
          </a:p>
          <a:p xmlns:a="http://schemas.openxmlformats.org/drawingml/2006/main">
            <a:r>
              <a:t>Señal para avanzar: No queda integración diferida crítica.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¿Cómo se repara una excepción?</a:t>
            </a:r>
          </a:p>
          <a:p xmlns:a="http://schemas.openxmlformats.org/drawingml/2006/main">
            <a:r>
              <a:t>• ¿Qué habilita ampliar población?</a:t>
            </a:r>
          </a:p>
          <a:p xmlns:a="http://schemas.openxmlformats.org/drawingml/2006/main">
            <a:r>
              <a:t>• ¿Quién puede usar el corte hoy?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secuencia de cortes verticales HH-23 con capacidad observable, integración temprana y condiciones de expansión.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Llegada HH-23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Ejecutar con población concreta.</a:t>
            </a:r>
          </a:p>
          <a:p xmlns:a="http://schemas.openxmlformats.org/drawingml/2006/main">
            <a:r>
              <a:t>Señal para avanzar: La capacidad se observa.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habilita ampliar población?</a:t>
            </a:r>
          </a:p>
          <a:p xmlns:a="http://schemas.openxmlformats.org/drawingml/2006/main">
            <a:r>
              <a:t>• ¿Quién puede usar el corte hoy?</a:t>
            </a:r>
          </a:p>
          <a:p xmlns:a="http://schemas.openxmlformats.org/drawingml/2006/main">
            <a:r>
              <a:t>• ¿Qué episodio completa?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secuencia de cortes verticales HH-23 con capacidad observable, integración temprana y condiciones de expansión.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Excepción accesible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Evitar camino feliz.</a:t>
            </a:r>
          </a:p>
          <a:p xmlns:a="http://schemas.openxmlformats.org/drawingml/2006/main">
            <a:r>
              <a:t>Señal para avanzar: Aparece reparación o límite explícito.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puede usar el corte hoy?</a:t>
            </a:r>
          </a:p>
          <a:p xmlns:a="http://schemas.openxmlformats.org/drawingml/2006/main">
            <a:r>
              <a:t>• ¿Qué episodio completa?</a:t>
            </a:r>
          </a:p>
          <a:p xmlns:a="http://schemas.openxmlformats.org/drawingml/2006/main">
            <a:r>
              <a:t>• ¿Qué capa no puede postergarse?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secuencia de cortes verticales HH-23 con capacidad observable, integración temprana y condiciones de expansión.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Terminado atacado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despliegue de exposición.</a:t>
            </a:r>
          </a:p>
          <a:p xmlns:a="http://schemas.openxmlformats.org/drawingml/2006/main">
            <a:r>
              <a:t>Señal para avanzar: Terminado incluye operación.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episodio completa?</a:t>
            </a:r>
          </a:p>
          <a:p xmlns:a="http://schemas.openxmlformats.org/drawingml/2006/main">
            <a:r>
              <a:t>• ¿Qué capa no puede postergarse?</a:t>
            </a:r>
          </a:p>
          <a:p xmlns:a="http://schemas.openxmlformats.org/drawingml/2006/main">
            <a:r>
              <a:t>• ¿Qué incertidumbre reduce?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secuencia de cortes verticales HH-23 con capacidad observable, integración temprana y condiciones de expansión.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Secuencia de cortes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Ordenar por aprendizaje y protección.</a:t>
            </a:r>
          </a:p>
          <a:p xmlns:a="http://schemas.openxmlformats.org/drawingml/2006/main">
            <a:r>
              <a:t>Señal para avanzar: La expansión tiene condiciones.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capa no puede postergarse?</a:t>
            </a:r>
          </a:p>
          <a:p xmlns:a="http://schemas.openxmlformats.org/drawingml/2006/main">
            <a:r>
              <a:t>• ¿Qué incertidumbre reduce?</a:t>
            </a:r>
          </a:p>
          <a:p xmlns:a="http://schemas.openxmlformats.org/drawingml/2006/main">
            <a:r>
              <a:t>• ¿Cómo se repara una excepción?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secuencia de cortes verticales HH-23 con capacidad observable, integración temprana y condiciones de expansión.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N24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se renuncia.</a:t>
            </a:r>
          </a:p>
          <a:p xmlns:a="http://schemas.openxmlformats.org/drawingml/2006/main">
            <a:r>
              <a:t>Señal para avanzar: La prioridad deja un costo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incertidumbre reduce?</a:t>
            </a:r>
          </a:p>
          <a:p xmlns:a="http://schemas.openxmlformats.org/drawingml/2006/main">
            <a:r>
              <a:t>• ¿Cómo se repara una excepción?</a:t>
            </a:r>
          </a:p>
          <a:p xmlns:a="http://schemas.openxmlformats.org/drawingml/2006/main">
            <a:r>
              <a:t>• ¿Qué habilita ampliar población?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secuencia de cortes verticales HH-23 con capacidad observable, integración temprana y condiciones de expansión.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4ecb89aceb47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87084c329346ee" /><Relationship Type="http://schemas.openxmlformats.org/officeDocument/2006/relationships/slideLayout" Target="/ppt/slideLayouts/slideLayout1.xml" Id="Rd34d4d2dbe1845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4d4d2dbe1845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9253540b2464e" /><Relationship Type="http://schemas.openxmlformats.org/officeDocument/2006/relationships/notesSlide" Target="/ppt/notesSlides/notesSlide1.xml" Id="Rd35ca24c9f4347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c6430676342bf" /><Relationship Type="http://schemas.openxmlformats.org/officeDocument/2006/relationships/notesSlide" Target="/ppt/notesSlides/notesSlide2.xml" Id="R571c72a9acf54e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8cf8ca61f445e" /><Relationship Type="http://schemas.openxmlformats.org/officeDocument/2006/relationships/notesSlide" Target="/ppt/notesSlides/notesSlide3.xml" Id="R56fc3a39502542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b6ab5721348d7" /><Relationship Type="http://schemas.openxmlformats.org/officeDocument/2006/relationships/notesSlide" Target="/ppt/notesSlides/notesSlide4.xml" Id="R63fc1f8b86fe4f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8c25d58254934" /><Relationship Type="http://schemas.openxmlformats.org/officeDocument/2006/relationships/notesSlide" Target="/ppt/notesSlides/notesSlide5.xml" Id="Rccc4fd773a9f4f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f175c6c1d4caf" /><Relationship Type="http://schemas.openxmlformats.org/officeDocument/2006/relationships/notesSlide" Target="/ppt/notesSlides/notesSlide6.xml" Id="R6641709d67f84f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9a54f56614720" /><Relationship Type="http://schemas.openxmlformats.org/officeDocument/2006/relationships/notesSlide" Target="/ppt/notesSlides/notesSlide7.xml" Id="R8f59893e21f942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cfcc4ac8842bf" /><Relationship Type="http://schemas.openxmlformats.org/officeDocument/2006/relationships/notesSlide" Target="/ppt/notesSlides/notesSlide8.xml" Id="R25fc72603b6f4b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517ffe3e74ab7" /><Relationship Type="http://schemas.openxmlformats.org/officeDocument/2006/relationships/notesSlide" Target="/ppt/notesSlides/notesSlide9.xml" Id="R437c5cd6300643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bd4d0073e40da" /><Relationship Type="http://schemas.openxmlformats.org/officeDocument/2006/relationships/notesSlide" Target="/ppt/notesSlides/notesSlide10.xml" Id="R711daa9d4c6d47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94D29F-578E-4352-B7FD-35CE0057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FB8F18-9ABF-490A-8B80-298EBEC8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43EED-DB09-43E4-877D-E1963B39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CFEED-5282-4AED-AA43-B472EF3E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342FC-FF64-4EAF-AB6C-2F474F44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469602-9B51-4414-B602-4F8BC61A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EBE10-BA2A-424F-8293-2FC31630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6C74B5-D08D-4B78-9D4D-7703D4E9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9637E3-59FD-44CD-97B5-525EFD9C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dividir una iniciativa sin producir partes técnicas que sólo adquieren sentido cuando todo está terminado?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F03BD8-5A2D-4F45-AB5E-F0EE9403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02A0AD-AB71-4364-B18A-D38B1F66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8596343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8063C8-5C36-4E59-8DAA-4FA0E3B3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5C811-EBC3-4E32-A870-A4BFD3A8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5054F-0ECA-4415-8BF3-F2C96C7D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49D83-02B3-4A4D-A6B5-9D1B26A5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E0891-B3C4-4924-AEDA-B16A439B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3BE19-E6BF-4EBA-8AEF-0E942F8E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AE043-433E-42B9-ACC5-197C95EB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A803E-8E2B-4857-AF00-5E41AD25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Componentes sin llegada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BCC56-E219-4F54-8C4B-3E16458F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76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F440DA-DEE8-4AE5-A837-7B69AED6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133B88-3118-4874-B0BF-EF396A45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FE165-20CE-4B9F-B483-B73EB03A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Tomá una posición antes de escuchar la explicación.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11557D-966A-4BBF-9567-A5FCCBB9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166B3E-AB02-430B-B137-F0626C43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FA1BB4-B89C-42FB-AA88-9C7D240E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7F9263-A669-42AB-88E7-2D3F2CEB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964F88-3A40-4752-9F2F-AE89920A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81E866-5A87-44C6-862E-5D2042D6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</p:spTree>
    <p:extLst>
      <p:ext uri="{BB962C8B-B14F-4D97-AF65-F5344CB8AC3E}">
        <p14:creationId xmlns:p14="http://schemas.microsoft.com/office/powerpoint/2010/main" val="2809173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203300-2196-4375-952E-F58C52F4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68EDDC-498E-41F8-BDFF-939900F4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5A6B2-ED0E-4DE2-B9A8-FCA81446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31C88-3DCB-426D-AE12-3E4F8A27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F6512-835C-48FB-B5B4-72A666AE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0766E-769A-43A4-947B-461BAB15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10E23D-4668-4244-A8EC-8E2970D5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2F9447-9A60-415F-A3F6-3B47AFD7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Episodio de punta a punta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345897-90EE-429A-9E3E-02E9A986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340DCB-38BE-4549-8E7C-26AD4B49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4F0F3-E235-4CA0-A55A-7B147639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C4CFA7-107A-4C26-AE20-7BB2A6E1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91E3BB-973E-4391-97D7-E416C42B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730009-6E96-4BF7-8BB6-3E38B07B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01584D-130D-4214-B502-8ABFEFBE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99DAD5-837F-4096-B53A-35F20976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42BD91-D2DE-4CB8-8F3A-42922FA7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115EE5-9D84-4D0F-88CC-52425983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2B681A-4D14-42C7-A277-697DB205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410680-D17F-4F4F-ACD1-F4309A63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</p:spTree>
    <p:extLst>
      <p:ext uri="{BB962C8B-B14F-4D97-AF65-F5344CB8AC3E}">
        <p14:creationId xmlns:p14="http://schemas.microsoft.com/office/powerpoint/2010/main" val="4127548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CB0676-E881-4AA9-8687-D7E37EA5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0519D-68EE-4300-BF8D-F8BFF312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B8A058-F38F-44E2-8EC7-5F7FE3F1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BF468-DE76-4E5C-81A4-6A9E401E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E3284A-49DF-4D7E-85B8-79206281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E3C8B-8283-47FB-A121-1F51AB2B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32253E-9168-4298-97AC-FC67EE41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4E7DB4-7760-40F4-8F06-6C6A3581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Incertidumbre decisiva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BBCD78-818C-45FB-8541-6EC91B9A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45A28B-07FD-4445-8134-58D55B6E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Primera evidencia o formulación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E80053-4EDD-4D09-88C3-2AB25C1A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1D9495-F1C2-43AE-9A31-5971214D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F71AE4-CA11-43B4-8B2D-72B6330C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o formulación contrastante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B03F1C-AC09-4DAE-861A-0B1F4410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400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¿Qué diferencia modifica una decisión concreta?</a:t>
            </a:r>
          </a:p>
        </p:txBody>
      </p:sp>
    </p:spTree>
    <p:extLst>
      <p:ext uri="{BB962C8B-B14F-4D97-AF65-F5344CB8AC3E}">
        <p14:creationId xmlns:p14="http://schemas.microsoft.com/office/powerpoint/2010/main" val="9978074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9C98A5-6CC2-4D51-904F-8EE85BD4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E3E93-D271-41EE-A17D-ABFFF8E1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9FEE0-58BE-4329-A0D5-5A742E2C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5073BD-8CE3-4788-BC79-813D9990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F1909-08C8-496E-88B1-6991228D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6B9530-B964-46C9-A8B3-B895D481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C66A81-3BF6-4A8A-AEA5-A78230E8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B3F0DC-9399-455B-B2D3-7618622F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Anatomía del slice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6DC84-F621-4D1E-86DD-8B4B4C3B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DC2DC9-E231-40A7-B698-DCE478E0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F3534-431A-4109-868B-B474F309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A41E1A-78A7-4CAD-AC7C-35C1E5A7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324867-31A3-4005-B81E-BC41CC77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E96D1-D490-4C41-B04B-0C183B8B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F3AA2B-9296-4582-AC93-329907D3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529478-6821-4E02-8168-B3AFE2F0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940626-2A91-4E6D-AAC9-DD7B94F1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5AE722-A78E-4928-AD16-2541B71C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B9F88B-1E19-4003-8DFD-CE5D115A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D60480-7F46-498F-A8C4-6A91B9CF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520225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7144A2-E70A-49CC-859A-1083552F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5E099-DEE8-444B-A377-7A404912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82C03-D086-4889-B2B7-CBA51152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1C895-EFC4-448D-BFB0-9D4DAB4E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A982CB-C8E0-41B4-B0A4-7ED6F596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DCE4A-3FE1-4B84-BF13-29433937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4318E-F3CC-4324-9A39-0C19303E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87C0EF-8625-4F85-A9FF-68FFAF94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Llegada HH-23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BD1CA-D49D-4197-BE5B-58F2890F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DC70AD-8EFE-427E-A9E7-41BCA2A8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929B3F-2C36-4232-B0F8-AA6768FA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7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Artefacto en construcción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A14B2F-B21E-4254-8229-8C205C7B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7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Dejen visible la hipótesis, la evidencia usada, la decisión que habilita y la condición que podría revisarla.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361402-DC38-49DD-8027-3266DCE1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35C940-4F7A-4B62-B265-6205AEAC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6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 pantalla</a:t>
            </a:r>
          </a:p>
        </p:txBody>
      </p:sp>
    </p:spTree>
    <p:extLst>
      <p:ext uri="{BB962C8B-B14F-4D97-AF65-F5344CB8AC3E}">
        <p14:creationId xmlns:p14="http://schemas.microsoft.com/office/powerpoint/2010/main" val="19794718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853BD7-4BBB-408D-B7FC-56926907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D10F1-7685-4022-9AAA-B2586660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7905B-26AB-4EA3-A45A-C78FE523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663FC3-D204-479F-90F7-C2A104EA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ED15B-56DD-4EB2-826B-C809EAA1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91FB7-DFF8-4C4D-AE3C-E3C2C61B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FD683-5F34-458B-9178-05675B93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B5D85-E989-4123-A236-A0E7E5D9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Excepción accesible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22DB58-AC3A-4378-9FE8-D24857DA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40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EAD17-6ADB-4360-85E4-E5874C02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98EB6A-003F-43D8-8C58-87091967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47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No la usen para defender la primera respuesta. Úsenla para localizar qué parte del razonamiento debe cambiar y qué parte todavía se sostiene.</a:t>
            </a:r>
          </a:p>
        </p:txBody>
      </p:sp>
    </p:spTree>
    <p:extLst>
      <p:ext uri="{BB962C8B-B14F-4D97-AF65-F5344CB8AC3E}">
        <p14:creationId xmlns:p14="http://schemas.microsoft.com/office/powerpoint/2010/main" val="15424632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5615C8-A789-465D-988F-CD8DD1A2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B269C-7958-410C-9CDB-44C5CE60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15338-5872-4010-BFFC-B331ECCD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3CBBF-A51E-463A-AD0E-46BEDC41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193E2-BE35-409B-96F0-48C6A185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F0049-2BD5-4405-A275-0627A4E7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CA892-D3E3-46FD-B5E5-34250EC5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E94B21-D713-4539-B343-1AF3074B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Terminado atacado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8FBCE9-E74F-4CFF-9AF4-C07554BB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B998AE-5347-49AE-849D-BC441FC2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61E22-C3DE-493B-82B2-E2BF2E44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9537C1-B7CE-4B10-8364-AB30BCAE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07FE01-52BD-4DDD-9A3F-191CF56B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86FD24-10F8-4905-A145-19F1EE05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E26E7F-74AD-4BA2-8C52-D35B3734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CF07F0-7387-451B-9173-8592641A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FB377F-4B53-42BB-8E38-8634C3A6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00CA25-55DF-40BC-A5BF-00D03BC3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3F7CC7-9936-403C-90AC-E2B71219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1A6515-386A-4F5A-8A07-4A3728F7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631742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2E5C9F-16E2-4A38-A08D-493DC624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A1B3A-556D-4FFB-9396-E5B0BC51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0B41B0-311D-4C4C-9ACC-B63752FE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50ADD-EACA-48A1-8966-9E99C0BB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11400-95BD-4C34-82FA-21BC9060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3BAE0F-EC49-4109-82B6-03C9217F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8F808-BD11-4B0F-8919-357D2542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650F8C-33F6-42CB-9A9A-E5ABEFAD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Secuencia de cortes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D352F-4D5E-4F78-A6CD-F3818ED0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B8D8CF-3579-4743-ABD5-5510172E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7BC80A-DB63-4E5E-B0EA-05F6948B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669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A8DC1C-DFC5-4A98-AAF7-31F0DA82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AFBEB8-B77E-40FD-B706-45EBB88F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15AB16-A1AF-4CA7-A973-043E70EF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AD347A-8680-4CF0-9A94-DC0DE202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9B99D2-D6C6-4E75-B94F-06C5F48D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E9E7E8-82B5-4475-B65A-4FC09053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95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5AED4B-42A0-4E21-9F63-904A7C09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9953D3-D3EF-4A48-845F-183EB943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958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83449B-57FA-42CC-85CC-B1C5B3C1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95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386951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9D770E-951C-42E3-A1B0-F6AAB4AC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795D6-A6D9-43DC-B385-1F1248B9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75EB8-9D70-4CB9-9CDC-1F2171A3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065ED-EE35-43E1-A51F-25077CC7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10818-40DE-40A7-9EA5-90150297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0358B-1DA7-4055-8788-2E521BA0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E8810-8C3B-4EF8-A235-3F9768B1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6FED6-4802-44B9-A3EF-E2BA930E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55642F-3FB6-4251-8C43-5B112A9F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05831-F5E1-421C-A0FD-82DFE87A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A78444-48E9-42D7-8AFE-17D18EEB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3EA993-B3F7-404A-985F-5EA3829E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D1C4B0-E2D5-44B0-A4B0-C16B738E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37F335-D0DE-49F6-BCE4-DEF9E364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000450-6B29-4BB3-9A49-DD4565B3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una secuencia de cortes verticales HH-23 con capacidad observable, integración temprana y condiciones de expansión.</a:t>
            </a:r>
          </a:p>
        </p:txBody>
      </p:sp>
    </p:spTree>
    <p:extLst>
      <p:ext uri="{BB962C8B-B14F-4D97-AF65-F5344CB8AC3E}">
        <p14:creationId xmlns:p14="http://schemas.microsoft.com/office/powerpoint/2010/main" val="16147665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2026-09-12T16:23:14.3430000Z</dcterms:created>
  <dcterms:modified xsi:type="dcterms:W3CDTF">2026-09-12T16:23:14.3430000Z</dcterms:modified>
</coreProperties>
</file>