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49fcbd6664041" /><Relationship Type="http://schemas.openxmlformats.org/officeDocument/2006/relationships/extended-properties" Target="/docProps/app.xml" Id="Ree4d794bdb2e46d0" /><Relationship Type="http://schemas.openxmlformats.org/officeDocument/2006/relationships/officeDocument" Target="/ppt/presentation.xml" Id="Rca3e974217694e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226d574b774164"/>
  </p:sldMasterIdLst>
  <p:notesMasterIdLst>
    <p:notesMasterId xmlns:r="http://schemas.openxmlformats.org/officeDocument/2006/relationships" r:id="R0ca0b6a73e944562"/>
  </p:notesMasterIdLst>
  <p:sldIdLst>
    <p:sldId xmlns:r="http://schemas.openxmlformats.org/officeDocument/2006/relationships" id="256" r:id="R6819b511346b46d0"/>
    <p:sldId xmlns:r="http://schemas.openxmlformats.org/officeDocument/2006/relationships" id="257" r:id="Rc6e5fef938a9461b"/>
    <p:sldId xmlns:r="http://schemas.openxmlformats.org/officeDocument/2006/relationships" id="258" r:id="R7e60a0b8572249b4"/>
    <p:sldId xmlns:r="http://schemas.openxmlformats.org/officeDocument/2006/relationships" id="259" r:id="Rd66d84ae1cee4327"/>
    <p:sldId xmlns:r="http://schemas.openxmlformats.org/officeDocument/2006/relationships" id="260" r:id="R5815a8c0402949de"/>
    <p:sldId xmlns:r="http://schemas.openxmlformats.org/officeDocument/2006/relationships" id="261" r:id="R3d31eec8de3d418a"/>
    <p:sldId xmlns:r="http://schemas.openxmlformats.org/officeDocument/2006/relationships" id="262" r:id="R19dfca22bd9b432e"/>
    <p:sldId xmlns:r="http://schemas.openxmlformats.org/officeDocument/2006/relationships" id="263" r:id="R6522ac60c08a455a"/>
    <p:sldId xmlns:r="http://schemas.openxmlformats.org/officeDocument/2006/relationships" id="264" r:id="R9f92edeb89be428a"/>
    <p:sldId xmlns:r="http://schemas.openxmlformats.org/officeDocument/2006/relationships" id="265" r:id="Rce890378cc164c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5878da3a084ca3" /><Relationship Type="http://schemas.openxmlformats.org/officeDocument/2006/relationships/slideMaster" Target="/ppt/slideMasters/slideMaster1.xml" Id="R67226d574b774164" /><Relationship Type="http://schemas.openxmlformats.org/officeDocument/2006/relationships/notesMaster" Target="/ppt/notesMasters/notesMaster1.xml" Id="R0ca0b6a73e944562" /><Relationship Type="http://schemas.openxmlformats.org/officeDocument/2006/relationships/presProps" Target="/ppt/presProps.xml" Id="Rf6578d475b0342ac" /><Relationship Type="http://schemas.openxmlformats.org/officeDocument/2006/relationships/tableStyles" Target="/ppt/tableStyles.xml" Id="Reda6c12989384306" /><Relationship Type="http://schemas.openxmlformats.org/officeDocument/2006/relationships/slide" Target="/ppt/slides/slide1.xml" Id="R6819b511346b46d0" /><Relationship Type="http://schemas.openxmlformats.org/officeDocument/2006/relationships/slide" Target="/ppt/slides/slide2.xml" Id="Rc6e5fef938a9461b" /><Relationship Type="http://schemas.openxmlformats.org/officeDocument/2006/relationships/slide" Target="/ppt/slides/slide3.xml" Id="R7e60a0b8572249b4" /><Relationship Type="http://schemas.openxmlformats.org/officeDocument/2006/relationships/slide" Target="/ppt/slides/slide4.xml" Id="Rd66d84ae1cee4327" /><Relationship Type="http://schemas.openxmlformats.org/officeDocument/2006/relationships/slide" Target="/ppt/slides/slide5.xml" Id="R5815a8c0402949de" /><Relationship Type="http://schemas.openxmlformats.org/officeDocument/2006/relationships/slide" Target="/ppt/slides/slide6.xml" Id="R3d31eec8de3d418a" /><Relationship Type="http://schemas.openxmlformats.org/officeDocument/2006/relationships/slide" Target="/ppt/slides/slide7.xml" Id="R19dfca22bd9b432e" /><Relationship Type="http://schemas.openxmlformats.org/officeDocument/2006/relationships/slide" Target="/ppt/slides/slide8.xml" Id="R6522ac60c08a455a" /><Relationship Type="http://schemas.openxmlformats.org/officeDocument/2006/relationships/slide" Target="/ppt/slides/slide9.xml" Id="R9f92edeb89be428a" /><Relationship Type="http://schemas.openxmlformats.org/officeDocument/2006/relationships/slide" Target="/ppt/slides/slide10.xml" Id="Rce890378cc164c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43a8984084f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8bf8ba9c394574" /><Relationship Type="http://schemas.openxmlformats.org/officeDocument/2006/relationships/notesMaster" Target="/ppt/notesMasters/notesMaster1.xml" Id="Rb66b8fcef5d042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c5167f960f4829" /><Relationship Type="http://schemas.openxmlformats.org/officeDocument/2006/relationships/notesMaster" Target="/ppt/notesMasters/notesMaster1.xml" Id="R17dfb735d08b4e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49760b939b4c97" /><Relationship Type="http://schemas.openxmlformats.org/officeDocument/2006/relationships/notesMaster" Target="/ppt/notesMasters/notesMaster1.xml" Id="R2a5e63d0bb5e49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d490dcd7864303" /><Relationship Type="http://schemas.openxmlformats.org/officeDocument/2006/relationships/notesMaster" Target="/ppt/notesMasters/notesMaster1.xml" Id="R2519a7ba23d54d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fa41632a7c4eff" /><Relationship Type="http://schemas.openxmlformats.org/officeDocument/2006/relationships/notesMaster" Target="/ppt/notesMasters/notesMaster1.xml" Id="Rd2d113577e534e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c185ccb2e14e08" /><Relationship Type="http://schemas.openxmlformats.org/officeDocument/2006/relationships/notesMaster" Target="/ppt/notesMasters/notesMaster1.xml" Id="R6825249423414b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a0ee4bbad74cc3" /><Relationship Type="http://schemas.openxmlformats.org/officeDocument/2006/relationships/notesMaster" Target="/ppt/notesMasters/notesMaster1.xml" Id="R406ab5b0d4f343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f8e956afa24465" /><Relationship Type="http://schemas.openxmlformats.org/officeDocument/2006/relationships/notesMaster" Target="/ppt/notesMasters/notesMaster1.xml" Id="R24e5dcee689940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5b0a55f6874666" /><Relationship Type="http://schemas.openxmlformats.org/officeDocument/2006/relationships/notesMaster" Target="/ppt/notesMasters/notesMaster1.xml" Id="R10f964762cde41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111c26021a4ae1" /><Relationship Type="http://schemas.openxmlformats.org/officeDocument/2006/relationships/notesMaster" Target="/ppt/notesMasters/notesMaster1.xml" Id="R22c5a412a70147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unidad de flujo.</a:t>
            </a:r>
          </a:p>
          <a:p xmlns:a="http://schemas.openxmlformats.org/drawingml/2006/main">
            <a:r>
              <a:t>Señal para avanzar: Existe identidad de punta a punta.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Simulación saturada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Simulación sin límites · 12 minutos</a:t>
            </a:r>
          </a:p>
          <a:p xmlns:a="http://schemas.openxmlformats.org/drawingml/2006/main">
            <a:r>
              <a:t>Los casos circulan con máxima utilización local. Se cuentan terminados, espera, bloqueos y pérdidas.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Mostrar utilización y espera simultáneas.</a:t>
            </a:r>
          </a:p>
          <a:p xmlns:a="http://schemas.openxmlformats.org/drawingml/2006/main">
            <a:r>
              <a:t>Señal para avanzar: Se cuestiona la eficiencia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Traza de un caso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de identidad · 14 minutos</a:t>
            </a:r>
          </a:p>
          <a:p xmlns:a="http://schemas.openxmlformats.org/drawingml/2006/main">
            <a:r>
              <a:t>Cada equipo rastrea un caso extremo y marca dónde cambió de nombre, lote o responsable.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cambios de estado y nombre.</a:t>
            </a:r>
          </a:p>
          <a:p xmlns:a="http://schemas.openxmlformats.org/drawingml/2006/main">
            <a:r>
              <a:t>Señal para avanzar: La identidad no se pierde.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Radiografía temporal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Radiografía de colas · 14 minutos</a:t>
            </a:r>
          </a:p>
          <a:p xmlns:a="http://schemas.openxmlformats.org/drawingml/2006/main">
            <a:r>
              <a:t>Se separan tiempo activo, espera, retrabajo y detención. El promedio se contrasta con percentiles y casos envejecidos.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trabajo, espera y retrabajo.</a:t>
            </a:r>
          </a:p>
          <a:p xmlns:a="http://schemas.openxmlformats.org/drawingml/2006/main">
            <a:r>
              <a:t>Señal para avanzar: Se observan colas y envejecimiento.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Dos tamaños de lote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Experimento de lote · 18 minutos</a:t>
            </a:r>
          </a:p>
          <a:p xmlns:a="http://schemas.openxmlformats.org/drawingml/2006/main">
            <a:r>
              <a:t>La misma demanda se procesa en lotes grandes y pequeños. Se comparan integración, costo y aprendizaje.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aprendizaje e integración.</a:t>
            </a:r>
          </a:p>
          <a:p xmlns:a="http://schemas.openxmlformats.org/drawingml/2006/main">
            <a:r>
              <a:t>Señal para avanzar: El lote se decide por 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Límite de trabajo en curso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Política de trabajo en curso · 18 minutos</a:t>
            </a:r>
          </a:p>
          <a:p xmlns:a="http://schemas.openxmlformats.org/drawingml/2006/main">
            <a:r>
              <a:t>Se fijan límites, criterio de entrada, ayuda, bloqueo y clase de servicio. Luego se repite la simulación.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Explicar política, no columna.</a:t>
            </a:r>
          </a:p>
          <a:p xmlns:a="http://schemas.openxmlformats.org/drawingml/2006/main">
            <a:r>
              <a:t>Señal para avanzar: Entrada y ayuda quedan gobernadas.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Tres relojes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Choque de tres relojes · 18 minutos</a:t>
            </a:r>
          </a:p>
          <a:p xmlns:a="http://schemas.openxmlformats.org/drawingml/2006/main">
            <a:r>
              <a:t>Demanda cambia a diario, compromiso semanal y validación mensual. Se diseña una cadencia de feedback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Relacionar demanda, compromiso y validación.</a:t>
            </a:r>
          </a:p>
          <a:p xmlns:a="http://schemas.openxmlformats.org/drawingml/2006/main">
            <a:r>
              <a:t>Señal para avanzar: El feedback llega a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¿Cuál es la unidad de flujo?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Caso perdido HH-25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Incidente del caso perdido · 18 minutos</a:t>
            </a:r>
          </a:p>
          <a:p xmlns:a="http://schemas.openxmlformats.org/drawingml/2006/main">
            <a:r>
              <a:t>Un huésped desaparece del tablero durante una transferencia. El equipo repara el caso y modifica política, no sólo el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reparación sistémica.</a:t>
            </a:r>
          </a:p>
          <a:p xmlns:a="http://schemas.openxmlformats.org/drawingml/2006/main">
            <a:r>
              <a:t>Señal para avanzar: Cambia la política.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espera sin ser visible?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Flujo después del cambio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identifican dependencias externas y capacidades compartidas que N26 deberá gobernar como ecosistema.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distribución, no sólo promedio.</a:t>
            </a:r>
          </a:p>
          <a:p xmlns:a="http://schemas.openxmlformats.org/drawingml/2006/main">
            <a:r>
              <a:t>Señal para avanzar: Mejoran salida y previsibilidad.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lote retrasa aprendizaje?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Localizar dependencia externa.</a:t>
            </a:r>
          </a:p>
          <a:p xmlns:a="http://schemas.openxmlformats.org/drawingml/2006/main">
            <a:r>
              <a:t>Señal para avanzar: Aparece el ecosistema de servicios.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mapa del flujo real que conserve identidad, espera, retrabajo y decisiones de feedback.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política ayuda ante bloqueo?</a:t>
            </a:r>
          </a:p>
          <a:p xmlns:a="http://schemas.openxmlformats.org/drawingml/2006/main">
            <a:r>
              <a:t>• ¿Quién recibe el feedback?</a:t>
            </a:r>
          </a:p>
          <a:p xmlns:a="http://schemas.openxmlformats.org/drawingml/2006/main">
            <a:r>
              <a:t>• ¿Qué dependencia excede al equipo?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política de flujo HH-25 con límites, relojes, feedback y reparación verificables.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06f2152434c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82e5aa38c4a43" /><Relationship Type="http://schemas.openxmlformats.org/officeDocument/2006/relationships/slideLayout" Target="/ppt/slideLayouts/slideLayout1.xml" Id="R65b75b7f9ca74e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75b7f9ca74e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5d01894974940" /><Relationship Type="http://schemas.openxmlformats.org/officeDocument/2006/relationships/notesSlide" Target="/ppt/notesSlides/notesSlide1.xml" Id="R21ddfe443612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2e1d0b9cf42f0" /><Relationship Type="http://schemas.openxmlformats.org/officeDocument/2006/relationships/notesSlide" Target="/ppt/notesSlides/notesSlide2.xml" Id="R758e1ce6b050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6fea196134c0c" /><Relationship Type="http://schemas.openxmlformats.org/officeDocument/2006/relationships/notesSlide" Target="/ppt/notesSlides/notesSlide3.xml" Id="R1ae39c49af304e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4494455884e1e" /><Relationship Type="http://schemas.openxmlformats.org/officeDocument/2006/relationships/notesSlide" Target="/ppt/notesSlides/notesSlide4.xml" Id="Ra5dd6d2a6d2749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9620a5ac7455e" /><Relationship Type="http://schemas.openxmlformats.org/officeDocument/2006/relationships/notesSlide" Target="/ppt/notesSlides/notesSlide5.xml" Id="R0fb0bb047e52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3d99ff0b14ebb" /><Relationship Type="http://schemas.openxmlformats.org/officeDocument/2006/relationships/notesSlide" Target="/ppt/notesSlides/notesSlide6.xml" Id="Rd4df442871784f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ec20e18c34975" /><Relationship Type="http://schemas.openxmlformats.org/officeDocument/2006/relationships/notesSlide" Target="/ppt/notesSlides/notesSlide7.xml" Id="R3ca13f1e0cf747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14d1586ab4d37" /><Relationship Type="http://schemas.openxmlformats.org/officeDocument/2006/relationships/notesSlide" Target="/ppt/notesSlides/notesSlide8.xml" Id="R096207f0fd294d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0bbc9ed0f4885" /><Relationship Type="http://schemas.openxmlformats.org/officeDocument/2006/relationships/notesSlide" Target="/ppt/notesSlides/notesSlide9.xml" Id="R98e9bb25d55247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1d366bba44151" /><Relationship Type="http://schemas.openxmlformats.org/officeDocument/2006/relationships/notesSlide" Target="/ppt/notesSlides/notesSlide10.xml" Id="Ra41309a7a41940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781ACE-A678-4C63-BAAE-708717E3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2BEB7-A2DA-47E2-8E73-D832FC82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B9F79-1E4E-4330-ACFD-22103AC7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AC66A-1F6A-40A5-99C5-82897884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C29EC-1842-4EF0-918A-B5BFDBA8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9D98C-A32A-4CA1-8F53-CB137ADA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B2652-5181-4DCE-AE19-168C522E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0177E-1DB4-40B6-81DB-F5C492E1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039E6-B9A4-450A-8EA5-2358A746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Flujo más allá de las ceremonias: colas, lote, espera y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F9252-3C77-4844-8365-905A8BCD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mejorar un sistema de trabajo cuando todas las ceremonias ocurren y, sin embargo, las decisiones y el valor siguen esperando?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9AF46-3624-4066-8163-AE19E1ABE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51D3B-65BA-41E8-9C88-44F10E5B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735333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38A6B-F6DE-4EA2-86F4-CBDD4A48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E5668-E97A-4B5A-8614-416A7B48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DEBFD-5DA0-429A-AE3F-F947BC0D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C7E66-7058-497D-A929-1393FF54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D4D04-242E-4D49-B9FA-2DE68D98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E2413-ED36-46CB-A6B5-8E270826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9DF058-614A-423B-AF7F-B076F00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4267F-6A9B-4CB6-A08C-FE3AE5C9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Simulación sin límites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397DA-B2EA-42D3-BF9B-59097072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66014-B354-414B-A808-8253D43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6E5F0-FCD1-4DC2-A6D0-F7503414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casos circulan con máxima utilización local. Se cuentan terminados, espera, bloqueos y pérdidas.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3328A-06C4-4655-8BBA-E63F53B1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60A5DD-86B5-451D-B7AB-1A7F69FF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64151-88AA-4887-B39C-861EB0F4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BBFC3-4F29-451F-B086-5062FCF3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DEE6B8-A3AD-46DC-9882-7563793B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D2696-4659-4B2D-BF40-3B8D8D5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43F08-352E-4982-AF40-FB38F5C4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072C8-CE0A-41AC-93C6-AF98164E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10732-94C4-4302-9CAD-6C58833B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DA5DA-BC25-4975-94C3-00DB1709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7254382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69D6E-B399-40F6-B797-89BEC68F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BA17A-84B8-4915-BB51-6C1174A7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1E93C-C127-4BAD-AAFE-0F9466E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AE0DB-22A5-4408-826C-AE13DB19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2EFB1-C09B-4E59-A27D-18B0D01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2FEF7-493A-453C-9C62-67F750FF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60384-36A2-4525-8110-7F768C34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2A974-9B95-4FAE-9C7B-EDAA088A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de identidad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6BA7E-D57E-4929-B611-E1BEAC4D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F37F7-641D-434A-B81E-92CE6971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2016C-F446-493D-90BC-3ADC6CA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rastrea un caso extremo y marca dónde cambió de nombre, lote o responsable.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A1587-D6D7-46F8-BA58-D3BB5C38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37A7FB-400E-4D71-AB9C-BE8D45E8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97E50-EFDD-4A00-8E90-A1F6CEE2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EE074E-E5EC-4C4A-8F84-0557386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C249D5-28C8-4BE6-96EC-FE538D4A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949BE-688B-4D08-BDC9-9ED4CEA3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E0E74-1B25-4E5E-AA45-2B79AA2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47EB2-9733-472D-AC46-8FB075CC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EB200-4B75-42EC-8D51-B4938C9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81849-2A95-499F-B3EF-567A49BB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ECA7B6-6022-44AE-8938-FE5754D6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A433B-61E1-4929-893E-10F7ECC6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209229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5B571-3435-4EA5-A959-690E13B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B60DB-EA07-4985-829D-B2C2A325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47ED40-915E-43E2-9D41-E85095F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F2301-97FC-4736-BA56-60FE9958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AB08E-D671-4A09-9CEC-86D9EC70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B637AB-7BBC-43E1-BEA0-3FAA7F68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8E46B1-E7FF-4C1C-8C10-1592F75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28492-362D-4EF7-BB42-3E76F7D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Radiografía de colas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E777B3-FDF0-4A3A-8522-04176A12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3431A-3242-408D-97D0-B44A133A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B818C-4120-4972-8435-D71B95B87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separan tiempo activo, espera, retrabajo y detención. El promedio se contrasta con percentiles y casos envejecidos.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CB9DB-92A6-46D2-AAD3-A3BC9775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D920B-A2D0-40B7-A6FD-1DBFC242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A95C3-5C52-463C-8CE9-E42E3FD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17AE1-505D-4025-B812-E094A909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9E7E6D-B21B-4044-B666-41191395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F1CA9-6DDE-4480-A790-BCC753B7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769384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03A201-C7AC-40B0-93B3-793C21C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E208E-7B89-4F6A-8BC6-65855181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4E11B-4FB4-4DE6-9BDE-AD24355C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373DF-B213-4F82-9720-AEFF9C8B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B47AF-3670-4DA7-96EB-54166A57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0B81E-ED04-4816-B4A0-D0DCCE2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2FD12-EF47-46DD-BADA-FBC8A2DD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7BDC0-DDB9-4461-9E6F-38478526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Experimento de lote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970AE-C2DF-4DED-9B74-61E1424E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09380-F559-43BF-9044-CD6957ED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11B33-C36E-41C0-9149-765D077F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misma demanda se procesa en lotes grandes y pequeños. Se comparan integración, costo y aprendizaje.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D6D298-9A1E-4CBE-B7A6-0F778380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F3763-1D6C-41F6-B3F2-01B419B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B08753-79B4-404E-97FE-F7B58EE6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436547-5878-41CD-B38F-5554EF44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80CB8-519C-4172-88B6-CC8450F3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9CCDA-BDE2-4828-AD93-EA6B7619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14741-18EA-47E0-8BC6-9E771916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10513A-31B0-4561-8DAA-9C4CE34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9CC50-95C3-46DD-BCFB-75CD5B5D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9F052-FED5-440C-8969-073BB3B8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EE759-74E8-444C-96CE-3419ACE8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4953-4465-4D05-A383-C2CEC137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6014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C278C-AE67-4302-8F0C-C3D168E1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57129-BF63-4417-AE02-89753418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F643E-52B7-4145-B279-92E81A17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1229-D3F2-48FE-BC84-D72B19EB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51C05-1A15-45B8-8E49-95D7E20B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E14BB-BDF3-4DA3-9149-F93C6876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377CB-12B5-46B5-8899-157CF425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B675F-C61C-42F2-8DD1-03A031F7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Política de trabajo en curso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714C2-5FFA-4CFD-85C1-6D9C5356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F33CF-1B1E-4EEF-B258-6A7180DB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B4E59-83A1-44F3-96AA-AAFE884F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A7C33-6C7D-4E98-BF3F-299927A6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5E5EE-1E3B-4309-9AE5-D044CF19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Límite de trabajo en curso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DEEAC-F83C-46DE-A33A-6AB113BA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fijan límites, criterio de entrada, ayuda, bloqueo y clase de servicio. Luego se repite la simulación.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EF140-2A14-4625-BEAE-BC8B74F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6DE58-16CF-4098-825C-58DB86BC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2214439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AA7D9-C49C-4D85-BF8E-758B43EF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2E0DD-2EFF-42D0-BFBE-5F0C10BC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4FC61-4515-4F6C-8D12-B8253D45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8FB93-C6E8-4C3B-9D9F-B1DF6E5A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F4FA67-1882-44AF-9AFF-E398C753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C2817-284D-4EDB-9739-D9F31EA3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9D89F-6B15-4585-AF9E-02A511D5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A3C08-E51F-42DD-A3B7-D62B8521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Choque de tres relojes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CE90FA-0083-4AEF-8A5C-EFBB565C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3EABBF-CC8C-420D-AD6C-675C1B73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0829E4-BB7E-43F8-8168-4AF86FEC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E9970-970A-4D3D-BEB4-67873313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DCD48-E621-442E-9637-B28AA9E6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Demanda cambia a diario, compromiso semanal y validación mensual. Se diseña una cadencia de feedback y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70339-E1A2-48AB-A57C-747C5E69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21887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956FE2-50FA-4324-AE3E-D4F8A54B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119FE-4677-41A5-B491-B00BCCEA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F95B3-917C-4B7A-9683-B38D4CB0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77E6F-E932-4256-AF1C-5A6AC8AA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56390D-447E-42BE-8716-F613CD13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5B4D-3DFC-4301-9329-0E6BFCAF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77A00-9122-4975-B24C-C5350874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09B78-3181-4967-83B9-3BCA8B4B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Incidente del caso perdido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AD306-CE0F-4DD9-A3EE-8EF1DE7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001F9D-0803-4D5B-99B9-ECA653F3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4E603-FA4E-4D78-AD8C-01576346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Un huésped desaparece del tablero durante una transferencia. El equipo repara el caso y modifica política, no sólo el registro.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8B609-300C-4933-AABA-A3A6C588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BB243-19A0-4E50-8A87-1B8D7D48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FB02D-21CE-4192-93A8-4A1F03EE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EB4B2-C577-47BC-A2E7-046FFF81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69D34-D0D1-4D14-8EE4-5B48A2E7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F3D0F-3C10-40C9-8013-2B37DC43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1ED9A-C68A-4E91-A037-2E28487A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60EB2-C87C-4D56-8FD1-B51250BA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0C5C8-CA68-418D-8637-D18DADA7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F6A21-BB0E-4F98-A4B7-B342DFED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F0B2E-9A1A-4B3A-9D05-6F4F3F19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3E7D66-2A30-4EE6-B224-CCEC0F13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9769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CCF514-0EC1-4DFB-98DB-345255A5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C374E-9C36-430C-8A7A-45E885F1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2B840-5032-4E89-97C9-F301EDE1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800C2-92E2-4FD1-884C-D7B7A655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72AA3-5404-43DF-8550-47BEFE59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4E0B97-CBFB-46E9-B914-20AE49B2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F07B52-2CC4-4BB7-A462-F6D4C232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293A4-4A24-43DE-9604-72C00E8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D21BF-4210-47A6-A574-5CFB395C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3BA381-904F-4959-BBE7-5E611B14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D402A-718A-4800-B1F0-D7E896A5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identifican dependencias externas y capacidades compartidas que N26 deberá gobernar como ecosistema.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0B0954-DFEC-46C0-B782-6ED5FA39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60F4A3-870F-4484-82B6-7F1FF56A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35552-4AD3-4437-9437-EFB3E1EA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5FECD-18E9-45D6-A716-53280ACE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F3EEB5-C4D8-4D6C-B8E3-F435B07D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62C712-70C8-4C69-9E7F-B1EC98AF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6111F-33FE-4647-AD02-622E5F7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8D738-8457-448B-B301-B43289D0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F4272-704F-422A-BF79-575D4942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D456E-5BF3-4896-A334-D3014242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C5E570-215A-4F86-8691-EAC6D63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19CDF-C6ED-415D-870D-3242E4CE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62130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3E389-B788-4DA1-A8B6-3AD110E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D2FC7-62C6-419C-8803-25E5DF19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N25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017AC-EF16-48E0-86BA-35187D69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2D27A-C05D-4C01-B0C7-22C478A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E · PRODUCTO Y FLUJO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90504-BBAB-4E0D-BC01-2F8A36B5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18404-081E-46C9-9214-5BF53FF1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8FC2F8-EB1A-468F-AB0E-0C5C0CF7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799D5-A55F-4914-AB8E-7ACA62E9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C2042-F100-4A07-90C8-30819E25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584DC8-5AF9-4A8C-9723-FEFC330F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B199A-1010-4FB3-B696-1A58646B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FE096-4A8F-43C0-A015-5C49CDF0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3BD2A-D9B9-440F-BD94-93CF5C49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BE874-8484-46CE-B817-E1F211A5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B5793-3A49-4A61-867B-5A97223D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política de flujo HH-25 con límites, relojes, feedback y reparación verificables.</a:t>
            </a:r>
          </a:p>
        </p:txBody>
      </p:sp>
    </p:spTree>
    <p:extLst>
      <p:ext uri="{BB962C8B-B14F-4D97-AF65-F5344CB8AC3E}">
        <p14:creationId xmlns:p14="http://schemas.microsoft.com/office/powerpoint/2010/main" val="585661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2026-09-14T03:54:43.5260000Z</dcterms:created>
  <dcterms:modified xsi:type="dcterms:W3CDTF">2026-09-14T03:54:43.5260000Z</dcterms:modified>
</coreProperties>
</file>