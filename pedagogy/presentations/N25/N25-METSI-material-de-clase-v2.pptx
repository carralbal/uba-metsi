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8471fcae84985" /><Relationship Type="http://schemas.openxmlformats.org/officeDocument/2006/relationships/extended-properties" Target="/docProps/app.xml" Id="R8e78448704894652" /><Relationship Type="http://schemas.openxmlformats.org/officeDocument/2006/relationships/officeDocument" Target="/ppt/presentation.xml" Id="Raf9c657515dc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0594cf22a4cf9"/>
  </p:sldMasterIdLst>
  <p:notesMasterIdLst>
    <p:notesMasterId xmlns:r="http://schemas.openxmlformats.org/officeDocument/2006/relationships" r:id="R4087da9139774714"/>
  </p:notesMasterIdLst>
  <p:sldIdLst>
    <p:sldId xmlns:r="http://schemas.openxmlformats.org/officeDocument/2006/relationships" id="256" r:id="Re6551226ae8f49a8"/>
    <p:sldId xmlns:r="http://schemas.openxmlformats.org/officeDocument/2006/relationships" id="257" r:id="Reb0c0b6e509b4743"/>
    <p:sldId xmlns:r="http://schemas.openxmlformats.org/officeDocument/2006/relationships" id="258" r:id="Rf51a5d5698d1493b"/>
    <p:sldId xmlns:r="http://schemas.openxmlformats.org/officeDocument/2006/relationships" id="259" r:id="R366662318e7b47f9"/>
    <p:sldId xmlns:r="http://schemas.openxmlformats.org/officeDocument/2006/relationships" id="260" r:id="Ra6afa140e8554ce6"/>
    <p:sldId xmlns:r="http://schemas.openxmlformats.org/officeDocument/2006/relationships" id="261" r:id="R367d9b782ecf4de6"/>
    <p:sldId xmlns:r="http://schemas.openxmlformats.org/officeDocument/2006/relationships" id="262" r:id="R4158654aa94f4c4a"/>
    <p:sldId xmlns:r="http://schemas.openxmlformats.org/officeDocument/2006/relationships" id="263" r:id="R79b55c1e28d949bc"/>
    <p:sldId xmlns:r="http://schemas.openxmlformats.org/officeDocument/2006/relationships" id="264" r:id="Rd71c584608124c4c"/>
    <p:sldId xmlns:r="http://schemas.openxmlformats.org/officeDocument/2006/relationships" id="265" r:id="Re9d2dac6294d46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5b13516ea145d1" /><Relationship Type="http://schemas.openxmlformats.org/officeDocument/2006/relationships/slideMaster" Target="/ppt/slideMasters/slideMaster1.xml" Id="R2520594cf22a4cf9" /><Relationship Type="http://schemas.openxmlformats.org/officeDocument/2006/relationships/notesMaster" Target="/ppt/notesMasters/notesMaster1.xml" Id="R4087da9139774714" /><Relationship Type="http://schemas.openxmlformats.org/officeDocument/2006/relationships/presProps" Target="/ppt/presProps.xml" Id="Re8f1c9a183414c8b" /><Relationship Type="http://schemas.openxmlformats.org/officeDocument/2006/relationships/tableStyles" Target="/ppt/tableStyles.xml" Id="R0be9a49eeedf4754" /><Relationship Type="http://schemas.openxmlformats.org/officeDocument/2006/relationships/slide" Target="/ppt/slides/slide1.xml" Id="Re6551226ae8f49a8" /><Relationship Type="http://schemas.openxmlformats.org/officeDocument/2006/relationships/slide" Target="/ppt/slides/slide2.xml" Id="Reb0c0b6e509b4743" /><Relationship Type="http://schemas.openxmlformats.org/officeDocument/2006/relationships/slide" Target="/ppt/slides/slide3.xml" Id="Rf51a5d5698d1493b" /><Relationship Type="http://schemas.openxmlformats.org/officeDocument/2006/relationships/slide" Target="/ppt/slides/slide4.xml" Id="R366662318e7b47f9" /><Relationship Type="http://schemas.openxmlformats.org/officeDocument/2006/relationships/slide" Target="/ppt/slides/slide5.xml" Id="Ra6afa140e8554ce6" /><Relationship Type="http://schemas.openxmlformats.org/officeDocument/2006/relationships/slide" Target="/ppt/slides/slide6.xml" Id="R367d9b782ecf4de6" /><Relationship Type="http://schemas.openxmlformats.org/officeDocument/2006/relationships/slide" Target="/ppt/slides/slide7.xml" Id="R4158654aa94f4c4a" /><Relationship Type="http://schemas.openxmlformats.org/officeDocument/2006/relationships/slide" Target="/ppt/slides/slide8.xml" Id="R79b55c1e28d949bc" /><Relationship Type="http://schemas.openxmlformats.org/officeDocument/2006/relationships/slide" Target="/ppt/slides/slide9.xml" Id="Rd71c584608124c4c" /><Relationship Type="http://schemas.openxmlformats.org/officeDocument/2006/relationships/slide" Target="/ppt/slides/slide10.xml" Id="Re9d2dac6294d46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ab31eaedcb41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3b189ccdd2454f" /><Relationship Type="http://schemas.openxmlformats.org/officeDocument/2006/relationships/notesMaster" Target="/ppt/notesMasters/notesMaster1.xml" Id="Rc8662b3cb31443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93a0b1a9a44be" /><Relationship Type="http://schemas.openxmlformats.org/officeDocument/2006/relationships/notesMaster" Target="/ppt/notesMasters/notesMaster1.xml" Id="Rd6bb62d33bb343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1e86f713cf4166" /><Relationship Type="http://schemas.openxmlformats.org/officeDocument/2006/relationships/notesMaster" Target="/ppt/notesMasters/notesMaster1.xml" Id="R15a9c055d9ac49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3e557653a94d17" /><Relationship Type="http://schemas.openxmlformats.org/officeDocument/2006/relationships/notesMaster" Target="/ppt/notesMasters/notesMaster1.xml" Id="R8c26d7324566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8cc81b54e54cca" /><Relationship Type="http://schemas.openxmlformats.org/officeDocument/2006/relationships/notesMaster" Target="/ppt/notesMasters/notesMaster1.xml" Id="Re403d02d7bb84d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6680ed9a6b437e" /><Relationship Type="http://schemas.openxmlformats.org/officeDocument/2006/relationships/notesMaster" Target="/ppt/notesMasters/notesMaster1.xml" Id="R081f2b91a55f42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d3d8921574408d" /><Relationship Type="http://schemas.openxmlformats.org/officeDocument/2006/relationships/notesMaster" Target="/ppt/notesMasters/notesMaster1.xml" Id="R484d005f727446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864198fc0c4454" /><Relationship Type="http://schemas.openxmlformats.org/officeDocument/2006/relationships/notesMaster" Target="/ppt/notesMasters/notesMaster1.xml" Id="R22d93c52591444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94cb69fa0a474b" /><Relationship Type="http://schemas.openxmlformats.org/officeDocument/2006/relationships/notesMaster" Target="/ppt/notesMasters/notesMaster1.xml" Id="R3b02026cfa264c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3ad662b0df4635" /><Relationship Type="http://schemas.openxmlformats.org/officeDocument/2006/relationships/notesMaster" Target="/ppt/notesMasters/notesMaster1.xml" Id="R180dcfd1f24e42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unidad de flujo.</a:t>
            </a:r>
          </a:p>
          <a:p xmlns:a="http://schemas.openxmlformats.org/drawingml/2006/main">
            <a:r>
              <a:t>Señal para avanzar: Existe identidad de punta a punta.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unidad de flujo?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Simulación saturada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utilización y espera simultáneas.</a:t>
            </a:r>
          </a:p>
          <a:p xmlns:a="http://schemas.openxmlformats.org/drawingml/2006/main">
            <a:r>
              <a:t>Señal para avanzar: Se cuestiona la eficiencia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Traza de un caso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cambios de estado y nombre.</a:t>
            </a:r>
          </a:p>
          <a:p xmlns:a="http://schemas.openxmlformats.org/drawingml/2006/main">
            <a:r>
              <a:t>Señal para avanzar: La identidad no se pierde.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Radiografía temporal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trabajo, espera y retrabajo.</a:t>
            </a:r>
          </a:p>
          <a:p xmlns:a="http://schemas.openxmlformats.org/drawingml/2006/main">
            <a:r>
              <a:t>Señal para avanzar: Se observan colas y envejecimiento.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>• ¿Qué dependencia excede al equipo?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tamaños de lote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aprendizaje e integración.</a:t>
            </a:r>
          </a:p>
          <a:p xmlns:a="http://schemas.openxmlformats.org/drawingml/2006/main">
            <a:r>
              <a:t>Señal para avanzar: El lote se decide por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>• ¿Qué dependencia excede al equipo?</a:t>
            </a:r>
          </a:p>
          <a:p xmlns:a="http://schemas.openxmlformats.org/drawingml/2006/main">
            <a:r>
              <a:t>• ¿Cuál es la unidad de flujo?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Límite de trabajo en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Explicar política, no columna.</a:t>
            </a:r>
          </a:p>
          <a:p xmlns:a="http://schemas.openxmlformats.org/drawingml/2006/main">
            <a:r>
              <a:t>Señal para avanzar: Entrada y ayuda quedan gobernadas.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excede al equipo?</a:t>
            </a:r>
          </a:p>
          <a:p xmlns:a="http://schemas.openxmlformats.org/drawingml/2006/main">
            <a:r>
              <a:t>• ¿Cuál es la unidad de flujo?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relojes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demanda, compromiso y validación.</a:t>
            </a:r>
          </a:p>
          <a:p xmlns:a="http://schemas.openxmlformats.org/drawingml/2006/main">
            <a:r>
              <a:t>Señal para avanzar: El feedback llega a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unidad de flujo?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Caso perdido HH-25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reparación sistémica.</a:t>
            </a:r>
          </a:p>
          <a:p xmlns:a="http://schemas.openxmlformats.org/drawingml/2006/main">
            <a:r>
              <a:t>Señal para avanzar: Cambia la política.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Flujo después del cambio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distribución, no sólo promedio.</a:t>
            </a:r>
          </a:p>
          <a:p xmlns:a="http://schemas.openxmlformats.org/drawingml/2006/main">
            <a:r>
              <a:t>Señal para avanzar: Mejoran salida y previsibilidad.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Localizar dependencia externa.</a:t>
            </a:r>
          </a:p>
          <a:p xmlns:a="http://schemas.openxmlformats.org/drawingml/2006/main">
            <a:r>
              <a:t>Señal para avanzar: Aparece el ecosistema de servicios.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>• ¿Qué dependencia excede al equipo?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060fd291f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ff228cf64c427d" /><Relationship Type="http://schemas.openxmlformats.org/officeDocument/2006/relationships/slideLayout" Target="/ppt/slideLayouts/slideLayout1.xml" Id="Rb240d073293b48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40d073293b48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a2004a67d4bfe" /><Relationship Type="http://schemas.openxmlformats.org/officeDocument/2006/relationships/notesSlide" Target="/ppt/notesSlides/notesSlide1.xml" Id="R980a6d44963645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33a6888834c8a" /><Relationship Type="http://schemas.openxmlformats.org/officeDocument/2006/relationships/notesSlide" Target="/ppt/notesSlides/notesSlide2.xml" Id="R5dc7b299fef140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f239dc5f74596" /><Relationship Type="http://schemas.openxmlformats.org/officeDocument/2006/relationships/notesSlide" Target="/ppt/notesSlides/notesSlide3.xml" Id="R5dea8436b23049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bddd6e49c4f6d" /><Relationship Type="http://schemas.openxmlformats.org/officeDocument/2006/relationships/notesSlide" Target="/ppt/notesSlides/notesSlide4.xml" Id="R160928720ab845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e2f41f4af43a5" /><Relationship Type="http://schemas.openxmlformats.org/officeDocument/2006/relationships/notesSlide" Target="/ppt/notesSlides/notesSlide5.xml" Id="R1e4e8bd4009a40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50aaac8a24758" /><Relationship Type="http://schemas.openxmlformats.org/officeDocument/2006/relationships/notesSlide" Target="/ppt/notesSlides/notesSlide6.xml" Id="R0247c079a9424d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34954a3114800" /><Relationship Type="http://schemas.openxmlformats.org/officeDocument/2006/relationships/notesSlide" Target="/ppt/notesSlides/notesSlide7.xml" Id="R1d8e4e53b6b9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d55e230a44068" /><Relationship Type="http://schemas.openxmlformats.org/officeDocument/2006/relationships/notesSlide" Target="/ppt/notesSlides/notesSlide8.xml" Id="Rf86a6f5700ca40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b90bed7e948d8" /><Relationship Type="http://schemas.openxmlformats.org/officeDocument/2006/relationships/notesSlide" Target="/ppt/notesSlides/notesSlide9.xml" Id="Rff5a7003a0764a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46bc88ee3483a" /><Relationship Type="http://schemas.openxmlformats.org/officeDocument/2006/relationships/notesSlide" Target="/ppt/notesSlides/notesSlide10.xml" Id="Rd917cdf9fe0f49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AA02C-244D-4C20-861D-F1B3502A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1712E-20C1-45BE-B63E-83E961D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60CFA-38B4-40DF-90C3-6D1456A6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D3A84-5E60-4FC9-B37C-AC5EE4FF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AC7EB-6A0F-4466-9983-2E447A80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43F85-33E5-401C-B315-079B642A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F740B-B11C-4F2B-824F-EA302083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A43A1-2B5F-4C8A-BC67-F13E0B68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4A79E-1A6C-4B20-A2DC-534CE760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mejorar un sistema de trabajo cuando todas las ceremonias ocurren y, sin embargo, las decisiones y el valor siguen esperando?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6C29C-9D6F-426D-9EF8-C70F8589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64973-5790-45E1-8BE9-5C5E8B29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967210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5E16A-827D-4D28-A360-8BBC2517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B873B-A816-4A7D-8645-A84BDE3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B89C6-E796-4C65-8559-23460F04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A73DE-071B-4B3C-A8E2-68BD04AA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6A174-BBAD-4489-950D-88C2C927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D0E2-8B6A-4D5D-874F-74C28053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95C9D-9D48-4486-91EF-900D8A8C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7EB74-AB37-4844-B9BC-A4E1D2C4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Simulación saturada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CA2A1-22F0-4EC4-8ABF-163FEF02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CC5E2-311D-4C2D-8CB1-2826108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ACCDB-6194-4B3F-8576-A438EEC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E6972-4304-43EF-9ADC-D2528822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9C143-CC0B-45C1-9A5C-E612DE1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386FE-7D2B-4EF8-AB93-AAFE9B62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E3C0F-B256-4938-A440-349231B1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E3074-6A7A-4D48-A19E-DDA12631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D20E1-9E37-49A9-9EB6-154C8DF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2D02B-CAB2-41FF-B068-072418FC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953404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174F3-D654-4671-B154-CC9430C5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5B8D6-BFF2-45F8-8F83-8C536DB6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5AFB4-F9C1-4BFC-86BB-6B8C73EA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B35D5-5E58-484E-9B3C-BCB46B55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0F324-E48F-4AA7-A7B2-F88BC65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69BF5-3974-4C60-ABA9-15B224F2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24386-546E-4377-B9E5-32C234EB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B2A50-4426-4DD4-9DC1-0DFB23F0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Traza de un caso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F519D-F7D2-4803-9E8D-874548A7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F66F1-21DA-4947-B387-7AE1DA8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888A1-27E1-4C6D-B96E-A40C220F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C0374-267A-417C-BE75-D519B71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4499A-A57C-416A-99A4-966A657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54964-F7DD-4E48-B184-B284CDD4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F8D40-BD21-42AC-8A03-7A0D3C37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8590C-94B3-4F6E-8F23-1ACE1910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97FB9-FF80-49B4-95E1-380F774E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89389-CB54-4CD9-A522-BE2CA35E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DF53C-B311-411D-9B89-45F3A6E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188B3-7F0B-439E-A421-85D29520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459862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A5864-F4FB-477C-9D5F-62E979D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5DE9A-FCAC-4005-85C1-1637DE8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A3D50-EAB8-40D0-91F4-7860B31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DFA3D-743B-4A0F-B7B6-846F8C4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95DA1-716A-472C-B407-6331A456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A5227-B039-4A6C-BFE0-F602DC73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98A0C-92AE-4C13-A382-7B644AE6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E11C7-51FF-413D-A31F-EBBA0EB0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Radiografía temporal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8EC57-1FDD-48BF-A9D9-90305E94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7FE7D-E55A-41D9-9F9E-D8A391E1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CD5D2-8FF5-4ABC-8726-A71E3FB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20BEB-B691-48A9-9F2A-66463713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785D2-915F-4C50-8D5F-0EF0D9C8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FFD91-DA04-49C4-B9DB-AEE77D7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545290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AFB0E-938D-4101-A541-8D58115B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77A3E-5F39-416C-AD7B-624507BA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F3493-EBF7-4C33-9720-1EAD01B9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511DC-97FE-445A-AAF7-5F0C43EF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B0A37-E1C1-4A1C-9FD4-FCCD0014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5BA9D-852F-4357-A9DA-0C9B95A4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C3A81-4F23-43D3-BFEC-D09D09F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56D9C-5E91-4A66-9F2E-509C41F6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Dos tamaños de lote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E975B-7FDA-43C4-AFB4-382B2375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417C1-108E-4E24-93F0-D8924E05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DBC7B-14AE-48C2-9D5E-6884EDE7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3D59F-9077-4046-BC52-3060A2F4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5579D-B06B-44EB-90AB-A8C24A66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BA6BD-2EFB-4EDA-BFD7-5536CF23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2617D-3DD3-44D5-8C75-1B5E3D0B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4AC6D-189A-45FE-B2E4-553E79A8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5B1E4-E08A-4427-A8DF-ECBC06EB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C8525-9E59-4B33-85EE-B92741BE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8C683-75AC-4B87-958D-B1051878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64679-DA54-486B-875E-D23F84A1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4197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F9816-EAC0-4F49-A98C-D14CBCA5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7B774-9562-46B0-A215-7916A7B1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BD382-9969-491A-A1B7-CD6F8DA2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6CC93-02EB-43D0-BA3D-238B0533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451A4-BC91-4F59-82F5-58A1FF03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5EEEB-5479-408D-B7B2-DAD62AC4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298BF-84D1-4F77-839E-35E7AE7C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EB557-1AD8-485E-85E7-13592D62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Límite de trabajo en curso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61894-EF9D-4AC0-88EA-4E3BB3DD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E0668-D574-4D81-8C51-3DA3BBEA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3AB84-67ED-4FC8-ADE5-9A9370CE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A636B-5C41-4E64-84AD-9195E6A1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553B2-3B3D-4F8E-AEE6-7F795CD9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A15B1-1F6C-49CB-A7EE-7BD9131E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622655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F3FD5-79DB-4BE6-A1EE-5260F025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FAAE0-17AF-488F-8193-27F68D7D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ABC23-2F59-488C-9264-F42A0397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B43CA-5B2E-4D72-9AF7-4BB3E80B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AE63F-F790-43F8-A868-C1DBB49E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35F73-5AC8-485C-B4A3-0C752E9E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3AF7A-A7D9-458A-A20B-78547E2E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2ACD0-53C1-4B61-8A3D-76D9D163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relojes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64737-AF3C-4B51-897C-803CC2AD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210C1-F849-42DC-A700-4C96B1A8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41A43-0BAD-4FFD-9EFA-3E2DC20B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1970021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4D788-CA82-42EC-8D8F-05C602CE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BD943-9221-4F4B-95AA-FF3E7B17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1CC3B-A5F4-4D3C-9D03-32AF0447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D3157-A8F0-477D-A486-2BE67E31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A8FA8-C477-41DB-9C1B-F0EC689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03246-D3B5-4CEA-A872-1AD4A28D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CD903-3828-4841-85C8-98FBF9A0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FCA06-4B81-48AC-A954-FC5A603C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Caso perdido HH-25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CE118-92FF-434E-93ED-71B503A3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9CD25-B61F-4983-8ACF-A9A7CF57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8CF9E-13BA-4CA9-B971-102B5D3F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6F7A7-4903-4C04-BC6D-4B2E901F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ADF23-0846-4479-A70F-2DD91C28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63E57-47EB-4032-8D74-191BC6B0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72ACE-0AC5-4C95-92D6-E233CE46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E5AF8-14F1-4997-BEDB-E115914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9F3B2-EE48-4206-925A-78977FA7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38F46-14D6-459E-A4F3-CD2CFBA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E526E-84AF-4421-83D2-D73952DD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E4998-A4CE-4A51-9244-FDF06EF5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94210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13D7B-10B7-49E3-ADEA-39B75878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4FC8F-66A7-4001-9EE5-CE8F81DA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8F594-2990-451E-B02D-236F75B4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F83AF-02C1-43E3-B639-EBF98608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DCAEE-AEB2-4425-919B-13FA535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0B002-EBFE-400E-A1C1-ACDDA120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F0D90-CD94-4AFC-BA48-446E87B9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C2C81-9478-49C0-AA30-F085C204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Flujo después del cambio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44F35-1C92-4A59-A565-1BA5BC1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316C0-FA35-4DF2-ABEE-AAD9EFF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C869A-4D7D-4ABF-A11B-48255813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09FC3-0A35-480E-A9B1-39650BC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E1C7F-E98D-413F-8753-87738D1E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10745-6019-4385-9830-EEFEAED4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AA4A4-29F9-4086-AD4F-91EAF1AC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329DD-33FA-4F40-996E-D3B2BA60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98A7A-ADA7-4F1E-8DBC-0FB5CF8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C082D-D0AA-4066-98A3-EAC2ED2A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36AB8-A557-498F-847E-FF6C5327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E0F63-A886-4E03-BCAA-41557A57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1070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B4321-D7E7-4917-B003-916C195D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27F4D-F67C-40C2-9AE4-99C7C89D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1D178-D1CA-4165-AA8E-BB029990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DAC4A-C76E-435F-AEA9-005F7076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D716F-FA8C-4237-A61A-E90AC4B7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3C5DA-5AC5-4705-9E1F-80CF88B8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F852A-58B6-4BF1-90EC-8ABA7AC3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41091-18EC-455F-A0B6-20E96E6A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23D56-3B7C-4A0C-AA02-025DB275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6764E-3EA2-4FE0-97D1-7E9252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C55BA-9BF7-4044-B8E2-E46E1EB1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2F2FC-C88C-4C66-8E3F-886BCEE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FF69F-E2F4-4905-B34A-D69A2A69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6142-31E7-479D-8A4D-91C551E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CCB5A-EB7E-4709-939F-97E0B0FB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política de flujo HH-25 con límites, relojes, feedback y reparación verificables.</a:t>
            </a:r>
          </a:p>
        </p:txBody>
      </p:sp>
    </p:spTree>
    <p:extLst>
      <p:ext uri="{BB962C8B-B14F-4D97-AF65-F5344CB8AC3E}">
        <p14:creationId xmlns:p14="http://schemas.microsoft.com/office/powerpoint/2010/main" val="548054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2026-09-12T16:23:17.3440000Z</dcterms:created>
  <dcterms:modified xsi:type="dcterms:W3CDTF">2026-09-12T16:23:17.3440000Z</dcterms:modified>
</coreProperties>
</file>