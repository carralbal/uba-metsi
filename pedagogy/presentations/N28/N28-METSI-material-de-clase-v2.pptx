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10deb77a134ca4" /><Relationship Type="http://schemas.openxmlformats.org/officeDocument/2006/relationships/extended-properties" Target="/docProps/app.xml" Id="R94c6318a5b5d40eb" /><Relationship Type="http://schemas.openxmlformats.org/officeDocument/2006/relationships/officeDocument" Target="/ppt/presentation.xml" Id="R3fd16cd188ed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fcb39f88f4be3"/>
  </p:sldMasterIdLst>
  <p:notesMasterIdLst>
    <p:notesMasterId xmlns:r="http://schemas.openxmlformats.org/officeDocument/2006/relationships" r:id="R9b4b9d085ffd415f"/>
  </p:notesMasterIdLst>
  <p:sldIdLst>
    <p:sldId xmlns:r="http://schemas.openxmlformats.org/officeDocument/2006/relationships" id="256" r:id="Rd76a2eabc8dc4bf1"/>
    <p:sldId xmlns:r="http://schemas.openxmlformats.org/officeDocument/2006/relationships" id="257" r:id="Rfe7081da90a0442f"/>
    <p:sldId xmlns:r="http://schemas.openxmlformats.org/officeDocument/2006/relationships" id="258" r:id="R422109468d1f44e4"/>
    <p:sldId xmlns:r="http://schemas.openxmlformats.org/officeDocument/2006/relationships" id="259" r:id="Rfacd08bf971a4046"/>
    <p:sldId xmlns:r="http://schemas.openxmlformats.org/officeDocument/2006/relationships" id="260" r:id="R9322de3a87de4092"/>
    <p:sldId xmlns:r="http://schemas.openxmlformats.org/officeDocument/2006/relationships" id="261" r:id="R2202f84da9f94c28"/>
    <p:sldId xmlns:r="http://schemas.openxmlformats.org/officeDocument/2006/relationships" id="262" r:id="R0d6a7ccfabe34825"/>
    <p:sldId xmlns:r="http://schemas.openxmlformats.org/officeDocument/2006/relationships" id="263" r:id="R6413ef4b87544728"/>
    <p:sldId xmlns:r="http://schemas.openxmlformats.org/officeDocument/2006/relationships" id="264" r:id="R792cf66383fb4a67"/>
    <p:sldId xmlns:r="http://schemas.openxmlformats.org/officeDocument/2006/relationships" id="265" r:id="R0a32c4b78b9f4f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4d330ba5da436f" /><Relationship Type="http://schemas.openxmlformats.org/officeDocument/2006/relationships/slideMaster" Target="/ppt/slideMasters/slideMaster1.xml" Id="Rc67fcb39f88f4be3" /><Relationship Type="http://schemas.openxmlformats.org/officeDocument/2006/relationships/notesMaster" Target="/ppt/notesMasters/notesMaster1.xml" Id="R9b4b9d085ffd415f" /><Relationship Type="http://schemas.openxmlformats.org/officeDocument/2006/relationships/presProps" Target="/ppt/presProps.xml" Id="R340130d641e94bfb" /><Relationship Type="http://schemas.openxmlformats.org/officeDocument/2006/relationships/tableStyles" Target="/ppt/tableStyles.xml" Id="R818c63b1825345cc" /><Relationship Type="http://schemas.openxmlformats.org/officeDocument/2006/relationships/slide" Target="/ppt/slides/slide1.xml" Id="Rd76a2eabc8dc4bf1" /><Relationship Type="http://schemas.openxmlformats.org/officeDocument/2006/relationships/slide" Target="/ppt/slides/slide2.xml" Id="Rfe7081da90a0442f" /><Relationship Type="http://schemas.openxmlformats.org/officeDocument/2006/relationships/slide" Target="/ppt/slides/slide3.xml" Id="R422109468d1f44e4" /><Relationship Type="http://schemas.openxmlformats.org/officeDocument/2006/relationships/slide" Target="/ppt/slides/slide4.xml" Id="Rfacd08bf971a4046" /><Relationship Type="http://schemas.openxmlformats.org/officeDocument/2006/relationships/slide" Target="/ppt/slides/slide5.xml" Id="R9322de3a87de4092" /><Relationship Type="http://schemas.openxmlformats.org/officeDocument/2006/relationships/slide" Target="/ppt/slides/slide6.xml" Id="R2202f84da9f94c28" /><Relationship Type="http://schemas.openxmlformats.org/officeDocument/2006/relationships/slide" Target="/ppt/slides/slide7.xml" Id="R0d6a7ccfabe34825" /><Relationship Type="http://schemas.openxmlformats.org/officeDocument/2006/relationships/slide" Target="/ppt/slides/slide8.xml" Id="R6413ef4b87544728" /><Relationship Type="http://schemas.openxmlformats.org/officeDocument/2006/relationships/slide" Target="/ppt/slides/slide9.xml" Id="R792cf66383fb4a67" /><Relationship Type="http://schemas.openxmlformats.org/officeDocument/2006/relationships/slide" Target="/ppt/slides/slide10.xml" Id="R0a32c4b78b9f4f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2de40c9ac1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f259d88c5475b" /><Relationship Type="http://schemas.openxmlformats.org/officeDocument/2006/relationships/notesMaster" Target="/ppt/notesMasters/notesMaster1.xml" Id="R5c9b2518df9b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ac215923544ab" /><Relationship Type="http://schemas.openxmlformats.org/officeDocument/2006/relationships/notesMaster" Target="/ppt/notesMasters/notesMaster1.xml" Id="Re08587ef070f49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26945aff1d449f" /><Relationship Type="http://schemas.openxmlformats.org/officeDocument/2006/relationships/notesMaster" Target="/ppt/notesMasters/notesMaster1.xml" Id="R43252b762ff24a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6de5144504bb1" /><Relationship Type="http://schemas.openxmlformats.org/officeDocument/2006/relationships/notesMaster" Target="/ppt/notesMasters/notesMaster1.xml" Id="R5185ff7ffdda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4866d28804460b" /><Relationship Type="http://schemas.openxmlformats.org/officeDocument/2006/relationships/notesMaster" Target="/ppt/notesMasters/notesMaster1.xml" Id="R93a5e3bf636b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c33f1689244aea" /><Relationship Type="http://schemas.openxmlformats.org/officeDocument/2006/relationships/notesMaster" Target="/ppt/notesMasters/notesMaster1.xml" Id="R8649b83b2d714a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7e1d32520c49c2" /><Relationship Type="http://schemas.openxmlformats.org/officeDocument/2006/relationships/notesMaster" Target="/ppt/notesMasters/notesMaster1.xml" Id="R78b956a2d0334a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57d8911be44229" /><Relationship Type="http://schemas.openxmlformats.org/officeDocument/2006/relationships/notesMaster" Target="/ppt/notesMasters/notesMaster1.xml" Id="R176c8925c6264b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3fb1738a6249e4" /><Relationship Type="http://schemas.openxmlformats.org/officeDocument/2006/relationships/notesMaster" Target="/ppt/notesMasters/notesMaster1.xml" Id="R971655b333a94c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1001e5615c4cef" /><Relationship Type="http://schemas.openxmlformats.org/officeDocument/2006/relationships/notesMaster" Target="/ppt/notesMasters/notesMaster1.xml" Id="Rcaabe493e23e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significa bueno para quién.</a:t>
            </a:r>
          </a:p>
          <a:p xmlns:a="http://schemas.openxmlformats.org/drawingml/2006/main">
            <a:r>
              <a:t>Señal para avanzar: Aparece población y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Reclamo vago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escenario observable.</a:t>
            </a:r>
          </a:p>
          <a:p xmlns:a="http://schemas.openxmlformats.org/drawingml/2006/main">
            <a:r>
              <a:t>Señal para avanzar: La frase puede probarse.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del escenario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estímulo, ambiente y respuesta.</a:t>
            </a:r>
          </a:p>
          <a:p xmlns:a="http://schemas.openxmlformats.org/drawingml/2006/main">
            <a:r>
              <a:t>Señal para avanzar: Hay medida situada.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Mapa de daño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severidad y probabilidad.</a:t>
            </a:r>
          </a:p>
          <a:p xmlns:a="http://schemas.openxmlformats.org/drawingml/2006/main">
            <a:r>
              <a:t>Señal para avanzar: El riesgo guía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Cartera de pruebas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Justificar cada fuente.</a:t>
            </a:r>
          </a:p>
          <a:p xmlns:a="http://schemas.openxmlformats.org/drawingml/2006/main">
            <a:r>
              <a:t>Señal para avanzar: La cobertura responde a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Oráculos en conflicto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visible el criterio.</a:t>
            </a:r>
          </a:p>
          <a:p xmlns:a="http://schemas.openxmlformats.org/drawingml/2006/main">
            <a:r>
              <a:t>Señal para avanzar: El umbral no es implícito.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Población invisible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promedio.</a:t>
            </a:r>
          </a:p>
          <a:p xmlns:a="http://schemas.openxmlformats.org/drawingml/2006/main">
            <a:r>
              <a:t>Señal para avanzar: Se corrige muestra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¿Calidad para qué uso y población?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Tensión entre atributos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una solución perfecta.</a:t>
            </a:r>
          </a:p>
          <a:p xmlns:a="http://schemas.openxmlformats.org/drawingml/2006/main">
            <a:r>
              <a:t>Señal para avanzar: Se declara concesión protegida.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daño se intenta evitar?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Argumento HH-28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residual.</a:t>
            </a:r>
          </a:p>
          <a:p xmlns:a="http://schemas.openxmlformats.org/drawingml/2006/main">
            <a:r>
              <a:t>Señal para avanzar: La aprobación es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prueba distingue las explicaciones?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Traducir evidencia en puerta.</a:t>
            </a:r>
          </a:p>
          <a:p xmlns:a="http://schemas.openxmlformats.org/drawingml/2006/main">
            <a:r>
              <a:t>Señal para avanzar: Hay criterio de liberar o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define el oráculo?</a:t>
            </a:r>
          </a:p>
          <a:p xmlns:a="http://schemas.openxmlformats.org/drawingml/2006/main">
            <a:r>
              <a:t>• ¿Qué esconde el promedio?</a:t>
            </a:r>
          </a:p>
          <a:p xmlns:a="http://schemas.openxmlformats.org/drawingml/2006/main">
            <a:r>
              <a:t>• ¿Qué concesión se acepta y revisa?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argumento de calidad HH-28 con reclamos, riesgos, evidencias, tensiones y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1ddd061c94e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553544690243d2" /><Relationship Type="http://schemas.openxmlformats.org/officeDocument/2006/relationships/slideLayout" Target="/ppt/slideLayouts/slideLayout1.xml" Id="R0e3dc69db307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dc69db307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d5bc237fc4fee" /><Relationship Type="http://schemas.openxmlformats.org/officeDocument/2006/relationships/notesSlide" Target="/ppt/notesSlides/notesSlide1.xml" Id="R9239aa4f7af0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c22bb7984482b" /><Relationship Type="http://schemas.openxmlformats.org/officeDocument/2006/relationships/notesSlide" Target="/ppt/notesSlides/notesSlide2.xml" Id="R8a64f2e99ed441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a39df0d3c4c96" /><Relationship Type="http://schemas.openxmlformats.org/officeDocument/2006/relationships/notesSlide" Target="/ppt/notesSlides/notesSlide3.xml" Id="R17617b1278df4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9c53803c24b74" /><Relationship Type="http://schemas.openxmlformats.org/officeDocument/2006/relationships/notesSlide" Target="/ppt/notesSlides/notesSlide4.xml" Id="R47612c4b4e27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ed190931148af" /><Relationship Type="http://schemas.openxmlformats.org/officeDocument/2006/relationships/notesSlide" Target="/ppt/notesSlides/notesSlide5.xml" Id="Radab97dcdf02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93140f26241b5" /><Relationship Type="http://schemas.openxmlformats.org/officeDocument/2006/relationships/notesSlide" Target="/ppt/notesSlides/notesSlide6.xml" Id="R6b53e150eb6f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ae760586c4bd6" /><Relationship Type="http://schemas.openxmlformats.org/officeDocument/2006/relationships/notesSlide" Target="/ppt/notesSlides/notesSlide7.xml" Id="Ra6a6acc62f294b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67c4f54724c45" /><Relationship Type="http://schemas.openxmlformats.org/officeDocument/2006/relationships/notesSlide" Target="/ppt/notesSlides/notesSlide8.xml" Id="R797015641ed248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fb0434d5b4a47" /><Relationship Type="http://schemas.openxmlformats.org/officeDocument/2006/relationships/notesSlide" Target="/ppt/notesSlides/notesSlide9.xml" Id="R41da49f932a34e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ca27877245af" /><Relationship Type="http://schemas.openxmlformats.org/officeDocument/2006/relationships/notesSlide" Target="/ppt/notesSlides/notesSlide10.xml" Id="R6347937215c64e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0E8CE-FCC2-488A-AFF6-59E0821A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F7275-F4CD-4177-806A-6FF82E5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2A065-8C39-4192-9335-552431D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E58CA-8AF2-4461-84F6-E8F88C06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DA7B0-02D4-4FA6-9358-5C783D4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A95E5-498B-4BA6-9338-621F3981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BE8F1-6E83-49E0-B366-14EA30A2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6AF33-5E4E-46CD-A5BE-529548FE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218FD-1FC1-413E-AF9E-44E4FAF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evidencia alcanza para sostener la calidad cuando confiabilidad, seguridad, accesibilidad, desempeño y capacidad de cambio no pueden maximizarse al mismo tiempo?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3C8EC-F485-4535-B747-540BD587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25A4A-ADD8-41A6-9C84-6D67BCF6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75645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1B92A-9D36-4C8F-A35A-5C89ABC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F3D0-3EB4-4C38-BB7D-480C2E7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A139-BB90-4624-B636-25CA801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EA779-9740-4FCF-8DF2-0C37DAC8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40006-B0E1-4A58-9A19-91A292F4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34B93-69A7-4F51-88E5-6312C076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03F47-9910-48AB-ACEA-3C9226F5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33BDA-658B-4024-A884-403A3AD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Reclamo vago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53AA0-C14A-411B-9786-10375F5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99468-E1EF-4F47-9554-234FE2D9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D8DC7-1DA8-4AB6-A0E9-441153D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EF74A-9FBC-4E50-B186-196853F0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B932F-AAD4-4C37-8077-AF021980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9A740-9396-4315-B5DB-86FB3B9D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DF171-D6EB-4AA3-8D0A-53F58062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DBD2D-2B8F-4AAE-83F0-6B4A254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53576-7885-414D-A6B9-596368B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9DCE6-4EE8-4803-BB04-96314E40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073955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BC794-6669-441A-AFA2-59B8799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CBAEF-2A0E-4C3D-8310-66D5F85D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0F39C-8458-40CA-9C85-05FF955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03F4C-E1C3-4E35-85F5-BBA8F29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182E9-D8B6-414D-85E8-F584FAB2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6DC60-034F-4FBA-BD0E-DAC0D25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9E325-F780-41EA-8EFE-DC41C67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29D8F-41DD-44A0-ABC9-13A89E78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Anatomía del escenario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0C2F4-69D2-4D1B-8F56-D8FAA27B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BF9A4-A53B-4EFC-A8C9-2FE69B7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DA237-ADC5-4B16-AE8F-4DCAA0C1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38BEC-68A1-40A4-B22C-02FCA26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06953-5118-4549-BD4B-D1C3006F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0B7D5-0424-4B4D-B3CB-DA3C68E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F46D0-9439-47B7-9AEB-57939710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A2FBB-AD34-4AD8-A7A0-FE1CD26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1EE23-EB12-4F3A-84BA-4C524FE9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F906B-E08D-4422-84B1-6251438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307C9-F047-47A8-9C39-15004E5F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A34BC-75B2-4899-AE93-98A5C9E8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2004309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D3005-7375-418A-8AE5-F5E838F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BC190-8A91-414C-8925-7A7CECF8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5E160-B217-4622-B4B9-E75E0DC6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9CF15-BD18-4B88-B5CE-8FCD808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FF324-1108-4CC3-9676-EF1F9035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73DA5-0AA0-4A0D-BA87-17707B29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8703-D326-4AF0-BEBD-D6316470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E096E-3F35-4DC6-9D76-2FC2D61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daño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A3C54-A5C7-4BBD-908E-3CE8745A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F15D2-7E36-40CF-93CB-74940EA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F0742-C8BB-4D8E-85DD-3F6B8645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3375B-D786-422D-A901-6592C6A6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D98DB-C9A5-4E9B-945F-9F5070D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FBB6A-7DA5-4ED3-A55B-EB939518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444406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7D3BE-8D5F-4B20-B873-9DDB9E1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66AF-3DB5-4AC4-8CD5-1F55C7E2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04C17-2D4C-4B00-AE1A-739D575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4E9E-35FB-463B-894E-A7EFE567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82CAC-58EF-4AFB-ACF8-24759D4F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36978-C9F8-4A1F-8E61-0444D81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753B9-0AB5-4ECC-A5FF-CD6F48D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3E44E-ECA8-410B-80B7-43E8CA95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Cartera de pruebas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AFB98-2105-4F4B-A5B8-6A07143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69FE3-E2F6-49D8-8940-614342B6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437D3-EF2B-4411-BF23-B9478BBF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7AF08-14A1-4CFD-BD23-8F772DE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1BB8A-2B1C-4B34-8D4E-3266675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0B122-C31B-475A-B41B-37E222E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1EEAE-246B-4A91-888D-D04DFCA7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0D8C9-7624-4A0A-9FEE-AD3F6500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9A5C0-2A5F-4A1C-8B39-639E007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E9B1F-4B99-4ADC-BBCD-95DD808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7F635-E0FB-458B-966E-BEC770D9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3CDA4-D9B6-4D83-B836-1ED69905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393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CAD44-AEF4-4738-A7BD-077B2CF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94732-F5B0-4503-AF0D-38ECD49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AFB7D-1E20-460B-8EE6-43EEB5D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81E76-0E61-42BE-8307-4E8C1003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346B4-43A1-46A7-8C9A-547D57A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22666-4295-4792-B572-68D3B47D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9104C-8AA8-4482-98D6-B633C9E9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61F3E-8CBA-42ED-A2A5-F2F2615C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Oráculos en conflicto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296A2-6409-4C6B-AEEF-2F908383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BB488-F42B-4F34-A89F-297AFF8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A1A4F-8F6B-46DF-8C72-DD1C30AE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1B040-778E-449B-B12D-B8EF0C9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ED591-2055-4213-9F29-6B876D3E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4FC1C-0FFF-40FC-87C1-C6ECD2B0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034683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EBAC1-C732-4B0B-8EE6-E225A82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72A1A-4B22-429A-A63F-40F3C75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8957F-EA29-441F-AB4A-ECB9618E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ACFB-633F-4FDD-8D52-93B9AC08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9839B-93F0-48B3-A455-5F6BBAE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12A7-1DE7-4453-B75C-1C233DEB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91A29-0892-42B0-B24F-8E97823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2B89C-0829-4FF1-BF88-F602B39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Población invisible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0976E-4A22-4B8F-BD10-0104BA87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B95B0-6FF9-442A-B23F-53484DC8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2A8C1-7244-47D7-96A3-1B295331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678076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E7066-76AF-4CF9-AC39-0FE0C3FA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FAC37-FEB6-424D-B3ED-C386FC22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751D4-520D-420D-A5BD-B75AEECA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23273-E93B-477D-8E1D-63DBC2A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8D7BC-ED0B-4B14-95D0-DE87ABFA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739A1-08D4-4FC0-9FC4-072C5FEC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6CBB0-707B-4A32-BA7C-7DC5E25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A9C65-E513-44BC-83DC-1DB96DB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 entre atributos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82208-036A-48E7-839F-64403B7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8D90B-9047-4D62-94DC-E7E7106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55BA0-C79F-46A6-90B7-5D1ED1FC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5DFF-07A9-403E-9018-87FCE05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18348-1733-4CE5-88E3-ADF61708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DCA00-89B0-4CAE-805C-3627E78D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7FCA7-98D3-4E0B-A22E-7724F279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38413-423D-4C01-8065-A88121DB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956EA3-28A1-48D7-B49E-EE0CF16D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604AF-E26B-40E6-8939-8A32C90E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AB8E5-44A7-4F17-933F-CE30005B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39B4B-0A03-447C-A9B8-95DE61ED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692177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500C8-021C-4309-9C34-AA3A4B0A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B23FF-3423-4762-BEB1-FEE6CAE0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D2059-9B77-4D47-BB39-DCB4F63F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9860B-F736-4839-A52F-9E384008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1415-0FB1-4EDE-A030-1325F217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48F62-0C20-4E6C-9477-63510B47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324C9-9659-4D35-9ACE-E3701C22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2E5C1-B9D8-4AD8-B1A2-B0BCA094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Argumento HH-28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B70B3-96D6-4268-88E4-61E4A3E5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FBF82-DEAB-4E43-B6F1-BFE8202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93515-3766-41A2-8BF6-F21A3F1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EDBDE-6867-4A4C-A1E2-13E11ACD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8E398-6147-4C28-A205-4D137C76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275A7-6225-4AB2-9C26-5B6CB54D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F55D7-30F2-4370-A118-734F0F88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FA95C-B5B0-4DB3-A724-A033D623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7BB75-C46E-4958-9F1F-83305018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394AB-7B44-4A56-B69F-4B10FA4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F456A-6226-45D6-89DC-1C095C2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1F279-4C02-4DF5-8C68-DD8EF4DE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9461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C91F3-FDB5-4A35-A3AF-79369D96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18E6D-3D85-4151-9421-C0910F7A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4E43-CBBA-4FBE-9458-20B328A0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C363F-C6A1-4696-A992-AE14040F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5BEFD-51D1-48F6-8B6E-14F8703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BF33E-5669-431D-943C-59954B5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4D20C-3FC5-4717-AD5E-9391F92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A6E5A-6BDB-4D13-9989-978BF72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069A5-0C19-4F82-B660-D2EBC4B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BB1C4-15B9-4154-B4EB-E0DE790C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4328B-5098-4AA4-B343-6C1E9EF9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EC5FC-C209-4601-AE0F-EA338EF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90344-144E-4242-A8E3-8AA4C2E6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C0D7C-50F2-46AE-84FF-1A84C42B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B7A04-6E9D-4164-8062-89B124D2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argumento de calidad HH-28 con reclamos, riesgos, evidencias, tensiones y decisión.</a:t>
            </a:r>
          </a:p>
        </p:txBody>
      </p:sp>
    </p:spTree>
    <p:extLst>
      <p:ext uri="{BB962C8B-B14F-4D97-AF65-F5344CB8AC3E}">
        <p14:creationId xmlns:p14="http://schemas.microsoft.com/office/powerpoint/2010/main" val="2094455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2026-09-12T16:23:21.8370000Z</dcterms:created>
  <dcterms:modified xsi:type="dcterms:W3CDTF">2026-09-12T16:23:21.8370000Z</dcterms:modified>
</coreProperties>
</file>