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c9b9f80d2c4919" /><Relationship Type="http://schemas.openxmlformats.org/officeDocument/2006/relationships/extended-properties" Target="/docProps/app.xml" Id="R028edaa540544e4b" /><Relationship Type="http://schemas.openxmlformats.org/officeDocument/2006/relationships/officeDocument" Target="/ppt/presentation.xml" Id="R219bda6c42744e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e5220496949bf"/>
  </p:sldMasterIdLst>
  <p:notesMasterIdLst>
    <p:notesMasterId xmlns:r="http://schemas.openxmlformats.org/officeDocument/2006/relationships" r:id="R64576efb561d4787"/>
  </p:notesMasterIdLst>
  <p:sldIdLst>
    <p:sldId xmlns:r="http://schemas.openxmlformats.org/officeDocument/2006/relationships" id="256" r:id="R0c8158275cd147ef"/>
    <p:sldId xmlns:r="http://schemas.openxmlformats.org/officeDocument/2006/relationships" id="257" r:id="R39b639a0f2d34d7c"/>
    <p:sldId xmlns:r="http://schemas.openxmlformats.org/officeDocument/2006/relationships" id="258" r:id="R9cc85c894f1a4c0d"/>
    <p:sldId xmlns:r="http://schemas.openxmlformats.org/officeDocument/2006/relationships" id="259" r:id="R1466d0b0648e47c3"/>
    <p:sldId xmlns:r="http://schemas.openxmlformats.org/officeDocument/2006/relationships" id="260" r:id="Rf4d63264642945e3"/>
    <p:sldId xmlns:r="http://schemas.openxmlformats.org/officeDocument/2006/relationships" id="261" r:id="R8437e1103aed4bd7"/>
    <p:sldId xmlns:r="http://schemas.openxmlformats.org/officeDocument/2006/relationships" id="262" r:id="R7adf0178fdd943af"/>
    <p:sldId xmlns:r="http://schemas.openxmlformats.org/officeDocument/2006/relationships" id="263" r:id="R518f412a98a64ff4"/>
    <p:sldId xmlns:r="http://schemas.openxmlformats.org/officeDocument/2006/relationships" id="264" r:id="R99f3c37478424219"/>
    <p:sldId xmlns:r="http://schemas.openxmlformats.org/officeDocument/2006/relationships" id="265" r:id="R31e4aec7cbfd40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91922e34d44b9" /><Relationship Type="http://schemas.openxmlformats.org/officeDocument/2006/relationships/slideMaster" Target="/ppt/slideMasters/slideMaster1.xml" Id="Rd2ee5220496949bf" /><Relationship Type="http://schemas.openxmlformats.org/officeDocument/2006/relationships/notesMaster" Target="/ppt/notesMasters/notesMaster1.xml" Id="R64576efb561d4787" /><Relationship Type="http://schemas.openxmlformats.org/officeDocument/2006/relationships/presProps" Target="/ppt/presProps.xml" Id="R7bc8440c463340e9" /><Relationship Type="http://schemas.openxmlformats.org/officeDocument/2006/relationships/tableStyles" Target="/ppt/tableStyles.xml" Id="R77d5c4a7b653482b" /><Relationship Type="http://schemas.openxmlformats.org/officeDocument/2006/relationships/slide" Target="/ppt/slides/slide1.xml" Id="R0c8158275cd147ef" /><Relationship Type="http://schemas.openxmlformats.org/officeDocument/2006/relationships/slide" Target="/ppt/slides/slide2.xml" Id="R39b639a0f2d34d7c" /><Relationship Type="http://schemas.openxmlformats.org/officeDocument/2006/relationships/slide" Target="/ppt/slides/slide3.xml" Id="R9cc85c894f1a4c0d" /><Relationship Type="http://schemas.openxmlformats.org/officeDocument/2006/relationships/slide" Target="/ppt/slides/slide4.xml" Id="R1466d0b0648e47c3" /><Relationship Type="http://schemas.openxmlformats.org/officeDocument/2006/relationships/slide" Target="/ppt/slides/slide5.xml" Id="Rf4d63264642945e3" /><Relationship Type="http://schemas.openxmlformats.org/officeDocument/2006/relationships/slide" Target="/ppt/slides/slide6.xml" Id="R8437e1103aed4bd7" /><Relationship Type="http://schemas.openxmlformats.org/officeDocument/2006/relationships/slide" Target="/ppt/slides/slide7.xml" Id="R7adf0178fdd943af" /><Relationship Type="http://schemas.openxmlformats.org/officeDocument/2006/relationships/slide" Target="/ppt/slides/slide8.xml" Id="R518f412a98a64ff4" /><Relationship Type="http://schemas.openxmlformats.org/officeDocument/2006/relationships/slide" Target="/ppt/slides/slide9.xml" Id="R99f3c37478424219" /><Relationship Type="http://schemas.openxmlformats.org/officeDocument/2006/relationships/slide" Target="/ppt/slides/slide10.xml" Id="R31e4aec7cbfd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2cc492a7f1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5e02617a9f4645" /><Relationship Type="http://schemas.openxmlformats.org/officeDocument/2006/relationships/notesMaster" Target="/ppt/notesMasters/notesMaster1.xml" Id="R6f3216bf281f49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e8520aa63740a1" /><Relationship Type="http://schemas.openxmlformats.org/officeDocument/2006/relationships/notesMaster" Target="/ppt/notesMasters/notesMaster1.xml" Id="R7c9d9a1bd442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758d22a1e54da4" /><Relationship Type="http://schemas.openxmlformats.org/officeDocument/2006/relationships/notesMaster" Target="/ppt/notesMasters/notesMaster1.xml" Id="R67dea574f1dc4d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7720cbfe854762" /><Relationship Type="http://schemas.openxmlformats.org/officeDocument/2006/relationships/notesMaster" Target="/ppt/notesMasters/notesMaster1.xml" Id="R82561b9a9a6a49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926bfa9d074613" /><Relationship Type="http://schemas.openxmlformats.org/officeDocument/2006/relationships/notesMaster" Target="/ppt/notesMasters/notesMaster1.xml" Id="Rba7d14f3101340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b72924dc4c4e59" /><Relationship Type="http://schemas.openxmlformats.org/officeDocument/2006/relationships/notesMaster" Target="/ppt/notesMasters/notesMaster1.xml" Id="Rb40a196d2be64c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d3ad1bde7c444c" /><Relationship Type="http://schemas.openxmlformats.org/officeDocument/2006/relationships/notesMaster" Target="/ppt/notesMasters/notesMaster1.xml" Id="R6158adc5a94a4f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054110fa664d07" /><Relationship Type="http://schemas.openxmlformats.org/officeDocument/2006/relationships/notesMaster" Target="/ppt/notesMasters/notesMaster1.xml" Id="Rf78721d0cd8d42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a4986db0c842f8" /><Relationship Type="http://schemas.openxmlformats.org/officeDocument/2006/relationships/notesMaster" Target="/ppt/notesMasters/notesMaster1.xml" Id="Rb69d3a3f825545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88cc5297a7453a" /><Relationship Type="http://schemas.openxmlformats.org/officeDocument/2006/relationships/notesMaster" Target="/ppt/notesMasters/notesMaster1.xml" Id="R582b8823388049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Hoy vamos a trabajar sobre Evidencia de calidad según riesgo y atributos en tensión.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Quiero empezar con una pregunta. ¿Qué evidencia alcanza para sostener la calidad cuando confiabilidad, seguridad, accesibilidad, desempeño y capacidad de cambio no pueden maximizarse al mismo tiempo?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Tómense un minuto para responder con sus propias palabras. No busquen una definición perfecta ni traten de adivinar qué respuesta espero. Anoten qué creen ahora y qué dato les falta para estar más seguros.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¿Calidad para qué uso y población? ¿Qué daño se intenta evitar?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 vamos a comparar las respuestas. Si aparecen posiciones distintas, esa diferencia nos va a servir para reconocer los supuestos con los que cada uno llegó al encuentro.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empezar con una primera toma de posición.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rechazan frases como “es robusto” hasta que aparezcan población, situación y respuesta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primera respuesta funciona como una referencia. Más adelante podremos ver si cambió y por qué.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daño se intenta evitar? ¿Qué prueba distingue las explicaciones?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Cuando todos hayan dejado una posición visible, seguimos.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Ahora vamos a poner en común lo que cada uno vio y a comparar diferencias.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formula estímulo, ambiente, artefacto, respuesta y medida para tres atributos.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intenten borrar el desacuerdo demasiado rápido. Una diferencia puede mostrar que estamos usando criterios distintos o mirando consecuencias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prueba distingue las explicaciones? ¿Quién define el oráculo?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continuar, quiero que cada equipo pueda señalar por lo menos una diferencia que cambiaría una decisión.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Detengámonos en la distinción que necesitamos para poder decidir mejor.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estiman severidad, probabilidad, detectabilidad y reversibilidad sin producir una cifra mágica.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necesitamos repasar toda la lectura. Vamos a usar el concepto solamente donde ayuda a interpretar lo que tenemos delante.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14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¿Quién define el oráculo? ¿Qué esconde el promedio?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Seguimos cuando la distinción pueda explicarse con un ejemplo del caso y no solamente con una definición.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esa distinción disponible, vamos a reconstruir el problema sobre un caso concreto.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Vamos a elegir pruebas, observaciones y fuentes proporcionales al riesgo y a la población.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Busquen relaciones que otra persona pueda seguir. Una afirmación gana valor cuando podemos mostrar en qué evidencia se apoya y qué decisión modifica.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20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esconde el promedio? ¿Qué concesión se acepta y revisa?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avanzar, dejen la producción en una forma que otro equipo pueda leer y revisar.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Voy a incorporar información nueva. La idea es observar si nuestra explicación resiste o necesita cambiar.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Dos resultados idénticos reciben interpretaciones distintas. El equipo explicita criterio, umbral y limitación.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Cambiar de posición frente a evidencia nueva no es un error. Es una señal de que el razonamiento permanece abierto a revisión.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16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concesión se acepta y revisa? ¿Calidad para qué uso y población?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Anoten con claridad qué cambió, qué se mantiene y qué decisión queda habilitada por la evidencia nueva.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Llegó el momento de revisar el trabajo de otro equipo con cuidado y con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media mejora y falla accesibilidad en llegadas nocturnas. Se rediseñan cobertura, muestra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Una buena objeción no reemplaza el trabajo ajeno. Señala una relación débil y propone qué observación permitiría examinarla.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¿Calidad para qué uso y población? ¿Qué daño se intenta evitar?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 revisión termina cuando la objeción señala una relación concreta y propone una prueba posible.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Vamos a defender una posición provisional y a explicar en qué evidencia se apoya.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Seguridad, desempeño, usabilidad y recuperación compiten. El equipo declara la concesión y su protección.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Sean breves y específicos. Necesitamos escuchar qué sostienen, con qué evidencia y bajo qué condición aceptarían revisar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18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daño se intenta evitar? ¿Qué prueba distingue las explicaciones?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Cada equipo cierra cuando puede sostener una decisión provisional y también puede nombrar su límite.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terminar esta secuencia, vamos a registrar qué cambió y qué pregunta queda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define qué evidencia habilitará o detendrá la liberación gobernada de N29.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registro final importa porque nos permite reconstruir el aprendizaje sin depender de la memoria del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Tenemos 8 minutos para esta parte.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Mientras trabajan, tengan presentes estas dos preguntas. ¿Qué prueba distingue las explicaciones? ¿Quién define el oráculo?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Antes de terminar, dejen por escrito qué aprendieron y qué evidencia todavía podría cambiar su posición.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Para cerrar, vuelvan por un momento a la respuesta que dieron al comienzo.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Completen estas tres frases con una idea concreta. Antes pensaba. Ahora sostengo. Todavía revisaría mi posición si apareciera determinada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hace falta mostrar una conclusión definitiva. Lo importante es poder explicar qué cambió, qué produjo ese cambio y qué pregunta sigue abierta.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 resultado que buscamos hoy es este. Cada equipo entrega un argumento de calidad HH-28 con reclamos, riesgos, evidencias, tensiones y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Dejen ese registro por escrito. Va a ser el punto de partida para el próximo encuentro y una huella del recorrido que estamos construyendo.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9ce88fdb2649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e1673e2e543d5" /><Relationship Type="http://schemas.openxmlformats.org/officeDocument/2006/relationships/slideLayout" Target="/ppt/slideLayouts/slideLayout1.xml" Id="R6b58077715dc47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58077715dc47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0e34ca80c48e5" /><Relationship Type="http://schemas.openxmlformats.org/officeDocument/2006/relationships/notesSlide" Target="/ppt/notesSlides/notesSlide1.xml" Id="R6e2fc07ab141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4e9948fa140b9" /><Relationship Type="http://schemas.openxmlformats.org/officeDocument/2006/relationships/notesSlide" Target="/ppt/notesSlides/notesSlide2.xml" Id="R2c6157eb86b540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1e22f2fcf4921" /><Relationship Type="http://schemas.openxmlformats.org/officeDocument/2006/relationships/notesSlide" Target="/ppt/notesSlides/notesSlide3.xml" Id="Rc2148a427d7644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924e94094d3f" /><Relationship Type="http://schemas.openxmlformats.org/officeDocument/2006/relationships/notesSlide" Target="/ppt/notesSlides/notesSlide4.xml" Id="Rfaf1faa30be645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ba85433f649ca" /><Relationship Type="http://schemas.openxmlformats.org/officeDocument/2006/relationships/notesSlide" Target="/ppt/notesSlides/notesSlide5.xml" Id="Rcb5c5b63d60047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cfb36580b4fb7" /><Relationship Type="http://schemas.openxmlformats.org/officeDocument/2006/relationships/notesSlide" Target="/ppt/notesSlides/notesSlide6.xml" Id="Rf50298f846bc4b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0ee85cc8a488c" /><Relationship Type="http://schemas.openxmlformats.org/officeDocument/2006/relationships/notesSlide" Target="/ppt/notesSlides/notesSlide7.xml" Id="R02335ceeaafa4d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75867d7474efd" /><Relationship Type="http://schemas.openxmlformats.org/officeDocument/2006/relationships/notesSlide" Target="/ppt/notesSlides/notesSlide8.xml" Id="R3799762fd7e244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4d86948374690" /><Relationship Type="http://schemas.openxmlformats.org/officeDocument/2006/relationships/notesSlide" Target="/ppt/notesSlides/notesSlide9.xml" Id="R323af56d05be46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962b5464f420b" /><Relationship Type="http://schemas.openxmlformats.org/officeDocument/2006/relationships/notesSlide" Target="/ppt/notesSlides/notesSlide10.xml" Id="R4f1a1df6056045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0DC45-9950-4715-81CD-12B19176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C53C-5C80-448A-84BB-67F024BF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529CF-1AE2-4BF1-B708-B124F15B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AAAB71-31A2-4867-AAC9-311954D8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CD177-0F02-4C4E-86F2-D08AE9EC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8D9FF-6979-4E25-9809-878D292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558A9-9621-4C09-82E1-126B119E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9D77ED-A272-4222-A29A-BDCF6943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5109B-13AE-4D4C-AE37-58E27F6E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0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de calidad según riesgo y atributos en tensión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8E28D-1F62-4565-8493-7ADBDA91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evidencia alcanza para sostener la calidad cuando confiabilidad, seguridad, accesibilidad, desempeño y capacidad de cambio no pueden maximizarse al mismo tiempo?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8D63A-08C4-44C2-96C6-09211F4D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414BA3-4629-463C-870A-BE9D61E2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928623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C0C69-5113-4524-8F85-7DE2886A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9D9F-0D47-415D-9F04-42D43FB9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D8D737-E98D-4D30-BC13-B8211CC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7468A-8B63-4997-9EC5-6EF463B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6858A-D85B-40B7-98F0-897BD8BC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4EF27-BA81-4A61-BCAB-E137D06C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612DD-D23E-4FE4-B497-FDF22B5B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EF3D9-2D33-4A4C-B2DB-3B4BC85B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Tribunal de reclamos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E489C-14BC-474D-8D60-BE5645B9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F0C9D3-2C56-4762-B968-D2E32DA3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D9E2F-C3FC-41EB-A464-5F76B7ED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rechazan frases como “es robusto” hasta que aparezcan población, situación y respuesta observable.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6DFA9-54BC-45FB-80DC-A9B71E79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1E16C-3FDA-428D-A5B0-D167A5A3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DDCAD0-8513-4E87-AA30-474B8877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64F6E-4409-4277-AF63-EF8DC1AE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3F65C-F825-4DE3-B0D4-9138F469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E0E26-0EAB-4A83-B7C9-8128B12D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2EFAE-481A-4FEC-A048-E31C0486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E904AC-CD16-450E-8812-916CDD0C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E2E24E-8AEB-4812-BDA8-744D30AB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B5E4D6-B2B5-4190-AE9C-1246CF9F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482967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ACD0E1-E14A-400C-9361-0A1FD0E9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F96FA-0116-4344-A2F8-84E7386E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C4B24-CA94-4FE2-B867-7B4AA956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D978E-73FA-46EB-AA59-1B4586CA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6EEBA-050F-4DDB-A55E-32731C73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6D24F-216C-4EEA-B571-DE3E6EDF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21A7E-75A5-4D21-82C9-71A926C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E85AF-E458-4072-9173-4A8C7707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Construcción de escenarios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269547-751B-4C8D-827D-9A9A142B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EE614-57EF-46E3-ABC4-81B6C4EF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A1B44-782B-4B90-8D5B-973F4B8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formula estímulo, ambiente, artefacto, respuesta y medida para tres atributos.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EF628-3148-41B8-9733-93A7C745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43D1E-BCB9-40D1-B5FD-03AF3686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411C3-D24B-4E4F-9E61-88CC4796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5901D-B6B1-4F04-B513-C4CAAF51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469318-98D5-4A5B-8C7C-DBC8277E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46540-DFCC-4C00-A818-36F78ED9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86683-4EB2-460E-A527-C74636C7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5A100-CFB6-46F5-B4A7-9C58A1AE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EA584-0E5F-4FB7-B696-BD089C40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7D10B8-72B1-4FF2-A8AE-42F52CD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739B1C-E4C4-4DFE-B741-223CF9D2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EAFCD-F387-4856-BA22-7D60D194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1744815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88437-7748-45CD-8264-CFD8D75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88E7A-3CC8-4D80-BCD4-A9740863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267BB-4CAB-41F4-B528-6CB743B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9B4A3-C961-409F-80C6-1B0C033A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F73C4-3F9B-4BAE-B389-2A5B6B74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F2FE8-9DC5-474F-ABF0-33872B58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136162-3594-4D42-9193-3E6CB987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8631A3-1D3A-492F-9622-8CB8E97D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Mapa de daño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6D1B4-6329-42F5-B8CC-7B2461AA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69627-E4A8-486A-B47E-1A03FD6B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6CCE4F-7D85-48DB-B454-909EEB77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estiman severidad, probabilidad, detectabilidad y reversibilidad sin producir una cifra mágica.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B25FC-2FA9-4233-9A30-CF802F38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D630A-3FD6-43CC-9C13-64AD5C01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D8DA3-7117-484E-878E-59A45BD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3790BC-DE5C-4FFE-BE18-C4F5CF85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00927-AD9B-4614-8291-7847EB5C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5CC71A-6DC8-49B2-A374-4102BD42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4398961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6790AE-7375-4D7C-99F1-6CF60003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A1FB27-8146-4CD8-97A8-2C9F0023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4BB5D-5420-4BBE-9369-30BD064B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EE453-DB23-4905-B5F1-9EF8BE9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96AAA-3470-4AE7-BF64-5A9203AB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686B9-C034-4A52-B286-B7B16B18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4F0D3-B7DC-489E-A17A-CC3DDDA7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9E603E-CFCD-47F3-8D03-3B5ADCAA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Diseño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16529-DD95-496C-AD2A-ED02CB22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BF068F-3A8D-4711-9B8C-75EF0E66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273CF-8567-468C-AFAF-34656189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eligen pruebas, observaciones y fuentes proporcionales al riesgo y a la población.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368B89-C5F9-46E0-85B2-5DA052A7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1C257-281E-48D4-A859-4E545FBF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DECE9-08CB-4773-8188-22C32653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71104-9B78-45EC-87E6-657CE9428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395B1-D76C-4126-987C-D0D6BF69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4A052-387A-4103-9CF4-14C5BCC9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8D8F9-D1B1-4193-9309-1BD34BBB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9C77B9-2894-40D7-AA4F-B7FD3209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DADF10-A965-4906-B56C-064F405B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8E0EE7-77EE-4E60-B75C-A023D434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2C6F2-FDA2-4F69-A4CD-A4716B5B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639788-EFF6-4BEA-A92F-63F4B538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88379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6E96A-B244-4B52-88A3-903D70DF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6A469-5249-4CD9-8E0F-C6B262E2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39357-231A-47B7-9A3A-C92FAF20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B3E4B-8A79-409D-84B1-C813E8AF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118DF-0E69-4B5E-B45D-2BAED873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A8D4E-E3AB-42D6-BA86-9A289A32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161D0B-475C-4551-8A0C-5F256C14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17D70-90D9-4A69-BE79-40BCFE6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Juicio de oráculos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582C0-60F6-418D-9320-59E298E2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4645E-C918-4C06-99B0-CCC7D92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B4137-BE1F-49C4-97EA-977EB297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6785C8-A29C-4646-AF04-F1EAC08C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2EDA1-8294-4B60-8EEE-6AB55F5F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Oráculos en conflicto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83249C-E6E7-4E42-B18F-4FC6FBC3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Dos resultados idénticos reciben interpretaciones distintas. El equipo explicita criterio, umbral y limitación.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43BB8C-7EDB-4E8A-B1E1-0EF8E64B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E1E85-3677-4635-9061-907909D1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16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2128600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EA7D04-CB86-4187-82EC-92C9A940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B75DB2-DB9B-4EAC-B7B5-80F0021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087C0C-8ED3-4139-BC90-00515815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B72CDE-35A9-4708-9ABE-8064FEBD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A5C3D-7AC4-483D-A982-304840DD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ED8E5-C31E-4E32-B1C2-2B6FE019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D4A6A-77A6-4FD3-AF34-56DEFBC0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6F38B-5D23-48F7-B8C4-7C36E52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Población invisible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4966A-4B65-489A-AE1C-556A5A18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80D2A-48DB-44F5-96B0-DEE13C06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C4AA6-41A6-4B8D-B13D-728D9C18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27090D-596C-4012-8F7F-A3AC1C2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6F5CD-C396-4446-AFBD-9AF76C822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media mejora y falla accesibilidad en llegadas nocturnas. Se rediseñan cobertura, muestra y decisión.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454BDB-D983-4BF4-BB17-24F2571E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98043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0DC25A-7D04-4263-A257-40E30A32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B6E7A-3095-49BE-85A8-2F293527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1819-9021-43B0-A115-09ED85F3F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DD7F8-650B-44D5-BB38-BC193E39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BC401-4DBB-4FFE-AFE3-AB56B51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4076B-C616-4C67-A07E-8AF553EA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B6903-4A33-49B2-A699-18E81A3D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E59A0-00A0-4821-84CD-488F7BB0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Audiencia de atributos en tensión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FE5C7-CB21-4C99-9BB1-1089CB9F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EB34F-407E-45D2-AB90-095D6883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1648A-4D7C-46AF-8CCD-B5E2DA0A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Seguridad, desempeño, usabilidad y recuperación compiten. El equipo declara la concesión y su protección.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62644-BE42-4F94-A602-C6843EAC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BADC8-90D8-4AA2-B572-9C156C5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17FD9-4A43-4E20-9072-1162B972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C783F-2816-416A-AE88-8A510AA8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6E1C4-6AA9-4BDC-9C99-EB995E6C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CC74E6-6E81-49B5-9FA3-2F644D4A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710FF-E014-4FFB-AA2F-B74A00FE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160BE1-7BCB-4DEF-8607-751C3D65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27047-4A71-4D88-A4E4-61E7E2FB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07F96D-9AB8-41CB-9F0E-976CAB68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3C90B-2529-4345-8F48-41E458FC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7AD58C-D5E7-4A89-A563-CFE3523E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941065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1D68A-75F1-4031-8094-19016988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5DAE7-A016-4EC3-AABD-729ECA19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701A17-5FA3-4A26-87A6-5F5BD4F9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64B194-CC00-45B0-80D1-C5D390F5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EFBF8-B577-4491-8F21-EEC0EDF49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EE6CC-476A-4982-9C5D-C8363B5F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F1DB5-C2A5-4198-ADC5-A16BA409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7C5264-4DD4-42E1-ADDB-B21E8B82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1B46A-980F-43C6-89F2-A65AF5F0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04762-D8CD-4588-BF4D-BA469C84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56F21-8E14-4648-BC67-45ADE6C8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define qué evidencia habilitará o detendrá la liberación gobernada de N29.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2EE11B-D732-4BBE-99A0-F081D0E2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4CE68-FB9A-4AD6-895A-6E0AE776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B08EE-8D12-4ADA-B443-CEFA38E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96918-FE0A-47C7-B64E-AC2E30F6B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5E6DA-8C49-4B70-B9F1-4CD1F247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08476D-95FB-4E12-980E-057C5E54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5D108-693B-467E-82BD-FAA60332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B3F07-8C44-49DA-A3F4-3C870CC4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8AAE86-4AFC-410F-BBA6-7E3B877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5DAB7-8FA0-447D-BBDE-107B2336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ECFAF5-59BD-468A-BBDB-EDF896D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7F4FF-AAD1-4FB2-A612-3E19051A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517524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C61B9-DBA9-4E3B-A4C9-04F2C28F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71007-A41D-4ABE-9B7B-B7305E4A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9C5AE3-9B6D-4079-8A76-1C0FE6D1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B92ED-6607-4DAE-B1C0-7BC31325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11E3B-1FD9-48A8-8E64-0B5A485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864B31-6CCE-4428-9783-EDFF1DF3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91D6E-87CC-45E2-B130-D4F00319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B8824-9FB1-486B-8753-28FDD00C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9E51E-29BB-4275-BFD7-23DDF704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18D36-5514-44D7-8B04-ED918331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7DDF7-A2DA-4BF5-9E1D-5485BD89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E1468-3CF2-4972-BF9F-C333FCB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46BED8-57BD-43A5-8F7F-D5012677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0A60B-06FA-45ED-BF5A-D8F5C3C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FABC9-AD79-43B5-951B-DE4D06F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argumento de calidad HH-28 con reclamos, riesgos, evidencias, tensiones y decisión.</a:t>
            </a:r>
          </a:p>
        </p:txBody>
      </p:sp>
    </p:spTree>
    <p:extLst>
      <p:ext uri="{BB962C8B-B14F-4D97-AF65-F5344CB8AC3E}">
        <p14:creationId xmlns:p14="http://schemas.microsoft.com/office/powerpoint/2010/main" val="2093542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2026-09-15T15:47:25.1900000Z</dcterms:created>
  <dcterms:modified xsi:type="dcterms:W3CDTF">2026-09-15T15:47:25.1900000Z</dcterms:modified>
</coreProperties>
</file>