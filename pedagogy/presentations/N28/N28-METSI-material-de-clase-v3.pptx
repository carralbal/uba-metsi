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3337d0d0c34576" /><Relationship Type="http://schemas.openxmlformats.org/officeDocument/2006/relationships/extended-properties" Target="/docProps/app.xml" Id="Rba88a5605877454c" /><Relationship Type="http://schemas.openxmlformats.org/officeDocument/2006/relationships/officeDocument" Target="/ppt/presentation.xml" Id="R84828ce5e0d643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84431975f8426b"/>
  </p:sldMasterIdLst>
  <p:notesMasterIdLst>
    <p:notesMasterId xmlns:r="http://schemas.openxmlformats.org/officeDocument/2006/relationships" r:id="R3572e54ff81343e1"/>
  </p:notesMasterIdLst>
  <p:sldIdLst>
    <p:sldId xmlns:r="http://schemas.openxmlformats.org/officeDocument/2006/relationships" id="256" r:id="Rbdd3e3ad71ba474f"/>
    <p:sldId xmlns:r="http://schemas.openxmlformats.org/officeDocument/2006/relationships" id="257" r:id="Ra48d5300273b494a"/>
    <p:sldId xmlns:r="http://schemas.openxmlformats.org/officeDocument/2006/relationships" id="258" r:id="R1e1cd1c57905410d"/>
    <p:sldId xmlns:r="http://schemas.openxmlformats.org/officeDocument/2006/relationships" id="259" r:id="Rf07387e6b2f443b6"/>
    <p:sldId xmlns:r="http://schemas.openxmlformats.org/officeDocument/2006/relationships" id="260" r:id="Re4f1a095dc0e4fca"/>
    <p:sldId xmlns:r="http://schemas.openxmlformats.org/officeDocument/2006/relationships" id="261" r:id="R963e1429543e45bc"/>
    <p:sldId xmlns:r="http://schemas.openxmlformats.org/officeDocument/2006/relationships" id="262" r:id="R93d976f640844919"/>
    <p:sldId xmlns:r="http://schemas.openxmlformats.org/officeDocument/2006/relationships" id="263" r:id="Re2b9425ef05649f8"/>
    <p:sldId xmlns:r="http://schemas.openxmlformats.org/officeDocument/2006/relationships" id="264" r:id="R507d1bdde61240c2"/>
    <p:sldId xmlns:r="http://schemas.openxmlformats.org/officeDocument/2006/relationships" id="265" r:id="R95eba4b9973c49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f631d4090c419c" /><Relationship Type="http://schemas.openxmlformats.org/officeDocument/2006/relationships/slideMaster" Target="/ppt/slideMasters/slideMaster1.xml" Id="Rdb84431975f8426b" /><Relationship Type="http://schemas.openxmlformats.org/officeDocument/2006/relationships/notesMaster" Target="/ppt/notesMasters/notesMaster1.xml" Id="R3572e54ff81343e1" /><Relationship Type="http://schemas.openxmlformats.org/officeDocument/2006/relationships/presProps" Target="/ppt/presProps.xml" Id="R36db8c35450342be" /><Relationship Type="http://schemas.openxmlformats.org/officeDocument/2006/relationships/tableStyles" Target="/ppt/tableStyles.xml" Id="R4fd87678dc34459e" /><Relationship Type="http://schemas.openxmlformats.org/officeDocument/2006/relationships/slide" Target="/ppt/slides/slide1.xml" Id="Rbdd3e3ad71ba474f" /><Relationship Type="http://schemas.openxmlformats.org/officeDocument/2006/relationships/slide" Target="/ppt/slides/slide2.xml" Id="Ra48d5300273b494a" /><Relationship Type="http://schemas.openxmlformats.org/officeDocument/2006/relationships/slide" Target="/ppt/slides/slide3.xml" Id="R1e1cd1c57905410d" /><Relationship Type="http://schemas.openxmlformats.org/officeDocument/2006/relationships/slide" Target="/ppt/slides/slide4.xml" Id="Rf07387e6b2f443b6" /><Relationship Type="http://schemas.openxmlformats.org/officeDocument/2006/relationships/slide" Target="/ppt/slides/slide5.xml" Id="Re4f1a095dc0e4fca" /><Relationship Type="http://schemas.openxmlformats.org/officeDocument/2006/relationships/slide" Target="/ppt/slides/slide6.xml" Id="R963e1429543e45bc" /><Relationship Type="http://schemas.openxmlformats.org/officeDocument/2006/relationships/slide" Target="/ppt/slides/slide7.xml" Id="R93d976f640844919" /><Relationship Type="http://schemas.openxmlformats.org/officeDocument/2006/relationships/slide" Target="/ppt/slides/slide8.xml" Id="Re2b9425ef05649f8" /><Relationship Type="http://schemas.openxmlformats.org/officeDocument/2006/relationships/slide" Target="/ppt/slides/slide9.xml" Id="R507d1bdde61240c2" /><Relationship Type="http://schemas.openxmlformats.org/officeDocument/2006/relationships/slide" Target="/ppt/slides/slide10.xml" Id="R95eba4b9973c49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c112698f9246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2374b4df374372" /><Relationship Type="http://schemas.openxmlformats.org/officeDocument/2006/relationships/notesMaster" Target="/ppt/notesMasters/notesMaster1.xml" Id="Rb237489c7d474f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92618ca0fc4685" /><Relationship Type="http://schemas.openxmlformats.org/officeDocument/2006/relationships/notesMaster" Target="/ppt/notesMasters/notesMaster1.xml" Id="R779bff54426a4d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2fbeebcc67412f" /><Relationship Type="http://schemas.openxmlformats.org/officeDocument/2006/relationships/notesMaster" Target="/ppt/notesMasters/notesMaster1.xml" Id="R290884252f40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fb65c924bd4ddc" /><Relationship Type="http://schemas.openxmlformats.org/officeDocument/2006/relationships/notesMaster" Target="/ppt/notesMasters/notesMaster1.xml" Id="Re0f79474ff7d41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f8d62abe14d88" /><Relationship Type="http://schemas.openxmlformats.org/officeDocument/2006/relationships/notesMaster" Target="/ppt/notesMasters/notesMaster1.xml" Id="R8c4fb180e34c46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9c01008f6b47d8" /><Relationship Type="http://schemas.openxmlformats.org/officeDocument/2006/relationships/notesMaster" Target="/ppt/notesMasters/notesMaster1.xml" Id="R137021540cb940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d56781e9384622" /><Relationship Type="http://schemas.openxmlformats.org/officeDocument/2006/relationships/notesMaster" Target="/ppt/notesMasters/notesMaster1.xml" Id="R36b5d6e230c14d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d0f68bf5a24d9d" /><Relationship Type="http://schemas.openxmlformats.org/officeDocument/2006/relationships/notesMaster" Target="/ppt/notesMasters/notesMaster1.xml" Id="R72dd10aa1d1040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3981216a374da4" /><Relationship Type="http://schemas.openxmlformats.org/officeDocument/2006/relationships/notesMaster" Target="/ppt/notesMasters/notesMaster1.xml" Id="R5e703eb4855341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688db2358f4acf" /><Relationship Type="http://schemas.openxmlformats.org/officeDocument/2006/relationships/notesMaster" Target="/ppt/notesMasters/notesMaster1.xml" Id="R27c96dfb63d744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qué significa bueno para quién.</a:t>
            </a:r>
          </a:p>
          <a:p xmlns:a="http://schemas.openxmlformats.org/drawingml/2006/main">
            <a:r>
              <a:t>Señal para avanzar: Aparece población y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argumento de calidad que vincule atributos, escenarios, riesgos, poblaciones y evidencia suficiente.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¿Calidad para qué uso y población?</a:t>
            </a:r>
          </a:p>
          <a:p xmlns:a="http://schemas.openxmlformats.org/drawingml/2006/main">
            <a:r>
              <a:t>• ¿Qué daño se intenta evitar?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Reclamo vago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Tribunal de reclamos · 10 minutos</a:t>
            </a:r>
          </a:p>
          <a:p xmlns:a="http://schemas.openxmlformats.org/drawingml/2006/main">
            <a:r>
              <a:t>Se rechazan frases como “es robusto” hasta que aparezcan población, situación y respuesta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escenario observable.</a:t>
            </a:r>
          </a:p>
          <a:p xmlns:a="http://schemas.openxmlformats.org/drawingml/2006/main">
            <a:r>
              <a:t>Señal para avanzar: La frase puede probarse.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argumento de calidad que vincule atributos, escenarios, riesgos, poblaciones y evidencia suficiente.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daño se intenta evitar?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Anatomía del escenario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Construcción de escenarios · 16 minutos</a:t>
            </a:r>
          </a:p>
          <a:p xmlns:a="http://schemas.openxmlformats.org/drawingml/2006/main">
            <a:r>
              <a:t>Cada equipo formula estímulo, ambiente, artefacto, respuesta y medida para tres atributos.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Nombrar estímulo, ambiente y respuesta.</a:t>
            </a:r>
          </a:p>
          <a:p xmlns:a="http://schemas.openxmlformats.org/drawingml/2006/main">
            <a:r>
              <a:t>Señal para avanzar: Hay medida situada.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argumento de calidad que vincule atributos, escenarios, riesgos, poblaciones y evidencia suficiente.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>• ¿Qué esconde el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Mapa de daño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Mapa de daño · 14 minutos</a:t>
            </a:r>
          </a:p>
          <a:p xmlns:a="http://schemas.openxmlformats.org/drawingml/2006/main">
            <a:r>
              <a:t>Se estiman severidad, probabilidad, detectabilidad y reversibilidad sin producir una cifra mágica.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severidad y probabilidad.</a:t>
            </a:r>
          </a:p>
          <a:p xmlns:a="http://schemas.openxmlformats.org/drawingml/2006/main">
            <a:r>
              <a:t>Señal para avanzar: El riesgo guía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argumento de calidad que vincule atributos, escenarios, riesgos, poblaciones y evidencia suficiente.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>• ¿Qué esconde el promedio?</a:t>
            </a:r>
          </a:p>
          <a:p xmlns:a="http://schemas.openxmlformats.org/drawingml/2006/main">
            <a:r>
              <a:t>• ¿Qué concesión se acepta y revisa?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Cartera de pruebas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Diseño de evidencia · 20 minutos</a:t>
            </a:r>
          </a:p>
          <a:p xmlns:a="http://schemas.openxmlformats.org/drawingml/2006/main">
            <a:r>
              <a:t>Se eligen pruebas, observaciones y fuentes proporcionales al riesgo y a la población.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Justificar cada fuente.</a:t>
            </a:r>
          </a:p>
          <a:p xmlns:a="http://schemas.openxmlformats.org/drawingml/2006/main">
            <a:r>
              <a:t>Señal para avanzar: La cobertura responde a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argumento de calidad que vincule atributos, escenarios, riesgos, poblaciones y evidencia suficiente.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esconde el promedio?</a:t>
            </a:r>
          </a:p>
          <a:p xmlns:a="http://schemas.openxmlformats.org/drawingml/2006/main">
            <a:r>
              <a:t>• ¿Qué concesión se acepta y revisa?</a:t>
            </a:r>
          </a:p>
          <a:p xmlns:a="http://schemas.openxmlformats.org/drawingml/2006/main">
            <a:r>
              <a:t>• ¿Calidad para qué uso y población?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Oráculos en conflicto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Juicio de oráculos · 16 minutos</a:t>
            </a:r>
          </a:p>
          <a:p xmlns:a="http://schemas.openxmlformats.org/drawingml/2006/main">
            <a:r>
              <a:t>Dos resultados idénticos reciben interpretaciones distintas. El equipo explicita criterio, umbral y limitación.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Hacer visible el criterio.</a:t>
            </a:r>
          </a:p>
          <a:p xmlns:a="http://schemas.openxmlformats.org/drawingml/2006/main">
            <a:r>
              <a:t>Señal para avanzar: El umbral no es implícito.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argumento de calidad que vincule atributos, escenarios, riesgos, poblaciones y evidencia suficiente.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concesión se acepta y revisa?</a:t>
            </a:r>
          </a:p>
          <a:p xmlns:a="http://schemas.openxmlformats.org/drawingml/2006/main">
            <a:r>
              <a:t>• ¿Calidad para qué uso y población?</a:t>
            </a:r>
          </a:p>
          <a:p xmlns:a="http://schemas.openxmlformats.org/drawingml/2006/main">
            <a:r>
              <a:t>• ¿Qué daño se intenta evitar?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Población invisible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Población invisible · 18 minutos</a:t>
            </a:r>
          </a:p>
          <a:p xmlns:a="http://schemas.openxmlformats.org/drawingml/2006/main">
            <a:r>
              <a:t>La media mejora y falla accesibilidad en llegadas nocturnas. Se rediseñan cobertura, muestra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Desagregar promedio.</a:t>
            </a:r>
          </a:p>
          <a:p xmlns:a="http://schemas.openxmlformats.org/drawingml/2006/main">
            <a:r>
              <a:t>Señal para avanzar: Se corrige muestra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argumento de calidad que vincule atributos, escenarios, riesgos, poblaciones y evidencia suficiente.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¿Calidad para qué uso y población?</a:t>
            </a:r>
          </a:p>
          <a:p xmlns:a="http://schemas.openxmlformats.org/drawingml/2006/main">
            <a:r>
              <a:t>• ¿Qué daño se intenta evitar?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Tensión entre atributos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Audiencia de atributos en tensión · 18 minutos</a:t>
            </a:r>
          </a:p>
          <a:p xmlns:a="http://schemas.openxmlformats.org/drawingml/2006/main">
            <a:r>
              <a:t>Seguridad, desempeño, usabilidad y recuperación compiten. El equipo declara la concesión y su protección.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Prohibir una solución perfecta.</a:t>
            </a:r>
          </a:p>
          <a:p xmlns:a="http://schemas.openxmlformats.org/drawingml/2006/main">
            <a:r>
              <a:t>Señal para avanzar: Se declara concesión protegida.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argumento de calidad que vincule atributos, escenarios, riesgos, poblaciones y evidencia suficiente.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daño se intenta evitar?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Argumento HH-28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Se define qué evidencia habilitará o detendrá la liberación gobernada de N29.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riesgo residual.</a:t>
            </a:r>
          </a:p>
          <a:p xmlns:a="http://schemas.openxmlformats.org/drawingml/2006/main">
            <a:r>
              <a:t>Señal para avanzar: La aprobación es limitada.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argumento de calidad que vincule atributos, escenarios, riesgos, poblaciones y evidencia suficiente.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>• ¿Qué esconde el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Traducir evidencia en puerta.</a:t>
            </a:r>
          </a:p>
          <a:p xmlns:a="http://schemas.openxmlformats.org/drawingml/2006/main">
            <a:r>
              <a:t>Señal para avanzar: Hay criterio de liberar o detener.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argumento de calidad que vincule atributos, escenarios, riesgos, poblaciones y evidencia suficiente.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>• ¿Qué esconde el promedio?</a:t>
            </a:r>
          </a:p>
          <a:p xmlns:a="http://schemas.openxmlformats.org/drawingml/2006/main">
            <a:r>
              <a:t>• ¿Qué concesión se acepta y revisa?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5fc39fed444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9923854d3b446a" /><Relationship Type="http://schemas.openxmlformats.org/officeDocument/2006/relationships/slideLayout" Target="/ppt/slideLayouts/slideLayout1.xml" Id="R24e9256326904b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e9256326904b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1c7db2d054ffc" /><Relationship Type="http://schemas.openxmlformats.org/officeDocument/2006/relationships/notesSlide" Target="/ppt/notesSlides/notesSlide1.xml" Id="R2fb1a1dfc9d64c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717f010bc438d" /><Relationship Type="http://schemas.openxmlformats.org/officeDocument/2006/relationships/notesSlide" Target="/ppt/notesSlides/notesSlide2.xml" Id="R6de2cb750aeb4c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05775b4874ee6" /><Relationship Type="http://schemas.openxmlformats.org/officeDocument/2006/relationships/notesSlide" Target="/ppt/notesSlides/notesSlide3.xml" Id="Rb02eb62e5d2349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23b8072ac4290" /><Relationship Type="http://schemas.openxmlformats.org/officeDocument/2006/relationships/notesSlide" Target="/ppt/notesSlides/notesSlide4.xml" Id="R44b258126fca44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6406fcb224b68" /><Relationship Type="http://schemas.openxmlformats.org/officeDocument/2006/relationships/notesSlide" Target="/ppt/notesSlides/notesSlide5.xml" Id="Re990af082eb94f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c6fe09aeb442f" /><Relationship Type="http://schemas.openxmlformats.org/officeDocument/2006/relationships/notesSlide" Target="/ppt/notesSlides/notesSlide6.xml" Id="Rda85fd69983f43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069bedc594112" /><Relationship Type="http://schemas.openxmlformats.org/officeDocument/2006/relationships/notesSlide" Target="/ppt/notesSlides/notesSlide7.xml" Id="Rb66460884b7a45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5db02a0b444a0" /><Relationship Type="http://schemas.openxmlformats.org/officeDocument/2006/relationships/notesSlide" Target="/ppt/notesSlides/notesSlide8.xml" Id="R416799dd7d204a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4871542b74a22" /><Relationship Type="http://schemas.openxmlformats.org/officeDocument/2006/relationships/notesSlide" Target="/ppt/notesSlides/notesSlide9.xml" Id="Rcddba14694c148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ab1c77e304b0a" /><Relationship Type="http://schemas.openxmlformats.org/officeDocument/2006/relationships/notesSlide" Target="/ppt/notesSlides/notesSlide10.xml" Id="R8cd2ccbf4a7b48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77D6C-FBB9-49C3-9ADA-89226F1A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97F75-EDC3-4570-9F3F-58BE6EE4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CB6F9-DF3B-459D-8C0C-73A03A6B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D3659-0543-4643-A980-9A6342DE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23423-8A25-4E1E-9179-48B81BF1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991E7-2A16-430F-89A9-E186F26D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B0790-3B2D-456E-AEEF-38FA0D3D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2C33F-F802-4233-B97E-69EE29C3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2C7DB-32B4-448F-9575-E62A3B4A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03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de calidad según riesgo y atributos en tensión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5C353-8BBE-444F-991B-B421CB04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evidencia alcanza para sostener la calidad cuando confiabilidad, seguridad, accesibilidad, desempeño y capacidad de cambio no pueden maximizarse al mismo tiempo?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52BE6-BC33-463C-BF92-FCE88C92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56F1D-3AF8-4362-B305-AE1A329B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893284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F19A6-4D41-4275-86D8-05436CF1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890B1-F5A4-414C-93FF-33254C04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AF328-8F51-4B2F-9F3F-56B03AF9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54D80-FFB5-40CB-907C-448BA6D2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2D380-B961-4DF2-9A27-085DAFE3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8360D-E27C-4644-8B0F-E4C66ED8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A4F54-E642-4BAD-B523-07EBD16D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A07C3-05BD-499B-8758-D5854DC1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Tribunal de reclamos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A8096-AFFF-4485-8A04-542A16A8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6AFEC-B1AE-406C-BBB8-3C9D1DCA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EF400-F537-4B5D-9214-6FF0E56B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rechazan frases como “es robusto” hasta que aparezcan población, situación y respuesta observable.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EB762-A8DA-4544-93CE-D7A2C652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30182-B914-48D3-8A64-4549272C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A867F-0590-4999-B0D8-4E28F6B1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CDF44-FB7D-4E49-8BE6-52F90B6C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11017-1CED-48CB-8601-9EEB1971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A21FF-2272-4C25-AB09-AAECE23C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4D4AE-D844-4EDE-8817-3695918B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F8C31-45D0-4683-BDAC-3969B872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07C9B5-22F3-4DA5-A67E-4347994D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88895-F13B-450D-A19E-6BC33B3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430028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FA24C-112E-4789-8ED0-37F0E1F8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483F6-9E0E-4C84-B2A7-71E2C4BD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57C29-2F82-4626-8045-4D54C9BB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F78CB-AEDA-451C-A032-205DCC58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8ADC1-199E-425C-BB78-24F31F7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0CF69-4977-4691-BB23-1C78242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D894E-DDFA-4860-869D-B89C2482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A2581-D81F-4E2C-ADE4-B9A3BCE5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Construcción de escenarios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BA221-0BA9-42B1-99D5-5DDC034E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7491C-8823-49A1-A848-D1B62DD0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A6262-93A8-4E6B-B76F-0EC82653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formula estímulo, ambiente, artefacto, respuesta y medida para tres atributos.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0B7F1-97F0-4D13-B25E-DACB60D4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A1930-A12F-41C0-82ED-37FB5392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D693F-60E9-4C3C-8D60-116964C4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5D66F-54FD-4C32-9EC5-C9E7410F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F78A0-3611-4EA9-AD37-D277990E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F67B5-F254-4F6D-9FE3-A8F26D58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6632A-E688-47DA-B950-E0739F78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7516A-802F-4513-B589-2766BBC7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DCDF4-BD8C-4898-A460-46E21274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83F56-00C3-48A4-9FC5-7D35832E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29E04-2FEB-4DEB-A9D9-9A8B1FE2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EAC59-EC46-49D2-8E7F-C6161AE1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025968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F4E2F-5756-4AD6-B781-E28D3F1E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98641-A83F-45C2-AF59-4FB4C2B2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82DD5-421F-475D-B206-76B5ED3B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7D041-B8D3-48AE-9B85-C3687661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19BDD-C8CF-4FD2-9638-C5E705FE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A91C6-9FCC-4C62-AD7D-53600FA9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71949-4E48-4951-8BEF-A021C267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CEAE4-82A8-40F2-AAFC-CDDC98EA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Mapa de daño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AEA97-4EE3-4DD2-B267-AE49A404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EC81F-5761-4F3B-80D8-428CFEF4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0EB64-B594-4759-A327-33B8F11F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estiman severidad, probabilidad, detectabilidad y reversibilidad sin producir una cifra mágica.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7C8C8-3759-46FB-BF3C-78E4A1A4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BFB4E-FD5B-4998-AC22-4F612328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2B995-05F3-4CA0-ACA9-1CCE5C69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B0359-708B-4D3D-8301-0C69501B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5D16F-F8B2-4558-A620-DD041043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E5D65-7FA3-4579-BE13-119BDAD5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755709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93666A-CF68-449C-AB02-C3D5DE11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72D82-CE19-4D35-BB8F-8F18398C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13F15-1585-44CD-AD42-C4B88FDB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DDD45-2727-4D5A-B5BA-210969EB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22C6C-D23F-4D32-8C1C-E789FD6C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04FA4-6A7A-4058-9AB6-321EC5B8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3DBAB-5E60-4BD8-BF94-83333529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FCBF2-DC20-4FD5-B6B1-A0ADAEDE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Diseño de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18D40-B79D-4FD3-8F07-4094B26E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7C1C9-E4FE-4231-9C11-4734A829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BC4FB-EC1B-4EFC-A284-0D995B14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eligen pruebas, observaciones y fuentes proporcionales al riesgo y a la población.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A95AD-B10B-4A05-AD31-03F546BC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DD8A6-5A93-439A-9D94-04B92B5B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07C32-D6D6-4BA2-9811-BA712CDB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D7443-EFE3-449A-A774-AA82D5DF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4A3A2-89C0-4D0E-A2DC-EAA771AC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39940-999E-4FB2-9A0A-7A5CAAD1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4F0C5-79DC-425E-83C3-612330AE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D2E75-744F-453E-8673-00AD1C6D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3DC0C-F890-4840-92CF-3D076C17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89CF7-9C11-41BB-94A9-9DDAF1F6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C636E-9245-4253-8A59-6FC6BB29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9A5B9-8637-45C0-874B-53CE1DAA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03602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AE942-5160-4FC2-96D8-4D011F94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65D86-6A35-47D0-A0F5-BDBF9B60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9A9E8-0F9F-45E8-9E01-59ED189A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60B1A-727F-49FA-B047-D06BC3ED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1E6F1-9752-4703-B4B1-E2BFEA4D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9D63A-EB32-4E7E-A13E-5BAB6E71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49C51-D5CC-4A4D-9223-E37A81C0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308A0-9D1D-4302-9B13-73164B0F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Juicio de oráculos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53A36-B53F-474C-8721-02D768DB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46954-4733-4646-AB65-B6835BEA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D05AA-9B1C-49BA-9289-EBA1908F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74D19-A155-4EC5-AEEA-6E69F40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09F63-72C1-434B-954C-0E6B6E5E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Oráculos en conflicto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3B12A-E162-4D8B-97B2-1DDD7EFC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Dos resultados idénticos reciben interpretaciones distintas. El equipo explicita criterio, umbral y limitación.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2149F-1E41-431B-B998-1D48453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B007D-8835-4057-88EA-85929EB9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16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6577557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6241F-6734-4F27-A720-C26FBCDC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DE293-B30C-4A70-B35D-29D42CF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5439C-2C6F-4FBF-8DC9-984D26CC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E988F-3EAB-4FA2-8A94-FE6F1D7E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031AC-17CA-48DB-B4DF-A69A9DC3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C39D2-6A17-4AE1-9F61-94D35E8B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23C25-EB3B-47DE-9F4D-3D5A87C8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28832-EADA-4CDD-94AF-AF04511E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Población invisible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A8F1C-B5DF-4454-AE82-81C2EDF0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7B70E-1A37-40A5-AFC5-8E6F0E3D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28639-EB7E-443F-8D23-B44AD313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E9989-C30E-4C8E-AFBB-832B38FC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3B889-9B46-4A11-BD25-04C9F50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 media mejora y falla accesibilidad en llegadas nocturnas. Se rediseñan cobertura, muestra y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28ADD-77ED-4BAE-9D34-25BB36E4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4959485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899A9-AE89-496F-9742-EDE97D3F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76325-3551-4581-8112-C85C3F99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3A627-FCAB-4E28-A549-5AEFBC85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37FC1-2DE0-49D3-9701-314FAE2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735D2-E3A2-4C02-8EEE-E9950B0F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EF5E9-A74D-48BF-A7D6-4F7F602D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2932C-565E-4944-A70F-6460BD2D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6D25B-F574-4DDF-8216-37E5114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atributos en tensión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D019A-EC5B-451E-A64F-BDFB6A71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64A81-5562-41C2-8E93-95195B13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D6283-F4F4-4A60-8BDE-7A6A5F46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Seguridad, desempeño, usabilidad y recuperación compiten. El equipo declara la concesión y su protección.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E6315-FF76-4614-8F92-F651D578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576E6-5576-4162-A437-00982778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10D40-BD90-4120-82C0-4D69F441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BE83E-120F-4D9D-BC26-76252A87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D6BDC-5A40-47DD-BF17-6705D12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6CA26-FDB3-4B49-946C-0D768B33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CAD3B-093A-449C-9212-ED6D3B3E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9F362-9E9B-409E-B240-802A8DCA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7FE95-E695-45D1-A6D2-55BF9808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412B6-B024-4259-8377-AFDBBA85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25A80-43F0-4F19-840C-A0ACF91B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1B4B3-4F1E-4DDE-B889-60CA86BB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09248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C1008-2619-4DFD-A2D5-38DCBF1E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B8855-B6EC-4724-8E97-CF26F9EC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446F6-4AE1-49E3-9645-C5CA990C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CD484-86FE-456B-ABAE-1CC18718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362C0-C4E7-4F93-B8E9-D81952D5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4D1EB-9CFA-4982-A49D-CE07EC0F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74F64-3BCA-45B2-8510-0443A29C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7B63A-18FF-4496-ACFF-A21A306E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E97DF-430B-4641-9E56-BDF57920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54779-BEDE-45C0-B211-32D9EB17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C41AD-1291-4FA4-927E-EDF640DA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define qué evidencia habilitará o detendrá la liberación gobernada de N29.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BA4CB-8809-44D1-8668-CE2DA437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82B52-88C8-4F6F-AD74-01B6D2E4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21568-E5CB-40AF-9542-C077C9F5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20271-E774-49CF-A1C0-33B99CE7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19A36-E6AE-408A-AE13-FB822397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C04E3-9988-42BA-BE73-EAF4E9A4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6F6C9F-3CA7-4668-BE3B-92B0D910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06813-EF81-4B87-B764-FBE63320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D1B0D-2080-4DC0-8700-445D592E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71E84-C9BB-4694-BFBF-6F8D3D3B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31E5C-D215-4E6C-A58A-3821CA89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FE378-781E-4BAA-91A8-24FA0E1B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62902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E1BE8-FCAA-484B-9E58-BD46E863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8E4C0-3C86-4DAF-9C02-D6D5C790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7FD4C-BDAE-4761-B8D8-1BE43BDE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F27C8-D0E2-4341-A8D9-2914D47D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B2C16-E69F-4CAB-B030-3208D1B9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D0664-2019-457B-BD89-DC61E4A9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41401-053C-44A4-9C27-A9823938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CFD0D-D106-4957-A1E1-9DDA9ED4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49DC2-67EC-4643-BF81-90EE8587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54FE0-688A-4B20-9F93-585F1951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89848-CD5F-4B4F-B72E-F1CD1AD5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B6AAA-14FE-43E8-9935-CCF6523A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49F5E-9863-497A-BCC0-C07C9237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6C178-C653-4869-BAD9-44EDC1F7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72322-D31D-4D8E-A2C9-6A8EADE7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argumento de calidad HH-28 con reclamos, riesgos, evidencias, tensiones y decisión.</a:t>
            </a:r>
          </a:p>
        </p:txBody>
      </p:sp>
    </p:spTree>
    <p:extLst>
      <p:ext uri="{BB962C8B-B14F-4D97-AF65-F5344CB8AC3E}">
        <p14:creationId xmlns:p14="http://schemas.microsoft.com/office/powerpoint/2010/main" val="1923494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2026-09-14T03:54:48.4140000Z</dcterms:created>
  <dcterms:modified xsi:type="dcterms:W3CDTF">2026-09-14T03:54:48.4140000Z</dcterms:modified>
</coreProperties>
</file>