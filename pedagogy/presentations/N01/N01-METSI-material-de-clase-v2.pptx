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90a00d28df40d9" /><Relationship Type="http://schemas.openxmlformats.org/officeDocument/2006/relationships/extended-properties" Target="/docProps/app.xml" Id="R187ed0cd6a3a4f76" /><Relationship Type="http://schemas.openxmlformats.org/officeDocument/2006/relationships/officeDocument" Target="/ppt/presentation.xml" Id="R7fd194f84c5c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c879a9dee940b7"/>
  </p:sldMasterIdLst>
  <p:notesMasterIdLst>
    <p:notesMasterId xmlns:r="http://schemas.openxmlformats.org/officeDocument/2006/relationships" r:id="R2377d3bd477c4bc8"/>
  </p:notesMasterIdLst>
  <p:sldIdLst>
    <p:sldId xmlns:r="http://schemas.openxmlformats.org/officeDocument/2006/relationships" id="256" r:id="Rbe477870fe554572"/>
    <p:sldId xmlns:r="http://schemas.openxmlformats.org/officeDocument/2006/relationships" id="257" r:id="R6722505da8104760"/>
    <p:sldId xmlns:r="http://schemas.openxmlformats.org/officeDocument/2006/relationships" id="258" r:id="Rc9bdd8d9432e4b9a"/>
    <p:sldId xmlns:r="http://schemas.openxmlformats.org/officeDocument/2006/relationships" id="259" r:id="Rffa0dfdce8034d1d"/>
    <p:sldId xmlns:r="http://schemas.openxmlformats.org/officeDocument/2006/relationships" id="260" r:id="R9733112ee14048d7"/>
    <p:sldId xmlns:r="http://schemas.openxmlformats.org/officeDocument/2006/relationships" id="261" r:id="Rab63a99b8cc248cf"/>
    <p:sldId xmlns:r="http://schemas.openxmlformats.org/officeDocument/2006/relationships" id="262" r:id="R29d5f968e39f485f"/>
    <p:sldId xmlns:r="http://schemas.openxmlformats.org/officeDocument/2006/relationships" id="263" r:id="R827b14f774c142a1"/>
    <p:sldId xmlns:r="http://schemas.openxmlformats.org/officeDocument/2006/relationships" id="264" r:id="Rde58613633594578"/>
    <p:sldId xmlns:r="http://schemas.openxmlformats.org/officeDocument/2006/relationships" id="265" r:id="R25c5da0213e84b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85cbe1b244e5d" /><Relationship Type="http://schemas.openxmlformats.org/officeDocument/2006/relationships/slideMaster" Target="/ppt/slideMasters/slideMaster1.xml" Id="Rfdc879a9dee940b7" /><Relationship Type="http://schemas.openxmlformats.org/officeDocument/2006/relationships/notesMaster" Target="/ppt/notesMasters/notesMaster1.xml" Id="R2377d3bd477c4bc8" /><Relationship Type="http://schemas.openxmlformats.org/officeDocument/2006/relationships/presProps" Target="/ppt/presProps.xml" Id="Rd57598733b8f4594" /><Relationship Type="http://schemas.openxmlformats.org/officeDocument/2006/relationships/tableStyles" Target="/ppt/tableStyles.xml" Id="R95946b136dc84cf8" /><Relationship Type="http://schemas.openxmlformats.org/officeDocument/2006/relationships/slide" Target="/ppt/slides/slide1.xml" Id="Rbe477870fe554572" /><Relationship Type="http://schemas.openxmlformats.org/officeDocument/2006/relationships/slide" Target="/ppt/slides/slide2.xml" Id="R6722505da8104760" /><Relationship Type="http://schemas.openxmlformats.org/officeDocument/2006/relationships/slide" Target="/ppt/slides/slide3.xml" Id="Rc9bdd8d9432e4b9a" /><Relationship Type="http://schemas.openxmlformats.org/officeDocument/2006/relationships/slide" Target="/ppt/slides/slide4.xml" Id="Rffa0dfdce8034d1d" /><Relationship Type="http://schemas.openxmlformats.org/officeDocument/2006/relationships/slide" Target="/ppt/slides/slide5.xml" Id="R9733112ee14048d7" /><Relationship Type="http://schemas.openxmlformats.org/officeDocument/2006/relationships/slide" Target="/ppt/slides/slide6.xml" Id="Rab63a99b8cc248cf" /><Relationship Type="http://schemas.openxmlformats.org/officeDocument/2006/relationships/slide" Target="/ppt/slides/slide7.xml" Id="R29d5f968e39f485f" /><Relationship Type="http://schemas.openxmlformats.org/officeDocument/2006/relationships/slide" Target="/ppt/slides/slide8.xml" Id="R827b14f774c142a1" /><Relationship Type="http://schemas.openxmlformats.org/officeDocument/2006/relationships/slide" Target="/ppt/slides/slide9.xml" Id="Rde58613633594578" /><Relationship Type="http://schemas.openxmlformats.org/officeDocument/2006/relationships/slide" Target="/ppt/slides/slide10.xml" Id="R25c5da0213e8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ad5df2178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f061fc224441d" /><Relationship Type="http://schemas.openxmlformats.org/officeDocument/2006/relationships/notesMaster" Target="/ppt/notesMasters/notesMaster1.xml" Id="Rd6dbe3903ae241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8bd4439a7d481b" /><Relationship Type="http://schemas.openxmlformats.org/officeDocument/2006/relationships/notesMaster" Target="/ppt/notesMasters/notesMaster1.xml" Id="R84d9c7ded300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8628082fb24356" /><Relationship Type="http://schemas.openxmlformats.org/officeDocument/2006/relationships/notesMaster" Target="/ppt/notesMasters/notesMaster1.xml" Id="Rc2b6c64832d340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97e3ffbc24629" /><Relationship Type="http://schemas.openxmlformats.org/officeDocument/2006/relationships/notesMaster" Target="/ppt/notesMasters/notesMaster1.xml" Id="Ra4dff1883cf240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abcc9a45454f7f" /><Relationship Type="http://schemas.openxmlformats.org/officeDocument/2006/relationships/notesMaster" Target="/ppt/notesMasters/notesMaster1.xml" Id="R626a321fb1cb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efa71dd2d7477b" /><Relationship Type="http://schemas.openxmlformats.org/officeDocument/2006/relationships/notesMaster" Target="/ppt/notesMasters/notesMaster1.xml" Id="R0af11ce767a248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13a533d2a4835" /><Relationship Type="http://schemas.openxmlformats.org/officeDocument/2006/relationships/notesMaster" Target="/ppt/notesMasters/notesMaster1.xml" Id="R242186654ded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760667bbe4a58" /><Relationship Type="http://schemas.openxmlformats.org/officeDocument/2006/relationships/notesMaster" Target="/ppt/notesMasters/notesMaster1.xml" Id="Rd8f85546ea1f4b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095b5fae84d62" /><Relationship Type="http://schemas.openxmlformats.org/officeDocument/2006/relationships/notesMaster" Target="/ppt/notesMasters/notesMaster1.xml" Id="R4dcb086bcb4146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783d6855364f28" /><Relationship Type="http://schemas.openxmlformats.org/officeDocument/2006/relationships/notesMaster" Target="/ppt/notesMasters/notesMaster1.xml" Id="Rfbbf893c13a9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respuesta antes de explicar. Registrar palabras usadas para nombrar el problema.</a:t>
            </a:r>
          </a:p>
          <a:p xmlns:a="http://schemas.openxmlformats.org/drawingml/2006/main">
            <a:r>
              <a:t>Señal para avanzar: Existe diversidad real de respuestas.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¿Comprar el PMS ahora? Sí, no o todavía 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aceptar una opción sin razón y evidencia faltante.</a:t>
            </a:r>
          </a:p>
          <a:p xmlns:a="http://schemas.openxmlformats.org/drawingml/2006/main">
            <a:r>
              <a:t>Señal para avanzar: Todas las personas tomaron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columnas: pedido, problema, solución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Ubicar ejemplos aportados por el grupo. No corregir todavía los casos ambiguos.</a:t>
            </a:r>
          </a:p>
          <a:p xmlns:a="http://schemas.openxmlformats.org/drawingml/2006/main">
            <a:r>
              <a:t>Señal para avanzar: Aparecen al menos dos clasificaciones discutibles.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HH-01 anónimos y contrastantes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diferencia cambia una decisión. Evitar elegir el más prolijo.</a:t>
            </a:r>
          </a:p>
          <a:p xmlns:a="http://schemas.openxmlformats.org/drawingml/2006/main">
            <a:r>
              <a:t>Señal para avanzar: El grupo identifica una consecuencia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metodológica en cuatro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sólo las confusiones observadas. Conectar incertidumbre y decisión.</a:t>
            </a:r>
          </a:p>
          <a:p xmlns:a="http://schemas.openxmlformats.org/drawingml/2006/main">
            <a:r>
              <a:t>Señal para avanzar: Los equipos pueden aplicarla a su memo.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Plantilla HH-01 vacía y reloj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el producto no es un diagnóstico. Circular y preguntar qué evidencia adversa aceptarían.</a:t>
            </a:r>
          </a:p>
          <a:p xmlns:a="http://schemas.openxmlformats.org/drawingml/2006/main">
            <a:r>
              <a:t>Señal para avanzar: Cada equipo completa los siete campos.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nueva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Entregar dos piezas por equipo. No anticipar cuál explicación debe ganar.</a:t>
            </a:r>
          </a:p>
          <a:p xmlns:a="http://schemas.openxmlformats.org/drawingml/2006/main">
            <a:r>
              <a:t>Señal para avanzar: El equipo registra una revisión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Protocolo de objeción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campo citado, relación débil y prueba propuesta.</a:t>
            </a:r>
          </a:p>
          <a:p xmlns:a="http://schemas.openxmlformats.org/drawingml/2006/main">
            <a:r>
              <a:t>Señal para avanzar: La devolución puede usarse para modificar el memo.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Defensa en cuatro frases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Cortar exposiciones descriptivas. Pedir decisión, límite y condición de revisión.</a:t>
            </a:r>
          </a:p>
          <a:p xmlns:a="http://schemas.openxmlformats.org/drawingml/2006/main">
            <a:r>
              <a:t>Señal para avanzar: Cada equipo sostiene una posición revisable.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Antes pensaba, ahora sostengo y puente a N02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Dar silencio individual. Pedir qué quedó fuera del sistema analizado sin desarrollar N02.</a:t>
            </a:r>
          </a:p>
          <a:p xmlns:a="http://schemas.openxmlformats.org/drawingml/2006/main">
            <a:r>
              <a:t>Señal para avanzar: Cada persona deja una huella y una pregunta sobre frontera y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9406939b348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5eb753df1f420d" /><Relationship Type="http://schemas.openxmlformats.org/officeDocument/2006/relationships/slideLayout" Target="/ppt/slideLayouts/slideLayout1.xml" Id="R358c8acc308c45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c8acc308c45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bc0273f514db8" /><Relationship Type="http://schemas.openxmlformats.org/officeDocument/2006/relationships/notesSlide" Target="/ppt/notesSlides/notesSlide1.xml" Id="R22c37462a5ee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690c5af924c3e" /><Relationship Type="http://schemas.openxmlformats.org/officeDocument/2006/relationships/notesSlide" Target="/ppt/notesSlides/notesSlide2.xml" Id="R2d76383c36b3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982faf51b46f6" /><Relationship Type="http://schemas.openxmlformats.org/officeDocument/2006/relationships/notesSlide" Target="/ppt/notesSlides/notesSlide3.xml" Id="R447fd2a452fc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f266a02794927" /><Relationship Type="http://schemas.openxmlformats.org/officeDocument/2006/relationships/notesSlide" Target="/ppt/notesSlides/notesSlide4.xml" Id="Rbea1a620c25c4c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f2e1ea5fd481e" /><Relationship Type="http://schemas.openxmlformats.org/officeDocument/2006/relationships/notesSlide" Target="/ppt/notesSlides/notesSlide5.xml" Id="R693b0bd168d44c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03cc380f04846" /><Relationship Type="http://schemas.openxmlformats.org/officeDocument/2006/relationships/notesSlide" Target="/ppt/notesSlides/notesSlide6.xml" Id="Rbc380c4a7a944c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3c80ee0514979" /><Relationship Type="http://schemas.openxmlformats.org/officeDocument/2006/relationships/notesSlide" Target="/ppt/notesSlides/notesSlide7.xml" Id="Rbe9ea46904044f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dae5c89204675" /><Relationship Type="http://schemas.openxmlformats.org/officeDocument/2006/relationships/notesSlide" Target="/ppt/notesSlides/notesSlide8.xml" Id="R84bced85efe445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ade4a51d9491e" /><Relationship Type="http://schemas.openxmlformats.org/officeDocument/2006/relationships/notesSlide" Target="/ppt/notesSlides/notesSlide9.xml" Id="R6b9effc303554d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bd29361946ea" /><Relationship Type="http://schemas.openxmlformats.org/officeDocument/2006/relationships/notesSlide" Target="/ppt/notesSlides/notesSlide10.xml" Id="R5f903a9286a94e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93F17-4498-4610-B4E7-78D7998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0D119-47C8-402F-8234-C262E4AE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9031D-6949-4B32-8F8D-E9E59D6C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FBC50-DEBD-4741-B654-68F90C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F0DD4-8195-49B5-90EC-D9766A60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2229F-0180-4F6D-8F46-45797F78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E1E51-12F1-48C4-A4A4-C65B5759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CDBE0-897E-47D2-8A70-4B58B469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AE51-B66B-4620-BDB4-96C2AF2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¿Para qué sirve una metodología si ninguna secuencia de pasos puede garantizar que comprendamos el problema ni que la intervención produzca el resultado esperado?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90924-E0BE-4917-838C-9003AFC4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3D60A-166C-49AD-A2A4-CF0ED617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96205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01C48-033F-418C-84BC-90300DF7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B3325-1C3C-4977-A327-9A15DF8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668A7-B8D1-4F9D-B9AB-0042557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44A99-A65E-47E0-877B-30441BD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74AFE-20F5-476C-9D48-0FC42DD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36CC8-4C47-46BC-91D4-686B2D81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81F12-567A-42D3-B07F-0720D9CD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5BB8C-8C19-4D89-B955-AE7957A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¿Comprar el PMS ahora? Sí, no o todavía 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EAFBB-3869-4D31-B88E-85FFAC90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920E8-722C-4A60-820F-4C7B646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F8BD-C131-4238-8D29-91EA4C95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FDC17-E3E7-467F-B219-4DCF7DC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B9651-055D-494D-AA74-3D914B7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D8B0A-5570-435C-822B-D09DB85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D4A2A-0080-4340-80AF-D8F87C74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00E2C-5D35-45CA-AAF5-5647346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1C2FE-1AB2-49B4-94C0-8A1C883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6B290-E83F-4C3A-B2AB-49C9C75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953205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E3F8D-0D00-4567-8B5B-109C05E2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2EC5A-B28B-4CDD-ADF0-2DD47CE0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E4BE0-3E60-4312-99DB-A0A4F2D8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43DB1-754E-4E1B-A955-07AF434C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A1EEB-6475-417C-9652-41477B4E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835AE-EDC7-41C9-932F-9D527D26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15FEB-5229-42CA-B360-60AAEAAC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B183F-B24B-40D9-A802-5260708A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columnas: pedido, problema, solución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7F03C-157A-44F8-9651-164EB0C1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95277-6231-4040-B9B8-70FF9340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73B3D-E71A-45EB-B753-C42EB67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pedido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BA96D-B85A-4FB7-8FC9-4A15D7C6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F276C-82FA-422C-A104-FDB8258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3B533-418F-4121-96A2-C7D2E711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3900A-0844-4DBC-83C0-2BCC6A6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problema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3B2D5-E4E8-45FA-997E-19E78FC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682E4-7278-4676-A829-0874527D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8EC3E-B9F8-4234-8EAB-F527E6A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B9DEB-B602-40F3-A5E7-90A544B3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solución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FD72D-DD00-41EE-A193-8E4EC800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887529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876FE-4E74-4EAB-BDB5-3ED04EF8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4381D-FDF6-4710-A70C-3D9140B3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3A66-E1DE-4310-8D10-ECE90AD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E7171-9088-4531-BEA6-5A157D5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8C4F1-A703-490A-A995-2C202DF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A9CE0-8488-4C3C-ADE2-836AD42A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F9720-4166-47D1-88D8-7631827D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DFA48-A1F3-4D55-BC8F-F4DCFEF7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HH-01 anónimos y contrastantes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4B994-01C6-45AF-AF3E-837D1DF4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B7592-8976-40E8-B82E-FECC19A4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DB329-7899-449E-B593-CFB135F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DE5C8-DE36-43EF-9079-6345305D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84E37-0EF9-40F0-B6E0-B4335DEC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56DA1-FDFC-4522-9F65-709658AC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786629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CB5B3-AA43-436F-A35B-FF6F61A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1C778-7314-4F60-8833-93B28AF3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6D7D9-BBD3-4720-92D7-2A9CCAAB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6B6A-966C-459C-905E-0614F89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652B0-F31A-4F9F-B953-25F06DC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00C9-795C-480F-AB26-A8A42726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6E37-47DA-4D6D-8971-F6A49A0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A22C0-D42E-49B8-970E-9D7C148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metodológica en cuatro preguntas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8A825-CC01-4394-8756-5E92A3E2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0D79E-F9D1-49FF-8F7E-D6BE6F28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32632-166F-44DF-BA2C-2E30BEA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3771A-56D2-4435-BBB1-D0330C27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63C17-1343-4B82-8C8C-7FE67552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E9A48-D83F-4E99-807F-32DFCA37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DCB20-52E5-4E0D-BB54-38BE9B72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E0309-1945-459A-A345-26E56A1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D6F04-3F8B-434E-96FF-91AE3F09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85972-5ACE-4EBA-B38A-5A15F3D6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71548-0379-4C9F-912F-23F3F5F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6862B-8FC5-4BAD-9CFC-90512AEF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18194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F860E-EAD5-48A0-8E2D-8F162DBA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EE2A0-B05D-4A4B-A42B-C1A802B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E82B1-DA8D-4732-9E18-E6056CB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F5C78-B46C-4E4C-9859-FA53ECA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61FD4-DAA7-4968-8FD9-27628A4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05C39-D2C7-477C-9146-F7254068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A3B12-7EB8-4B02-9869-DB4C6B6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E876C-740A-44B8-B6A7-334D5EC6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Plantilla HH-01 vacía y reloj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13415-4647-47B9-945A-29073ECA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ADB50-0208-411A-AE59-780AAE94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BDA5D-ECF9-4019-B325-E3925A0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B2021-99C5-4EB7-AAA7-B8676AD9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EE6ED-0540-4298-B529-83F0359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000F1-0E4A-42F8-8F44-7DA865CD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699882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5599D-2B2F-4D97-B532-8C7FE8C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DE336-C373-4DF2-9503-DA6C807B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96087-9B45-4178-BCF3-8B51F88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C024D-4034-4C4C-BB05-30044675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42F5E-F499-46B2-B97A-3D4BA190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C28DB-7737-476A-8A1B-12E73F5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179C9-EC0F-485C-9B7D-B35C14FD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73ED2-8E49-4318-8B75-D3006F02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Evidencia nueva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C5AC0-D194-4EA9-B9BB-A41D9D7D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A31D1-7B6F-4636-A4F4-77C2D5C0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85F39-BE26-4AFA-8CBC-8227D407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51116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2DF98-57B9-4C02-B30A-4ACE4EAB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AE9DD-B9B2-49C9-AE98-A16B0674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6E58D-F205-4588-AEA5-DC5E56E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6CAB1-C1D8-4020-8EB2-2570C07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41CFE-2699-42F2-A128-63624CB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1D471-98E3-4ACA-8081-BC0FBA3C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A02A3-ACE4-45F6-8453-4D11238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432B8-4C78-4F29-93CB-B59297C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Protocolo de objeción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65858-E50F-4CE9-A2AE-03EF3077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ACB65-44CA-4F54-81C4-B69B36A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3D290-D152-4542-9842-4282AD3E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55661-A83C-45BA-B4A6-B2D11F7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4D47D-7A76-4A65-AF8D-6C43F2A2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5F074-690F-4122-9D44-25F27B01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653E2-3F09-40CD-8FB3-1C883B21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32455-A1A5-472E-85C0-B860AD87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089B1-0C63-477B-ACFA-339B7A77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C38FF-0459-44A2-A2BC-6FA5A22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C2867-EAEB-4871-B9C4-250B7ACD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592A9-0274-4BFD-96D9-4BD7422E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47053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5C9FB-C3AC-4EA2-90D1-62C5B65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6EB8F-380F-44D4-A98F-84CFF515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7C285-8969-42FC-B832-1081A078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83C15-E9A2-41B6-9B1D-69525A9D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04B64-F43A-4E53-84B4-9688B941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9B5AA-AD7E-4750-9079-6A12A642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0CF33-72F6-457E-8C8B-CB4CC326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7C93E-AD43-4DC9-A34F-00E3BEE9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en cuatro frases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8F2A6-EBFD-4F52-9AAC-199D260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A76A3-F699-4642-B6CC-74515CBB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0FECD-94EE-4FE9-AD33-E359B19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65641-1176-4BD7-9349-155A30D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C4993-A3B7-421D-ABCC-47294751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D3047-79A6-47DB-8158-EF28C0D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17173-3261-407F-8B4C-FB6447D4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C1F02-35AD-4F4A-B0EA-F676FE6F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0AF49-D565-47BC-BDCE-A71BA3D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16EF5-0A1B-4EBF-9D29-217B0C6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B0BF4-FFAF-4A8C-9BB7-A6FF377E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778B8-C487-457D-8885-276E71C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21512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31F00-D441-4652-8C77-E2407D06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1C90-C32F-4636-A973-4E87C4D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9E91F-3075-4323-B8D0-8354AC12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AC4A7-4424-4EA3-B290-3E66308E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02A36-F650-4050-84FC-CF4EF728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5FD74-FF37-411D-9CD2-C9D3832F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491B7-5192-47FB-94CD-8BB29AF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7477B-8E51-43E5-B9F8-C0BBA4D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Antes pensaba, ahora sostengo y puente a N02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4BA03-DA5F-4609-B4F7-A9EE336A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5397B-427D-44F5-9D7C-3085E030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D5858-327A-4886-83A8-E696EB6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A438D-52A4-47E4-826F-48E4EF1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960EE-CF13-41ED-9EE3-48FABAD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949E5-9BD5-4101-9815-1241BC7D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3ED58-5A30-40E0-BADB-8F7440A8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</p:spTree>
    <p:extLst>
      <p:ext uri="{BB962C8B-B14F-4D97-AF65-F5344CB8AC3E}">
        <p14:creationId xmlns:p14="http://schemas.microsoft.com/office/powerpoint/2010/main" val="9122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2026-09-12T16:21:08.7250000Z</dcterms:created>
  <dcterms:modified xsi:type="dcterms:W3CDTF">2026-09-12T16:21:08.7250000Z</dcterms:modified>
</coreProperties>
</file>