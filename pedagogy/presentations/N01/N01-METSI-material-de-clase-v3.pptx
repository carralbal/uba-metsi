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0566804cdc48ec" /><Relationship Type="http://schemas.openxmlformats.org/officeDocument/2006/relationships/extended-properties" Target="/docProps/app.xml" Id="R9ae85230960d43ba" /><Relationship Type="http://schemas.openxmlformats.org/officeDocument/2006/relationships/officeDocument" Target="/ppt/presentation.xml" Id="Rd3b54102b7064f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dc460b4e74a19"/>
  </p:sldMasterIdLst>
  <p:notesMasterIdLst>
    <p:notesMasterId xmlns:r="http://schemas.openxmlformats.org/officeDocument/2006/relationships" r:id="Rdfbb1a447ccb44a7"/>
  </p:notesMasterIdLst>
  <p:sldIdLst>
    <p:sldId xmlns:r="http://schemas.openxmlformats.org/officeDocument/2006/relationships" id="256" r:id="Re3f4bc83bcfc4a09"/>
    <p:sldId xmlns:r="http://schemas.openxmlformats.org/officeDocument/2006/relationships" id="257" r:id="Redb9b8a7f7244f29"/>
    <p:sldId xmlns:r="http://schemas.openxmlformats.org/officeDocument/2006/relationships" id="258" r:id="Rb556623c7abb46d5"/>
    <p:sldId xmlns:r="http://schemas.openxmlformats.org/officeDocument/2006/relationships" id="259" r:id="R07d29c8daad645ed"/>
    <p:sldId xmlns:r="http://schemas.openxmlformats.org/officeDocument/2006/relationships" id="260" r:id="Rca73c4d5617c487c"/>
    <p:sldId xmlns:r="http://schemas.openxmlformats.org/officeDocument/2006/relationships" id="261" r:id="R92509c7434cc4458"/>
    <p:sldId xmlns:r="http://schemas.openxmlformats.org/officeDocument/2006/relationships" id="262" r:id="Racafc94e4cc945b8"/>
    <p:sldId xmlns:r="http://schemas.openxmlformats.org/officeDocument/2006/relationships" id="263" r:id="Rae1581685a45425e"/>
    <p:sldId xmlns:r="http://schemas.openxmlformats.org/officeDocument/2006/relationships" id="264" r:id="R8fd53d36222842e5"/>
    <p:sldId xmlns:r="http://schemas.openxmlformats.org/officeDocument/2006/relationships" id="265" r:id="Reaab506a5a2047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a506897f34ef0" /><Relationship Type="http://schemas.openxmlformats.org/officeDocument/2006/relationships/slideMaster" Target="/ppt/slideMasters/slideMaster1.xml" Id="R83fdc460b4e74a19" /><Relationship Type="http://schemas.openxmlformats.org/officeDocument/2006/relationships/notesMaster" Target="/ppt/notesMasters/notesMaster1.xml" Id="Rdfbb1a447ccb44a7" /><Relationship Type="http://schemas.openxmlformats.org/officeDocument/2006/relationships/presProps" Target="/ppt/presProps.xml" Id="Rd36e180431a84e1e" /><Relationship Type="http://schemas.openxmlformats.org/officeDocument/2006/relationships/tableStyles" Target="/ppt/tableStyles.xml" Id="Rdeb3132746d14fe9" /><Relationship Type="http://schemas.openxmlformats.org/officeDocument/2006/relationships/slide" Target="/ppt/slides/slide1.xml" Id="Re3f4bc83bcfc4a09" /><Relationship Type="http://schemas.openxmlformats.org/officeDocument/2006/relationships/slide" Target="/ppt/slides/slide2.xml" Id="Redb9b8a7f7244f29" /><Relationship Type="http://schemas.openxmlformats.org/officeDocument/2006/relationships/slide" Target="/ppt/slides/slide3.xml" Id="Rb556623c7abb46d5" /><Relationship Type="http://schemas.openxmlformats.org/officeDocument/2006/relationships/slide" Target="/ppt/slides/slide4.xml" Id="R07d29c8daad645ed" /><Relationship Type="http://schemas.openxmlformats.org/officeDocument/2006/relationships/slide" Target="/ppt/slides/slide5.xml" Id="Rca73c4d5617c487c" /><Relationship Type="http://schemas.openxmlformats.org/officeDocument/2006/relationships/slide" Target="/ppt/slides/slide6.xml" Id="R92509c7434cc4458" /><Relationship Type="http://schemas.openxmlformats.org/officeDocument/2006/relationships/slide" Target="/ppt/slides/slide7.xml" Id="Racafc94e4cc945b8" /><Relationship Type="http://schemas.openxmlformats.org/officeDocument/2006/relationships/slide" Target="/ppt/slides/slide8.xml" Id="Rae1581685a45425e" /><Relationship Type="http://schemas.openxmlformats.org/officeDocument/2006/relationships/slide" Target="/ppt/slides/slide9.xml" Id="R8fd53d36222842e5" /><Relationship Type="http://schemas.openxmlformats.org/officeDocument/2006/relationships/slide" Target="/ppt/slides/slide10.xml" Id="Reaab506a5a2047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f0bf6a11ec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de3e33f164a6a" /><Relationship Type="http://schemas.openxmlformats.org/officeDocument/2006/relationships/notesMaster" Target="/ppt/notesMasters/notesMaster1.xml" Id="Rb8c38bfb626d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c999cf2f8c45b3" /><Relationship Type="http://schemas.openxmlformats.org/officeDocument/2006/relationships/notesMaster" Target="/ppt/notesMasters/notesMaster1.xml" Id="Rf8337146c74442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9b1ca00c2244d3" /><Relationship Type="http://schemas.openxmlformats.org/officeDocument/2006/relationships/notesMaster" Target="/ppt/notesMasters/notesMaster1.xml" Id="Rfa41d31d3b50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9d70380db74936" /><Relationship Type="http://schemas.openxmlformats.org/officeDocument/2006/relationships/notesMaster" Target="/ppt/notesMasters/notesMaster1.xml" Id="R19aa8c085f4d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08bd1bed4f4a00" /><Relationship Type="http://schemas.openxmlformats.org/officeDocument/2006/relationships/notesMaster" Target="/ppt/notesMasters/notesMaster1.xml" Id="Rb9ff997da8bb45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9f0ca70db49de" /><Relationship Type="http://schemas.openxmlformats.org/officeDocument/2006/relationships/notesMaster" Target="/ppt/notesMasters/notesMaster1.xml" Id="R9c851e1b9379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41bbccd314e37" /><Relationship Type="http://schemas.openxmlformats.org/officeDocument/2006/relationships/notesMaster" Target="/ppt/notesMasters/notesMaster1.xml" Id="R237fde9cf3df4c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25ed3869844209" /><Relationship Type="http://schemas.openxmlformats.org/officeDocument/2006/relationships/notesMaster" Target="/ppt/notesMasters/notesMaster1.xml" Id="R177860d439b3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5af0c98e564305" /><Relationship Type="http://schemas.openxmlformats.org/officeDocument/2006/relationships/notesMaster" Target="/ppt/notesMasters/notesMaster1.xml" Id="R60459b3c4b9e43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120e99f8ba4e86" /><Relationship Type="http://schemas.openxmlformats.org/officeDocument/2006/relationships/notesMaster" Target="/ppt/notesMasters/notesMaster1.xml" Id="R1c55945517c648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una respuesta antes de explicar. Registrar palabras usadas para nombrar el problema.</a:t>
            </a:r>
          </a:p>
          <a:p xmlns:a="http://schemas.openxmlformats.org/drawingml/2006/main">
            <a:r>
              <a:t>Señal para avanzar: Existe diversidad real de respuestas.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¿Comprar el PMS ahora? Sí, no o todavía 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Decisión inicial · 10 minutos</a:t>
            </a:r>
          </a:p>
          <a:p xmlns:a="http://schemas.openxmlformats.org/drawingml/2006/main">
            <a:r>
              <a:t>Consigna individual: decidir si el equipo debería iniciar ya la compra de un nuevo PMS. La respuesta sólo admite sí, no o todavía no, acompañada por una razón y una evidencia faltante. El docente releva la distribución sin debatir cuál opción es correcta.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aceptar una opción sin razón y evidencia faltante.</a:t>
            </a:r>
          </a:p>
          <a:p xmlns:a="http://schemas.openxmlformats.org/drawingml/2006/main">
            <a:r>
              <a:t>Señal para avanzar: Todas las personas tomaron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columnas: pedido, problema, solución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Comparación de encuadres · 15 minutos</a:t>
            </a:r>
          </a:p>
          <a:p xmlns:a="http://schemas.openxmlformats.org/drawingml/2006/main">
            <a:r>
              <a:t>En grupos de cuatro, cada persona comparte el campo más difícil de HH-01. El grupo identifica dos diferencias que podrían cambiar una decisión. No se permite resolverlas diciendo que falta toda la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Ubicar ejemplos aportados por el grupo. No corregir todavía los casos ambiguos.</a:t>
            </a:r>
          </a:p>
          <a:p xmlns:a="http://schemas.openxmlformats.org/drawingml/2006/main">
            <a:r>
              <a:t>Señal para avanzar: Aparecen al menos dos clasificaciones discutibles.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HH-01 anónimos y contrastantes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conceptual breve · 12 minutos</a:t>
            </a:r>
          </a:p>
          <a:p xmlns:a="http://schemas.openxmlformats.org/drawingml/2006/main">
            <a:r>
              <a:t>El docente trabaja únicamente sobre dos confusiones observadas: pedido como prueba del problema; actividad como evidencia de aprendizaje. La intervención termina con la prueba de calidad metodológica: qué incertidumbre se reduce, antes de qué decisión, mediante qué evidencia y qué resultado modificaría el camino.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diferencia cambia una decisión. Evitar elegir el más prolijo.</a:t>
            </a:r>
          </a:p>
          <a:p xmlns:a="http://schemas.openxmlformats.org/drawingml/2006/main">
            <a:r>
              <a:t>Señal para avanzar: El grupo identifica una consecuencia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metodológica en cuatro preguntas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de HH-01 · 23 minutos</a:t>
            </a:r>
          </a:p>
          <a:p xmlns:a="http://schemas.openxmlformats.org/drawingml/2006/main">
            <a:r>
              <a:t>Cada equipo produce una versión común. Debe conservar desacuerdos relevantes y declarar qué actor podría cuestionar su propósito.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sólo las confusiones observadas. Conectar incertidumbre y decisión.</a:t>
            </a:r>
          </a:p>
          <a:p xmlns:a="http://schemas.openxmlformats.org/drawingml/2006/main">
            <a:r>
              <a:t>Señal para avanzar: Los equipos pueden aplicarla a su memo.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Plantilla HH-01 vacía y reloj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· 20 minutos</a:t>
            </a:r>
          </a:p>
          <a:p xmlns:a="http://schemas.openxmlformats.org/drawingml/2006/main">
            <a:r>
              <a:t>Cada equipo recibe dos piezas de evidencia elegidas para tensionar su explicación: 1. el PMS respondió dentro del tiempo acordado durante el episodio; 2. Recepción no pudo asignar una habitación declarada limpia; 3. Comercial publicó una condición que Operaciones no había validado; 4. una persona usuaria abandonó el check-in digital por una barrera de accesibilidad; 5. el chatbot resolvió consultas simples, pero ejecutó una cancelación sin confirmar identidad; 6. la sobreventa sólo aparece en reservas provenientes de un canal externo. El equipo debe registrar qué campo de HH-01 cambia, cuál se mantiene y qué nueva acción queda autorizada.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que el producto no es un diagnóstico. Circular y preguntar qué evidencia adversa aceptarían.</a:t>
            </a:r>
          </a:p>
          <a:p xmlns:a="http://schemas.openxmlformats.org/drawingml/2006/main">
            <a:r>
              <a:t>Señal para avanzar: Cada equipo completa los siete campos.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nueva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Revisión cruzada · 18 minutos</a:t>
            </a:r>
          </a:p>
          <a:p xmlns:a="http://schemas.openxmlformats.org/drawingml/2006/main">
            <a:r>
              <a:t>Los equipos intercambian sus memos. El equipo revisor formula dos objeciones: una relación entre evidencia y decisión que todavía no se sostiene; una condición de revisión demasiado vaga o imposible de observar. La devolución debe citar el campo cuestionado y proponer una prueba, no una solución.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Entregar dos piezas por equipo. No anticipar cuál explicación debe ganar.</a:t>
            </a:r>
          </a:p>
          <a:p xmlns:a="http://schemas.openxmlformats.org/drawingml/2006/main">
            <a:r>
              <a:t>Señal para avanzar: El equipo registra una revisión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Protocolo de objeción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Defensa y decisión provisional · 15 minutos</a:t>
            </a:r>
          </a:p>
          <a:p xmlns:a="http://schemas.openxmlformats.org/drawingml/2006/main">
            <a:r>
              <a:t>Cada equipo dispone de noventa segundos para defender: el propósito de intervención; la siguiente acción autorizada; una decisión que deliberadamente permanece cerrada; la evidencia que podría cambiar su encuadre.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campo citado, relación débil y prueba propuesta.</a:t>
            </a:r>
          </a:p>
          <a:p xmlns:a="http://schemas.openxmlformats.org/drawingml/2006/main">
            <a:r>
              <a:t>Señal para avanzar: La devolución puede usarse para modificar el memo.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detener o revisar la próxima acción?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Defensa en cuatro frases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Registro individual y puente · 7 minutos</a:t>
            </a:r>
          </a:p>
          <a:p xmlns:a="http://schemas.openxmlformats.org/drawingml/2006/main">
            <a:r>
              <a:t>Cada persona completa: 1. al comienzo pensaba; 2. ahora sostengo; 3. cambié por esta evidencia u objeción; 4. todavía podría cambiar si; 5. para N02 necesito saber qué relaciones forman el sistema relevante.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Cortar exposiciones descriptivas. Pedir decisión, límite y condición de revisión.</a:t>
            </a:r>
          </a:p>
          <a:p xmlns:a="http://schemas.openxmlformats.org/drawingml/2006/main">
            <a:r>
              <a:t>Señal para avanzar: Cada equipo sostiene una posición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actor no está representado en el propósito formulado?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Antes pensaba, ahora sostengo y puente a N02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Dar silencio individual. Pedir qué quedó fuera del sistema analizado sin desarrollar N02.</a:t>
            </a:r>
          </a:p>
          <a:p xmlns:a="http://schemas.openxmlformats.org/drawingml/2006/main">
            <a:r>
              <a:t>Señal para avanzar: Cada persona deja una huella y una pregunta sobre frontera y relaciones.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al encuentro con una primera transformación del pedido de Hotel Horizonte. La tarea no consiste en resumir la lectura, sino en declarar qué todavía no se sabe y qué decisión resulta prematura.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práctica elegida reduce incertidumbre antes de decidir o justifica una decisión previa?</a:t>
            </a:r>
          </a:p>
          <a:p xmlns:a="http://schemas.openxmlformats.org/drawingml/2006/main">
            <a:r>
              <a:t>• ¿Qué dato del pedido funciona como evidencia y cuál sólo expresa una preferencia?</a:t>
            </a:r>
          </a:p>
          <a:p xmlns:a="http://schemas.openxmlformats.org/drawingml/2006/main">
            <a:r>
              <a:t>• ¿Qué tendría que ocurrir para abandonar esta explicación?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c245ce1054c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98aa285134193" /><Relationship Type="http://schemas.openxmlformats.org/officeDocument/2006/relationships/slideLayout" Target="/ppt/slideLayouts/slideLayout1.xml" Id="R22debc47a0e440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debc47a0e440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e18504e3842de" /><Relationship Type="http://schemas.openxmlformats.org/officeDocument/2006/relationships/notesSlide" Target="/ppt/notesSlides/notesSlide1.xml" Id="R5849cbda455f4b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a725ed8ac4d46" /><Relationship Type="http://schemas.openxmlformats.org/officeDocument/2006/relationships/notesSlide" Target="/ppt/notesSlides/notesSlide2.xml" Id="Rab212ee87e09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e0ae743a4d0f" /><Relationship Type="http://schemas.openxmlformats.org/officeDocument/2006/relationships/notesSlide" Target="/ppt/notesSlides/notesSlide3.xml" Id="R74de2f4d1423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10117eb4f41cb" /><Relationship Type="http://schemas.openxmlformats.org/officeDocument/2006/relationships/notesSlide" Target="/ppt/notesSlides/notesSlide4.xml" Id="Rdbf72df3a2b440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8dd5a453d480b" /><Relationship Type="http://schemas.openxmlformats.org/officeDocument/2006/relationships/notesSlide" Target="/ppt/notesSlides/notesSlide5.xml" Id="Rae1e1c0529394b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8e6acf1174245" /><Relationship Type="http://schemas.openxmlformats.org/officeDocument/2006/relationships/notesSlide" Target="/ppt/notesSlides/notesSlide6.xml" Id="Ree72b52b00cc40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b166b239e40d0" /><Relationship Type="http://schemas.openxmlformats.org/officeDocument/2006/relationships/notesSlide" Target="/ppt/notesSlides/notesSlide7.xml" Id="R4f5a2861a3ac43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60060405849ee" /><Relationship Type="http://schemas.openxmlformats.org/officeDocument/2006/relationships/notesSlide" Target="/ppt/notesSlides/notesSlide8.xml" Id="R1d507192aa3042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8a40320254b9f" /><Relationship Type="http://schemas.openxmlformats.org/officeDocument/2006/relationships/notesSlide" Target="/ppt/notesSlides/notesSlide9.xml" Id="R3cee0c55f84143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dd806a25d4441" /><Relationship Type="http://schemas.openxmlformats.org/officeDocument/2006/relationships/notesSlide" Target="/ppt/notesSlides/notesSlide10.xml" Id="R4888e372525c4c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576D5-D4F7-4DF4-BD1D-DC22042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208E0-54B3-468C-A142-553C410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1DCD4-5CCC-4E83-83D6-FAB1B67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48266-819C-474F-9522-BAAAB1D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2BE94-5BA0-4140-8D06-0DF37530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3C088-2924-4B15-B475-86366130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BEB2-B30A-4728-B634-C83C5DEB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4C375-EE72-4C7D-BC8D-7C4FD36B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0F2D4-2F9F-4C38-B601-B1489C2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sin recetas: intervenir cuando el problema todavía no está claro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11417-6BBA-4043-A290-AF814D74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¿Para qué sirve una metodología si ninguna secuencia de pasos puede garantizar que comprendamos el problema ni que la intervención produzca el resultado esperado?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82AD2-BCC9-4943-BB3D-4C1F78D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9EE1B-19E9-4414-B391-0B439B00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4067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7171D-3ABF-4A72-BFA9-167DF11E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F9D9E-CD1D-4212-BDC2-CE002B9D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4D6E4-CAF2-4502-AD6C-11824FC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DA269-8478-4945-A182-7BD29A6F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F8C77-9936-4F4A-8EA9-5DCF045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07146-E0FA-4487-BF2D-E5F5BA4E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4055A-9730-4CB2-B57B-FC87C4AE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F1B6C-F7CE-4FF9-B24E-91AE9306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2F852-87CF-4A49-A83C-42DB1D3F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50F6D-5A9E-4DA4-9291-C2FD19D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DE82A-DEEB-4DB3-9698-BDF30063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Consigna individual: decidir si el equipo debería iniciar ya la compra de un nuevo PMS. La respuesta sólo admite sí, no o todavía no, acompañada por una razón y una evidencia faltante. El docente releva la distribución sin debatir cuál opción es correcta.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72456-4E30-4045-8F45-67FE532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6C089-358B-40D4-AF5A-2BC84A17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53FD73-5852-4473-BE4C-80BE16C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2194A-9DB1-4177-B451-36F3D691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B5530-3FEC-4410-8012-6959284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B9836-DE60-42B4-B450-43B483C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A1FA8-D3AA-4B21-8A41-1D6221D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956EE5-1655-42E3-B839-BD9FFF5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5DEA2-9963-4D3D-88BE-B8FBD5AA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2F30C-C852-4544-9C1C-A819C998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586732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C3C08-B64D-46A2-96B5-8F6A4E6A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FB465-AEA3-4616-8FDF-EC20031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25575-2033-478A-94AF-DBA76FCF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29105-428F-45C1-889E-CEF33420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D9BF6-468C-46B1-B2B9-E3E7F9DB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172CB-C488-49D9-8E1B-14D9C864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EA02-0923-4EA2-8144-BE0F3668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494DB-04EB-405F-B283-ABC60309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Comparación de encuadres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1400D-136A-42BD-9F67-2F10BFB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6F79B-90C4-4F7B-8CAD-642EF77C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D0A4D-EAFF-49B6-944F-9DEE6F91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En grupos de cuatro, cada persona comparte el campo más difícil de HH-01. El grupo identifica dos diferencias que podrían cambiar una decisión. No se permite resolverlas diciendo que falta toda la información.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E568E-3B42-4023-AC48-8356CE1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C8996-AFBA-4586-B24E-15D778E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83E67-0CEA-4063-A838-D6C52A24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pedido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0FAB0-03CC-4F2A-B4C9-09F908FE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41A5B-757A-4534-8199-8EE84A0C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2C35B-2E91-4F8F-B9B4-5F30B386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1C38F-C627-419E-9122-825FBDB4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problema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0E665-63A9-4275-A55B-6A37DDE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1DDA4-C84C-49E9-A051-122DEED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EEE3EC-7E6C-4752-8E44-9610302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036F9-CD35-4632-9ABE-B6E55A8B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solución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0E4BE-5DD0-4CF1-9EB0-6ECAA76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511589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BDF31-1313-4303-BE98-F36554D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9B8E6-BBDD-4731-AC29-07BB7E8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3F047-1B6A-472A-B839-08921266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ADF6B-E4F6-42AC-9B69-F623B74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7D336-0607-44C3-A695-F6765D58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A8C3F-2A50-4088-A07E-7DF36A1E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1BCD6-E544-47CA-962F-2A0F9BB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1AD30-3055-42D6-8073-624E6B99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conceptual breve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F0FBA-E742-446A-A45B-0B6081D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D2F71-B911-4349-9E77-98E2E2C6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F0633-E5B3-4138-A4B2-4308335F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trabaja únicamente sobre dos confusiones observadas: pedido como prueba del problema; actividad como evidencia de aprendizaje. La intervención termina con la prueba de calidad metodológica: qué incertidumbre se reduce, antes de qué decisión, mediante qué evidencia y qué…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25DBE-E2B1-44D0-BB9D-8D29785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A8C73-C93F-4C45-A62F-83EE03D4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3CA4E-3939-4C37-B311-7CF9B7F2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E53C8-61F2-4B8A-A1F0-A1505D0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9AC3A-A75C-45BC-A762-53D03DE4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23B8B-3E79-4116-90F3-9CF0D4D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553308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1E5EB-E2A5-4510-B5DE-E18BF2AC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230E2-9F40-4CCC-95CE-6F727C9F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03899-C091-4329-9C36-D815552F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D1D2C-961B-4794-9513-BB399632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A102-1103-44AB-8171-4EB0B29D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A6407-2B97-45B1-88CF-D0EECFAA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9567A-8210-4A43-BC66-7BE7C966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46214-5874-479A-BF0A-DBFF2B29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 HH-01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46EB6-0FA4-41C6-8630-1C50A58E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2C863-ECE7-4F61-AFC5-EACA7645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23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C78F4-95FB-4C8C-ACB4-872C70F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produce una versión común. Debe conservar desacuerdos relevantes y declarar qué actor podría cuestionar su propósito.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368E6-6FC0-4F5D-9A81-A603C43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570D0-D168-4B69-AF85-4E32A7E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D6308-1B14-4622-8D0D-11D2F2C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DDA05-260B-4CBE-AE09-858A27E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085A2-EAE8-494C-AC0A-3B45A23B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814B8-A09D-48AE-9B1A-176EFA6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2A359-5147-4645-8AE5-3A14B691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DC40D-2E83-43ED-88ED-A9424072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19E4E-E3E8-449D-B4CA-35D2610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54064-1535-4F35-91C2-4128F336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6C79C-D576-444E-8E8A-C0ADABDD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99EAD-726D-4E39-ACB3-F33267C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1751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F9AE2-5EC1-4929-8B75-C2010931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D53BF-9012-4B59-923E-C743E52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CEAA1-B447-4CEB-96AE-D1D80475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F24ED-0E1C-44B4-ABC1-9667D0E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667CF-FA37-49DE-BB93-ECD7DC4B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40D6F-6038-45CD-8245-F8B1155C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191D4-CA11-4675-B3FF-D96F171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BF56B-DAB9-429A-BCAA-46139334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91793-CDD2-4F95-88EA-BF29581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7BF40-11E9-44E0-A420-4FDE8CA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67959-475A-48CC-B207-F0BCAB46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96611-5280-4429-9C85-24F40DEF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8CDF9-CD58-4242-BE98-A8A3A831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Plantilla HH-01 vacía y reloj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2D486-E6C1-412D-9502-C9EB6BAE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Cada equipo recibe dos piezas de evidencia elegidas para tensionar su explicación: 1. el PMS respondió dentro del tiempo acordado durante el episodio; 2. Recepción no pudo asignar una habitación declarada limpia; 3. Comercial publicó una condición que Operaciones no había validado; 4.…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FB957-955A-47F0-B992-7BCBB2E5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91BDC-7106-48BC-91E9-AC32AC93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20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181287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16612-2579-4FA1-8F80-540602BC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7BD3E-99DA-4C8B-A1A0-3C35BD51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0829E-D9E4-458D-AE37-44DC4613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21DBE-F2C7-448A-8920-CB38AE5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E6B25-7EE1-4A46-A207-1EA0458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C854D-A82D-433A-AA30-E799536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04864-6C50-402E-9D6D-C03FEEF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04E76-E63B-454C-86A8-72DABF2D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cruzada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294DF-9B61-4352-AA0B-4C3D452D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A98EC-4F6A-4F70-A649-15FAFCB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5F27F-895F-4726-9062-8476F663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9164A-CF54-42E5-81A0-1DB75C1E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B7E8E-68F3-46C6-9E44-71C556D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92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intercambian sus memos. El equipo revisor formula dos objeciones: una relación entre evidencia y decisión que todavía no se sostiene; una condición de revisión demasiado vaga o imposible de observar.…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AC1F9-D6DC-4F9E-A103-6DC45B73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1626008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8E309-2F3F-40B8-8D18-92A257EA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4774C-18C8-4B79-AF67-B9259E5F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1B86A-1D9F-498C-9CF5-8B39E7C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5C908-2D3C-42EA-8CBB-C34E665C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764DF-6E2F-4150-84A0-7D4196A4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EA98D-E4A1-46A7-A34E-E0392E10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7DD5E-7C03-4E41-952C-B5493F4C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7DACF-4033-483F-A2EC-1445F52D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y decisión provisional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1484E-336C-4BBB-9632-A4B6B7B9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6B31D-32F6-4D9D-B8AF-12940F9A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A664C-95AF-4FFD-B7C9-A414696C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dispone de noventa segundos para defender: el propósito de intervención; la siguiente acción autorizada; una decisión que deliberadamente permanece cerrada; la evidencia que podría cambiar su encuadre.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FDA1F-3D25-4E61-856B-747AA45B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B9D48-1055-44C7-8EC0-CD74B986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74A87-2FF2-451F-94FE-DFB85FCF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617AE-CF3D-40CB-94FB-61C0D28F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1E8A7-D515-4DFD-BC3D-986BABB6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F427C-CBD2-46AD-B773-DBB6BBF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2EABA-4BBB-47FA-8DC4-07769FFA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38E0C-E4EF-4F58-9114-D3A3D7DF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6C68E-ECF2-48FF-94B5-2F0D9591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46169-A069-4217-B132-FBE91A8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6BA84-0CC8-4B94-9730-49B91E7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C7B4C-8D9D-4A53-865B-98531200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30904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625BD6-1E2D-42E9-972E-C9B2DFF8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02A98-C66F-4CC9-922B-578574E3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0CDE7-814E-4D1B-9A44-3B0EB5CE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954D8-D457-4C77-9D6B-EF06E4A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1C0B7-57F4-4EEC-B62E-1777C7EB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1548F-B0F0-4310-92DA-41193DFC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5518E-E20F-4341-93F6-DA4D4744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B674F-1D6C-4E2A-962B-92095254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0E823-42A1-415C-81EF-7A4A80A3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8EE3F-F54A-448F-B7FD-54B448B9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53CD2-579C-43B2-913E-01EF2A3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completa: 1. al comienzo pensaba; 2. ahora sostengo; 3. cambié por esta evidencia u objeción; 4. todavía podría cambiar si; 5. para N02 necesito saber qué relaciones forman el sistema relevante.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2082-0293-4EDB-893A-756A680D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7C11D-75CA-4997-902E-F85D4F4B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4ECF1-F250-4221-AD90-90809ABC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16A29-9B94-43DE-A635-B52A1CCD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FD88D-5991-45B4-9AB8-FA6B91D1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BA8B4-110B-449F-9779-C93829B7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B6454-A36C-431D-8D8C-CA099901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1DF49-9771-4E86-B2C0-CAEABEBF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0F8A5-7944-47AD-9A93-E708FC4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ED1DF-DCD6-4844-8D4C-22AD08F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ADCA8-03C7-4146-ACEB-84B8963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7B03C-2A6C-4D2C-A8DE-01AA5A6D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9981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438C5-5F73-4708-AFE6-919A2D5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ED210-F7A9-4671-B8C4-8747CD3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2412-78C2-4831-B980-D6EF83B5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B34E6-F9C8-4752-9046-F2276324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B3D02-A1DC-47F8-BC04-C226FB9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09C85-6B0F-46EF-9698-18C64D84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5920C-731A-4E3D-BAAD-26A84F1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3D54E-9759-427D-9092-416A6F13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Antes pensaba, ahora sostengo y puente a N02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C4985-C3D0-45B1-8FA2-DEFD8960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65253-42B8-44F0-8364-E79400E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1C1EC-0E9C-4B25-A041-09E9745A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D9DAE-0193-4FB9-B16B-BF1980A5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F6E00-2B53-479E-AD83-60CED621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716FB-139C-42B2-A225-1526FE2A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C0806-5D5B-4A06-A6CF-989B677E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segunda versión de HH-01 capaz de distinguir pedido, propósito, incertidumbre, evidencia y autoridad. La versión debe incluir una decisión provisional y una condición concreta que pueda revisarla.</a:t>
            </a:r>
          </a:p>
        </p:txBody>
      </p:sp>
    </p:spTree>
    <p:extLst>
      <p:ext uri="{BB962C8B-B14F-4D97-AF65-F5344CB8AC3E}">
        <p14:creationId xmlns:p14="http://schemas.microsoft.com/office/powerpoint/2010/main" val="395214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2026-09-14T03:54:02.7790000Z</dcterms:created>
  <dcterms:modified xsi:type="dcterms:W3CDTF">2026-09-14T03:54:02.7790000Z</dcterms:modified>
</coreProperties>
</file>