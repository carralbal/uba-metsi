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8ed450d0440a5" /><Relationship Type="http://schemas.openxmlformats.org/officeDocument/2006/relationships/extended-properties" Target="/docProps/app.xml" Id="R11ec28b0fe68488a" /><Relationship Type="http://schemas.openxmlformats.org/officeDocument/2006/relationships/officeDocument" Target="/ppt/presentation.xml" Id="R90a1065e5da1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e0da3e2e84f69"/>
  </p:sldMasterIdLst>
  <p:notesMasterIdLst>
    <p:notesMasterId xmlns:r="http://schemas.openxmlformats.org/officeDocument/2006/relationships" r:id="Rb34853d07a5e42cd"/>
  </p:notesMasterIdLst>
  <p:sldIdLst>
    <p:sldId xmlns:r="http://schemas.openxmlformats.org/officeDocument/2006/relationships" id="256" r:id="Rbf3b220d9d0042e0"/>
    <p:sldId xmlns:r="http://schemas.openxmlformats.org/officeDocument/2006/relationships" id="257" r:id="Ra93e091d6d7a40b8"/>
    <p:sldId xmlns:r="http://schemas.openxmlformats.org/officeDocument/2006/relationships" id="258" r:id="R109760c7cd3e48ed"/>
    <p:sldId xmlns:r="http://schemas.openxmlformats.org/officeDocument/2006/relationships" id="259" r:id="R3521337585ce4603"/>
    <p:sldId xmlns:r="http://schemas.openxmlformats.org/officeDocument/2006/relationships" id="260" r:id="R92fda68da7c04e89"/>
    <p:sldId xmlns:r="http://schemas.openxmlformats.org/officeDocument/2006/relationships" id="261" r:id="R8dcf95e2728a41d4"/>
    <p:sldId xmlns:r="http://schemas.openxmlformats.org/officeDocument/2006/relationships" id="262" r:id="Rcb2f2f6bc1f04f3c"/>
    <p:sldId xmlns:r="http://schemas.openxmlformats.org/officeDocument/2006/relationships" id="263" r:id="Ra1c58c4bb1674499"/>
    <p:sldId xmlns:r="http://schemas.openxmlformats.org/officeDocument/2006/relationships" id="264" r:id="R0445a0cf26d145f0"/>
    <p:sldId xmlns:r="http://schemas.openxmlformats.org/officeDocument/2006/relationships" id="265" r:id="R7679e4f3614a44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fc9e03f39488f" /><Relationship Type="http://schemas.openxmlformats.org/officeDocument/2006/relationships/slideMaster" Target="/ppt/slideMasters/slideMaster1.xml" Id="R39be0da3e2e84f69" /><Relationship Type="http://schemas.openxmlformats.org/officeDocument/2006/relationships/notesMaster" Target="/ppt/notesMasters/notesMaster1.xml" Id="Rb34853d07a5e42cd" /><Relationship Type="http://schemas.openxmlformats.org/officeDocument/2006/relationships/presProps" Target="/ppt/presProps.xml" Id="Reec1dcfba2774a78" /><Relationship Type="http://schemas.openxmlformats.org/officeDocument/2006/relationships/tableStyles" Target="/ppt/tableStyles.xml" Id="Rb241eac05e9f44b6" /><Relationship Type="http://schemas.openxmlformats.org/officeDocument/2006/relationships/slide" Target="/ppt/slides/slide1.xml" Id="Rbf3b220d9d0042e0" /><Relationship Type="http://schemas.openxmlformats.org/officeDocument/2006/relationships/slide" Target="/ppt/slides/slide2.xml" Id="Ra93e091d6d7a40b8" /><Relationship Type="http://schemas.openxmlformats.org/officeDocument/2006/relationships/slide" Target="/ppt/slides/slide3.xml" Id="R109760c7cd3e48ed" /><Relationship Type="http://schemas.openxmlformats.org/officeDocument/2006/relationships/slide" Target="/ppt/slides/slide4.xml" Id="R3521337585ce4603" /><Relationship Type="http://schemas.openxmlformats.org/officeDocument/2006/relationships/slide" Target="/ppt/slides/slide5.xml" Id="R92fda68da7c04e89" /><Relationship Type="http://schemas.openxmlformats.org/officeDocument/2006/relationships/slide" Target="/ppt/slides/slide6.xml" Id="R8dcf95e2728a41d4" /><Relationship Type="http://schemas.openxmlformats.org/officeDocument/2006/relationships/slide" Target="/ppt/slides/slide7.xml" Id="Rcb2f2f6bc1f04f3c" /><Relationship Type="http://schemas.openxmlformats.org/officeDocument/2006/relationships/slide" Target="/ppt/slides/slide8.xml" Id="Ra1c58c4bb1674499" /><Relationship Type="http://schemas.openxmlformats.org/officeDocument/2006/relationships/slide" Target="/ppt/slides/slide9.xml" Id="R0445a0cf26d145f0" /><Relationship Type="http://schemas.openxmlformats.org/officeDocument/2006/relationships/slide" Target="/ppt/slides/slide10.xml" Id="R7679e4f3614a44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477155871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4febafe1246d5" /><Relationship Type="http://schemas.openxmlformats.org/officeDocument/2006/relationships/notesMaster" Target="/ppt/notesMasters/notesMaster1.xml" Id="R1f6d976c745348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f259923f314f53" /><Relationship Type="http://schemas.openxmlformats.org/officeDocument/2006/relationships/notesMaster" Target="/ppt/notesMasters/notesMaster1.xml" Id="R5700a8fdc12a4e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f89c00a3eb43f9" /><Relationship Type="http://schemas.openxmlformats.org/officeDocument/2006/relationships/notesMaster" Target="/ppt/notesMasters/notesMaster1.xml" Id="R6e4001e31f5e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f165758884b62" /><Relationship Type="http://schemas.openxmlformats.org/officeDocument/2006/relationships/notesMaster" Target="/ppt/notesMasters/notesMaster1.xml" Id="R42f1b6770a10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13b48a9ad5465c" /><Relationship Type="http://schemas.openxmlformats.org/officeDocument/2006/relationships/notesMaster" Target="/ppt/notesMasters/notesMaster1.xml" Id="R6e70fcfb180346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9820688c4343ef" /><Relationship Type="http://schemas.openxmlformats.org/officeDocument/2006/relationships/notesMaster" Target="/ppt/notesMasters/notesMaster1.xml" Id="R5f82d9f6b29542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1450ac0d134e39" /><Relationship Type="http://schemas.openxmlformats.org/officeDocument/2006/relationships/notesMaster" Target="/ppt/notesMasters/notesMaster1.xml" Id="R9b725c5110c84e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c83cef680c4822" /><Relationship Type="http://schemas.openxmlformats.org/officeDocument/2006/relationships/notesMaster" Target="/ppt/notesMasters/notesMaster1.xml" Id="R4163ea450a8742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63edf3e8cc43d9" /><Relationship Type="http://schemas.openxmlformats.org/officeDocument/2006/relationships/notesMaster" Target="/ppt/notesMasters/notesMaster1.xml" Id="R454914f9327441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7ce010d5c34170" /><Relationship Type="http://schemas.openxmlformats.org/officeDocument/2006/relationships/notesMaster" Target="/ppt/notesMasters/notesMaster1.xml" Id="Re17ef57b0d02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debe decidir la audiencia.</a:t>
            </a:r>
          </a:p>
          <a:p xmlns:a="http://schemas.openxmlformats.org/drawingml/2006/main">
            <a:r>
              <a:t>Señal para avanzar: Hay acción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Tesis comunicable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Destilación de tesis · 10 minutos</a:t>
            </a:r>
          </a:p>
          <a:p xmlns:a="http://schemas.openxmlformats.org/drawingml/2006/main">
            <a:r>
              <a:t>Cada equipo expresa decisión, evidencia y límite en una frase que todavía pueda discutirse.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evidencia y límite.</a:t>
            </a:r>
          </a:p>
          <a:p xmlns:a="http://schemas.openxmlformats.org/drawingml/2006/main">
            <a:r>
              <a:t>Señal para avanzar: La frase puede objetarse.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Versión ejecutiva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Sala ejecutiva · 15 minutos</a:t>
            </a:r>
          </a:p>
          <a:p xmlns:a="http://schemas.openxmlformats.org/drawingml/2006/main">
            <a:r>
              <a:t>Se dispone de dos minutos para presentar consecuencia, opciones, costo de no decidir y pedido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Priorizar consecuencia y opciones.</a:t>
            </a:r>
          </a:p>
          <a:p xmlns:a="http://schemas.openxmlformats.org/drawingml/2006/main">
            <a:r>
              <a:t>Señal para avanzar: El pedido es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técnica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Defensa técnica · 17 minutos</a:t>
            </a:r>
          </a:p>
          <a:p xmlns:a="http://schemas.openxmlformats.org/drawingml/2006/main">
            <a:r>
              <a:t>Otra mesa cuestiona procedencia, arquitectura, riesgo, calidad y reversión. Se responde sin vender certeza.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procedencia y garantía.</a:t>
            </a:r>
          </a:p>
          <a:p xmlns:a="http://schemas.openxmlformats.org/drawingml/2006/main">
            <a:r>
              <a:t>Señal para avanzar: La evidencia soporta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Transferencia operativa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Turno operativo · 16 minutos</a:t>
            </a:r>
          </a:p>
          <a:p xmlns:a="http://schemas.openxmlformats.org/drawingml/2006/main">
            <a:r>
              <a:t>Operaciones ejecuta una excepción con el material recibido. Toda duda revela transferencia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una excepción.</a:t>
            </a:r>
          </a:p>
          <a:p xmlns:a="http://schemas.openxmlformats.org/drawingml/2006/main">
            <a:r>
              <a:t>Señal para avanzar: El criterio guía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Comunicación a afectados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personas afectadas · 16 minutos</a:t>
            </a:r>
          </a:p>
          <a:p xmlns:a="http://schemas.openxmlformats.org/drawingml/2006/main">
            <a:r>
              <a:t>Se explica qué ocurrió, qué evidencia se usó, cómo impugnar y qué reparación existe.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Quitar jerga sin borrar derechos.</a:t>
            </a:r>
          </a:p>
          <a:p xmlns:a="http://schemas.openxmlformats.org/drawingml/2006/main">
            <a:r>
              <a:t>Señal para avanzar: Hay impugnación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Objeción fuerte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Carrusel de objeciones · 18 minutos</a:t>
            </a:r>
          </a:p>
          <a:p xmlns:a="http://schemas.openxmlformats.org/drawingml/2006/main">
            <a:r>
              <a:t>Las audiencias rotan y presentan objeciones fuertes. El equipo registra si cambia comunicación, criterio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Tratarla como prueba.</a:t>
            </a:r>
          </a:p>
          <a:p xmlns:a="http://schemas.openxmlformats.org/drawingml/2006/main">
            <a:r>
              <a:t>Señal para avanzar: Se distingue forma de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esta audiencia?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visual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caso nuevo · 20 minutos</a:t>
            </a:r>
          </a:p>
          <a:p xmlns:a="http://schemas.openxmlformats.org/drawingml/2006/main">
            <a:r>
              <a:t>Otro equipo aplica el criterio a una guardia hospitalaria sin copiar la solución de Hotel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oculta el gráfico.</a:t>
            </a:r>
          </a:p>
          <a:p xmlns:a="http://schemas.openxmlformats.org/drawingml/2006/main">
            <a:r>
              <a:t>Señal para avanzar: La imagen no decora.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no puede omitirse?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 nuevo HH-35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registra una sorpresa de la defensa que revisará en N36.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copiar la solución.</a:t>
            </a:r>
          </a:p>
          <a:p xmlns:a="http://schemas.openxmlformats.org/drawingml/2006/main">
            <a:r>
              <a:t>Señal para avanzar: Se transfiere 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debe conservarse?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Registrar sorpresa y revisión.</a:t>
            </a:r>
          </a:p>
          <a:p xmlns:a="http://schemas.openxmlformats.org/drawingml/2006/main">
            <a:r>
              <a:t>Señal para avanzar: Aparece aprendizaje demostrable.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tesis defendible que pueda transferirse sin copiar una solución ni esconder incertidumbre.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hace Operaciones ante una excepción?</a:t>
            </a:r>
          </a:p>
          <a:p xmlns:a="http://schemas.openxmlformats.org/drawingml/2006/main">
            <a:r>
              <a:t>• ¿Cómo puede impugnar una persona?</a:t>
            </a:r>
          </a:p>
          <a:p xmlns:a="http://schemas.openxmlformats.org/drawingml/2006/main">
            <a:r>
              <a:t>• ¿Qué criterio viajó al caso nuevo?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defiende y transfiere el criterio HH-35 ante audiencias ejecutiva, técnica, operativa y afectada.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f5684479e40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c8b558c7a40d6" /><Relationship Type="http://schemas.openxmlformats.org/officeDocument/2006/relationships/slideLayout" Target="/ppt/slideLayouts/slideLayout1.xml" Id="R0d40c9302dcc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0c9302dcc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1688c6e0401a" /><Relationship Type="http://schemas.openxmlformats.org/officeDocument/2006/relationships/notesSlide" Target="/ppt/notesSlides/notesSlide1.xml" Id="Re4eeed521870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a22ffbf794a80" /><Relationship Type="http://schemas.openxmlformats.org/officeDocument/2006/relationships/notesSlide" Target="/ppt/notesSlides/notesSlide2.xml" Id="R3035b328582841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4e221c41a4482" /><Relationship Type="http://schemas.openxmlformats.org/officeDocument/2006/relationships/notesSlide" Target="/ppt/notesSlides/notesSlide3.xml" Id="Rc7edd51bb284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2994f40e459c" /><Relationship Type="http://schemas.openxmlformats.org/officeDocument/2006/relationships/notesSlide" Target="/ppt/notesSlides/notesSlide4.xml" Id="R63d4d817d0174c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e078693124193" /><Relationship Type="http://schemas.openxmlformats.org/officeDocument/2006/relationships/notesSlide" Target="/ppt/notesSlides/notesSlide5.xml" Id="R453a4f62c41844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6775cec084c95" /><Relationship Type="http://schemas.openxmlformats.org/officeDocument/2006/relationships/notesSlide" Target="/ppt/notesSlides/notesSlide6.xml" Id="Re788bb4b60364e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010ab352f4486" /><Relationship Type="http://schemas.openxmlformats.org/officeDocument/2006/relationships/notesSlide" Target="/ppt/notesSlides/notesSlide7.xml" Id="R7f76ff3668bb41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35fb684b144fa" /><Relationship Type="http://schemas.openxmlformats.org/officeDocument/2006/relationships/notesSlide" Target="/ppt/notesSlides/notesSlide8.xml" Id="R3267d5147d9841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8d4edf27a45a0" /><Relationship Type="http://schemas.openxmlformats.org/officeDocument/2006/relationships/notesSlide" Target="/ppt/notesSlides/notesSlide9.xml" Id="R564f8236e6914b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9c6cfbbf049e2" /><Relationship Type="http://schemas.openxmlformats.org/officeDocument/2006/relationships/notesSlide" Target="/ppt/notesSlides/notesSlide10.xml" Id="Rd59c955ad49740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F19D3-DED2-4B7B-9EEB-0FAC5BE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6ADFB-789E-405A-9926-AE529C3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9098F-944D-4C56-86C7-89798AA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307C0-34B4-4FAB-AB7C-9176361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AAB85-57CE-48BB-A6A5-D3295682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CDE5F-E762-4AD6-A5F7-FA2ED170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2CC41-D597-45FD-8BEE-16C3A36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A6D2C-4A12-45F4-B096-6D249E3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96638-88FD-4BE5-AA67-D4EB536C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Comunicar, defender y transferir criterios sin copiar soluciones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9C437-D552-4E07-8EBF-0A7B019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explicar una intervención para que personas distintas puedan entenderla, discutirla y usarla sin convertirla en propaganda ni copiar una solución ajena?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E7C26-C955-4334-B304-8DB7FB79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ADE2D-AEA5-4D8A-9D91-0F51A9B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67601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ADAD6-5232-4228-B9AC-3F2D8CE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6652F-2701-40C0-AB52-95C5226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E52CA-8043-48E1-B6A9-4B9DE606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8F582-45AB-454A-B175-4CD196AF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E041C-2297-43A9-9BEC-D6305DD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2F9DE-A8C6-48D7-BBB3-CEEA181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804F1-8084-4411-8D6A-E68C7BA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2C049-9B30-4419-B5E2-B1DEDAA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Destilación de tesis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CD3E9-1626-4E9B-AB85-EDA0FEE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FEC5F-7402-49B4-86A0-B510908A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271DF-B22F-40E6-B550-361DBB9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expresa decisión, evidencia y límite en una frase que todavía pueda discutirse.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95A07-D760-40FF-BB83-5A976A7B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3D19C-B5A1-4D20-B984-2994DDB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19CC3-76B2-41F2-94A9-2900100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4F7BB-653F-4303-A659-C850601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8CE13-8B0D-4C77-95F7-C72BEA35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7B3BB-7B92-4478-A282-68DA909F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07176-E759-43A6-9B06-85568DE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F83D9-B2D4-48A5-B228-43F94D6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FC5DF-86C4-40D9-A656-56C03DB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22009-4EF3-48E2-8B08-0DDB442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393791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40B05-AB3B-4703-8919-370C4836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C878B-6525-4CA4-95E7-14F5C972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29672-9E93-4562-BA9C-00E7F7A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22D50-7169-489A-94A5-4C2C6DEE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4B86-BE94-4864-B26D-98631B0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997B3-12EA-446E-BB64-497BF9A0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35218-B360-4111-888E-EC860B41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875F1-417C-458D-94A0-BCBE0AAC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Sala ejecutiva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ADBAA-CF63-40E3-BF57-FE0C620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CDAEC-BC7E-4495-8D41-6608E89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C95B7-C005-4C06-8633-E9BEE804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dispone de dos minutos para presentar consecuencia, opciones, costo de no decidir y pedido explícito.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91C3D-8972-46F4-AB5D-00BBC2AD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E119F-B395-4A88-8E94-02D7D9B3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6C2CA-0730-42DB-BD2B-CFBC8997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0FBF0-5B28-491C-BF06-9A4B845F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3D87D-E0D8-4B13-A89E-64E7426D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7C75B-A0BA-41F5-8294-B259930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77181-E28D-457E-B62B-F9B18793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0FF37-2B95-4DC5-A0BB-7CC9A39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1C9E3-677F-45A4-8BB7-4A30DA4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F9E4F-613B-469D-8303-BA8E365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83D8A-7F37-466A-B246-1753516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EDC4D-0857-49C1-B787-32C34022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5539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00E9F-C32A-4120-BD88-93A871B9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6A3FC-B597-4E92-8C64-2F75BC3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4ED3-960C-47F9-A89D-A4C31F0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5D3F8-DCDA-4854-BB46-40226AD4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98166-5D03-4CBB-BCD1-3CD3AEF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3BAFB-0FC2-4A80-8070-D1099C1C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D3278-72ED-49D6-B845-DE46F7CF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F29AC-3B77-4B40-8C30-2B75F39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A997B-E470-4354-9034-B61B7594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F7288-4761-4A03-AA12-B1734A2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6956A-4CD9-46EA-AC3D-4D5C0EC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Otra mesa cuestiona procedencia, arquitectura, riesgo, calidad y reversión. Se responde sin vender certeza.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1C5CC-A828-4B82-B471-05956A12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5D312-AB19-498D-84A9-7312E0F2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BC2A2-2441-4CE9-BBA8-F7112BF6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7B4A2-CFC6-4537-A35F-D9F8C09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27189-DCE2-4651-81FE-3B85FAD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895CA-D124-4E23-B54A-5617FDD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951662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A56D3-B8CD-4D09-AAAE-04A5EF5E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087E7-6522-4AF6-8666-1358958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28DF9-BA98-4509-BBCD-332C64A5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CC870-C0C9-45CE-A172-122534B6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7D3B0-1668-4025-8B55-C5C812F4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4446A-4DEF-4462-AE21-5F35DCD3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88711-BC6A-48BD-8FDB-CD66849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8529-B564-45E4-8AC9-E4B9E950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Turno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47FFD-CC4C-4D06-A31C-62860EA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2FB79-4247-4540-BB34-4E027E88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AD822-1235-42DB-9C86-FD62B05F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Operaciones ejecuta una excepción con el material recibido. Toda duda revela transferencia incompleta.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4E282-AF3A-46E4-B70E-501415D9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6BE7F-70DC-4585-B71F-234D08D4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0C333-F862-4DBB-905B-E481AAE0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7C7D0-A027-416E-A2C8-313E0450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A78EA-CF3A-4BB1-A0CF-8041EA9A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3CAF6-09D0-47F5-97E3-564EB120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14CB8-CB37-4664-9456-4FCEE41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F515C-D96D-4C92-9F3E-AEDF0753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B0EA9-C772-49D3-81C1-738F5785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B242F-3862-4F30-914C-1B38614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48BC6-D2E0-4E6F-B305-E8EA25F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88251-4CA0-4313-9670-0606EDE6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7684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158FE-AF92-41C3-8510-F6B0A81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26A82-8636-42A6-8790-9161027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C1B8E-4432-467F-8DB4-965F5CC6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C2566-E20A-47A5-94D0-6C8F2C3D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8F864-0997-462E-929E-C1F145E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3F5C-CA84-4BD8-A8A2-7DB37A6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ECE11-A022-42DF-BB70-F71008A9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6BB30-BDCC-4F34-A180-16AF19B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personas afectadas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797E7-7C95-479D-81AB-155ABA4B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BDA26-A420-4E25-8DCC-7C2F97B1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A0FF6-E85D-42EE-9710-11BE19BB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B270-1392-4A7C-9820-3173946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99F75-EF27-41DF-8674-D845EC99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Comunicación a afectados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6B04A-2396-4305-B850-0247055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explica qué ocurrió, qué evidencia se usó, cómo impugnar y qué reparación existe.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AC95F-910D-4A63-A674-9D43EBA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DC763-60C0-4FC2-A217-CAAC83C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693553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20DE6-8D33-45DA-B70C-1F15714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2E0FD-7001-4F63-812A-2F6F74F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8926D-1E7C-4E6E-9C08-F1DCDCEE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34389-F964-4A06-85FA-08427F0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F5B03-A7C2-40F4-A8CD-3203E94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D681-8F72-4B0A-81B2-7704628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00298-FE2A-4B3E-A312-D8957012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5E4C6-13E7-482C-9CCB-0FCA654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Carrusel de objeciones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BB2B-CAA1-4053-9FB2-C62D541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06EA0-0270-403F-BC7F-11BB0D1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0D8DA-578C-4CF4-B974-D486D68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F3B2A-7D30-4689-99B2-FBC0868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D65F8-A6B4-492D-B597-179EFFC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Las audiencias rotan y presentan objeciones fuertes. El equipo registra si cambia comunicación, criterio o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F24AE-41E3-48C0-9D4F-02A09C7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106186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EC908-BC22-4D33-B5DE-ADEB6F2F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1682-5C14-494B-934D-857D02D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0188-58AB-4DEA-878E-724AB33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50B8F-CE11-480C-9661-208A1DE2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F18C2-F4B2-4450-A372-8D0607E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CB8B8-668B-4352-8EBE-9FC02F0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039CB-8E91-406C-B064-5BB272DA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2DC14-B61D-41AF-8C0B-225DD578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caso nuevo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5D706-4EEB-49D8-ABFF-279D37C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92427-CBB9-480F-ACE5-502EA328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3DD88-4128-4320-9D04-87AD2FC0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aplica el criterio a una guardia hospitalaria sin copiar la solución de Hotel Horizonte.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90660-4604-4EB2-A37B-1769C18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969F-B394-4C56-83CB-417E5C09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720C5-B152-46C4-B094-4CBDE14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ABBB5-AA68-4B1C-8B83-8673402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AFCB6-479F-47D3-8A23-2949DD1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B2575-CF8F-4659-B89B-84F20165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1C956-CBD7-4674-973F-D7A4F6C6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DE865-87A2-480B-A357-E4F176D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EF752-34A3-43B2-952E-7F06C969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23ED2-ABD7-4FCC-8AEA-4D77459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39028-DCC6-44EE-92B6-2F07679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DE5DB-8459-46A9-A39C-2D0A472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3177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609C8-7015-42A2-8520-BAB7CEA6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1E699-2F82-4E83-ADD3-79BA979C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B70D1-C470-4B6B-9FC3-8A912A0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5EFFD-BBF4-4E4A-8118-1C94C076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AAD71-79E3-4703-97A8-72CB49A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3EB8-20CD-4790-85BE-2B94314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8722F-8D24-4373-8484-FDF8522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DC601-97CF-4B03-9805-CA28ED3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C7BAC-9C98-40BB-BEF6-1ABC1A3F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9438C-4210-41EF-B2CB-CC7E49C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CF73C-7D73-4106-B195-A59A21B0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una sorpresa de la defensa que revisará en N36.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5D5B6-E75D-4679-B6C5-7EA883B1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043EF-B7A6-4ED6-A28E-2FC62E2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39264-8EE8-4C38-811A-A54755BE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4FAD6-D291-4347-B71F-78852AA0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FC961-864C-49C7-956F-7C4D90B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9731C-8A10-486E-944F-BE09A132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F8725-7199-4DE9-8AB0-DDE55F9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4A476-335D-4C97-9D39-BD3CCE84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1DD5-A379-4138-A01F-EE4CABF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E2569-E220-4360-9E35-3BB602A9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768C2-6273-4691-8F28-73484FC1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F6E03-6932-4326-8799-5F113344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67959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B31FA-7BAE-424A-AE31-0E25C8CA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16AD2-11C7-417A-BF7D-10371003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24FA-C887-4F2E-A71E-B31099B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72C73-E2CD-45D8-9C78-6051214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A1555-EE92-4D8B-8D73-57ED716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CC10E-CD25-4507-A00C-87A8787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4ECF1-CC79-4E9D-A302-A020462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0512F-C182-410B-B11A-EE0F8B1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A4122-EC9F-4DBF-87D2-D874E10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98216-E127-41C8-B422-EDF09C5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1D496-0BAD-4889-B3B8-2080718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3061D-5568-4CCD-B30E-58F9E479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8D64A-E09D-42FA-9D0A-B0600B7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94988-CFDD-448D-9EF8-AF90B9F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70AE5-C7B8-438C-9B71-5110D38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defiende y transfiere el criterio HH-35 ante audiencias ejecutiva, técnica, operativa y afectada.</a:t>
            </a:r>
          </a:p>
        </p:txBody>
      </p:sp>
    </p:spTree>
    <p:extLst>
      <p:ext uri="{BB962C8B-B14F-4D97-AF65-F5344CB8AC3E}">
        <p14:creationId xmlns:p14="http://schemas.microsoft.com/office/powerpoint/2010/main" val="67105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2026-09-14T03:54:59.8420000Z</dcterms:created>
  <dcterms:modified xsi:type="dcterms:W3CDTF">2026-09-14T03:54:59.8420000Z</dcterms:modified>
</coreProperties>
</file>