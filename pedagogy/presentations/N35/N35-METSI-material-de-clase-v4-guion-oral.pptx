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fdf3a49e5a40b6" /><Relationship Type="http://schemas.openxmlformats.org/officeDocument/2006/relationships/extended-properties" Target="/docProps/app.xml" Id="Rd2b0548ce565440a" /><Relationship Type="http://schemas.openxmlformats.org/officeDocument/2006/relationships/officeDocument" Target="/ppt/presentation.xml" Id="R14a04598729b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b47c50d8da4bd7"/>
  </p:sldMasterIdLst>
  <p:notesMasterIdLst>
    <p:notesMasterId xmlns:r="http://schemas.openxmlformats.org/officeDocument/2006/relationships" r:id="R05b721ce0add42db"/>
  </p:notesMasterIdLst>
  <p:sldIdLst>
    <p:sldId xmlns:r="http://schemas.openxmlformats.org/officeDocument/2006/relationships" id="256" r:id="Ra80694858ddf4b2e"/>
    <p:sldId xmlns:r="http://schemas.openxmlformats.org/officeDocument/2006/relationships" id="257" r:id="R78f46fe3d1624c48"/>
    <p:sldId xmlns:r="http://schemas.openxmlformats.org/officeDocument/2006/relationships" id="258" r:id="R2ffaac07966b4482"/>
    <p:sldId xmlns:r="http://schemas.openxmlformats.org/officeDocument/2006/relationships" id="259" r:id="R4e8844b509904d79"/>
    <p:sldId xmlns:r="http://schemas.openxmlformats.org/officeDocument/2006/relationships" id="260" r:id="R8f15d16685224b55"/>
    <p:sldId xmlns:r="http://schemas.openxmlformats.org/officeDocument/2006/relationships" id="261" r:id="R980a2070d87345e9"/>
    <p:sldId xmlns:r="http://schemas.openxmlformats.org/officeDocument/2006/relationships" id="262" r:id="Rcdc14be567d94be7"/>
    <p:sldId xmlns:r="http://schemas.openxmlformats.org/officeDocument/2006/relationships" id="263" r:id="R5b87f993f58c452a"/>
    <p:sldId xmlns:r="http://schemas.openxmlformats.org/officeDocument/2006/relationships" id="264" r:id="R5b65a9e31d7147fc"/>
    <p:sldId xmlns:r="http://schemas.openxmlformats.org/officeDocument/2006/relationships" id="265" r:id="R6d72c09485db4b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ff0f4446047d1" /><Relationship Type="http://schemas.openxmlformats.org/officeDocument/2006/relationships/slideMaster" Target="/ppt/slideMasters/slideMaster1.xml" Id="R52b47c50d8da4bd7" /><Relationship Type="http://schemas.openxmlformats.org/officeDocument/2006/relationships/notesMaster" Target="/ppt/notesMasters/notesMaster1.xml" Id="R05b721ce0add42db" /><Relationship Type="http://schemas.openxmlformats.org/officeDocument/2006/relationships/presProps" Target="/ppt/presProps.xml" Id="R58eb90f5db284173" /><Relationship Type="http://schemas.openxmlformats.org/officeDocument/2006/relationships/tableStyles" Target="/ppt/tableStyles.xml" Id="Rdcdb02f9e42c4f90" /><Relationship Type="http://schemas.openxmlformats.org/officeDocument/2006/relationships/slide" Target="/ppt/slides/slide1.xml" Id="Ra80694858ddf4b2e" /><Relationship Type="http://schemas.openxmlformats.org/officeDocument/2006/relationships/slide" Target="/ppt/slides/slide2.xml" Id="R78f46fe3d1624c48" /><Relationship Type="http://schemas.openxmlformats.org/officeDocument/2006/relationships/slide" Target="/ppt/slides/slide3.xml" Id="R2ffaac07966b4482" /><Relationship Type="http://schemas.openxmlformats.org/officeDocument/2006/relationships/slide" Target="/ppt/slides/slide4.xml" Id="R4e8844b509904d79" /><Relationship Type="http://schemas.openxmlformats.org/officeDocument/2006/relationships/slide" Target="/ppt/slides/slide5.xml" Id="R8f15d16685224b55" /><Relationship Type="http://schemas.openxmlformats.org/officeDocument/2006/relationships/slide" Target="/ppt/slides/slide6.xml" Id="R980a2070d87345e9" /><Relationship Type="http://schemas.openxmlformats.org/officeDocument/2006/relationships/slide" Target="/ppt/slides/slide7.xml" Id="Rcdc14be567d94be7" /><Relationship Type="http://schemas.openxmlformats.org/officeDocument/2006/relationships/slide" Target="/ppt/slides/slide8.xml" Id="R5b87f993f58c452a" /><Relationship Type="http://schemas.openxmlformats.org/officeDocument/2006/relationships/slide" Target="/ppt/slides/slide9.xml" Id="R5b65a9e31d7147fc" /><Relationship Type="http://schemas.openxmlformats.org/officeDocument/2006/relationships/slide" Target="/ppt/slides/slide10.xml" Id="R6d72c09485db4b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162269f17946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495204ecd40af" /><Relationship Type="http://schemas.openxmlformats.org/officeDocument/2006/relationships/notesMaster" Target="/ppt/notesMasters/notesMaster1.xml" Id="R1fde3cb6419d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8fa63b4dda422f" /><Relationship Type="http://schemas.openxmlformats.org/officeDocument/2006/relationships/notesMaster" Target="/ppt/notesMasters/notesMaster1.xml" Id="R245795a037394d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558a1cc623445a" /><Relationship Type="http://schemas.openxmlformats.org/officeDocument/2006/relationships/notesMaster" Target="/ppt/notesMasters/notesMaster1.xml" Id="R1c392788620348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e7bd543cfc4ed1" /><Relationship Type="http://schemas.openxmlformats.org/officeDocument/2006/relationships/notesMaster" Target="/ppt/notesMasters/notesMaster1.xml" Id="Rf4c5f5bffc084b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abd24d8f64898" /><Relationship Type="http://schemas.openxmlformats.org/officeDocument/2006/relationships/notesMaster" Target="/ppt/notesMasters/notesMaster1.xml" Id="Re9cc556cd6bf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d5bb45f57c4b70" /><Relationship Type="http://schemas.openxmlformats.org/officeDocument/2006/relationships/notesMaster" Target="/ppt/notesMasters/notesMaster1.xml" Id="R57d2f9c9970b4c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edbd99d18c4547" /><Relationship Type="http://schemas.openxmlformats.org/officeDocument/2006/relationships/notesMaster" Target="/ppt/notesMasters/notesMaster1.xml" Id="Ra6393251f5aa45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0222651e904e0d" /><Relationship Type="http://schemas.openxmlformats.org/officeDocument/2006/relationships/notesMaster" Target="/ppt/notesMasters/notesMaster1.xml" Id="R4036274922eb45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850bbc7314792" /><Relationship Type="http://schemas.openxmlformats.org/officeDocument/2006/relationships/notesMaster" Target="/ppt/notesMasters/notesMaster1.xml" Id="R40084d5fe98748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8b407a05aa4a7b" /><Relationship Type="http://schemas.openxmlformats.org/officeDocument/2006/relationships/notesMaster" Target="/ppt/notesMasters/notesMaster1.xml" Id="R52a34bb2090642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Comunicar, defender y transferir criterios sin copiar soluciones.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explicar una intervención para que personas distintas puedan entenderla, discutirla y usarla sin convertirla en propaganda ni copiar una solución ajena?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necesita esta audiencia? ¿Qué evidencia no puede omitirse?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expresa decisión, evidencia y límite en una frase que todavía pueda discutirse.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no puede omitirse? ¿Qué incertidumbre debe conservarse?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dispone de dos minutos para presentar consecuencia, opciones, costo de no decidir y pedido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incertidumbre debe conservarse? ¿Qué hace Operaciones ante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Otra mesa cuestiona procedencia, arquitectura, riesgo, calidad y reversión. Se responde sin vender certeza.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hace Operaciones ante una excepción?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Operaciones ejecuta una excepción con el material recibido. Toda duda revela transferencia incompleta.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¿Cómo puede impugnar una persona? ¿Qué criterio viajó al caso nuevo?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explica qué ocurrió, qué evidencia se usó, cómo impugnar y qué reparación existe.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criterio viajó al caso nuevo? ¿Qué decisión necesita esta audiencia?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audiencias rotan y presentan objeciones fuertes. El equipo registra si cambia comunicación, criterio o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necesita esta audiencia? ¿Qué evidencia no puede omitirse?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aplica el criterio a una guardia hospitalaria sin copiar la solución de Hotel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no puede omitirse? ¿Qué incertidumbre debe conservarse?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registra una sorpresa de la defensa que revisará en N36.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incertidumbre debe conservarse? ¿Qué hace Operaciones ante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defiende y transfiere el criterio HH-35 ante audiencias ejecutiva, técnica, operativa y afectada.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9194278d648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bfd88894fc44bc" /><Relationship Type="http://schemas.openxmlformats.org/officeDocument/2006/relationships/slideLayout" Target="/ppt/slideLayouts/slideLayout1.xml" Id="R0947da005ca948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47da005ca948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70a2228fa41e3" /><Relationship Type="http://schemas.openxmlformats.org/officeDocument/2006/relationships/notesSlide" Target="/ppt/notesSlides/notesSlide1.xml" Id="R71660863a0664c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86dcb17774b96" /><Relationship Type="http://schemas.openxmlformats.org/officeDocument/2006/relationships/notesSlide" Target="/ppt/notesSlides/notesSlide2.xml" Id="Rb80cac591bd743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7f66a789647d3" /><Relationship Type="http://schemas.openxmlformats.org/officeDocument/2006/relationships/notesSlide" Target="/ppt/notesSlides/notesSlide3.xml" Id="R9b02571a3d8041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563c2454749f1" /><Relationship Type="http://schemas.openxmlformats.org/officeDocument/2006/relationships/notesSlide" Target="/ppt/notesSlides/notesSlide4.xml" Id="Re1fbe0d3438743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b52626c354ae7" /><Relationship Type="http://schemas.openxmlformats.org/officeDocument/2006/relationships/notesSlide" Target="/ppt/notesSlides/notesSlide5.xml" Id="Rabd27911226442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ce83df89e4b8f" /><Relationship Type="http://schemas.openxmlformats.org/officeDocument/2006/relationships/notesSlide" Target="/ppt/notesSlides/notesSlide6.xml" Id="R2fe607baa5d94f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9f5e18011496a" /><Relationship Type="http://schemas.openxmlformats.org/officeDocument/2006/relationships/notesSlide" Target="/ppt/notesSlides/notesSlide7.xml" Id="R573b94e74f0e4a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14b93e7204bf4" /><Relationship Type="http://schemas.openxmlformats.org/officeDocument/2006/relationships/notesSlide" Target="/ppt/notesSlides/notesSlide8.xml" Id="R959748790fa445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008e5f8bd4d4f" /><Relationship Type="http://schemas.openxmlformats.org/officeDocument/2006/relationships/notesSlide" Target="/ppt/notesSlides/notesSlide9.xml" Id="Ra8f1bb54811f4b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c2e80fc674691" /><Relationship Type="http://schemas.openxmlformats.org/officeDocument/2006/relationships/notesSlide" Target="/ppt/notesSlides/notesSlide10.xml" Id="R143beac994484b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6D43B-B128-4B9C-BAA1-257F852B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4D171-8BF3-4875-88E3-343F02F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6C84B-1ACE-42A5-9F10-AD5332FA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C32F0-A626-4088-808C-8B7C6A64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6B666-56D0-4382-9587-D5E2FF1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AD3F5-7ACE-45AB-AA57-C4BF9F2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44B39-8348-4112-AE18-ADC4FFB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8FF68-34C0-4C93-9361-6DEDCFF0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9D870-1CA3-4D7B-A07C-DBFC5F27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Comunicar, defender y transferir criterios sin copiar soluciones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70C15-6146-44D8-B2C7-455B599D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explicar una intervención para que personas distintas puedan entenderla, discutirla y usarla sin convertirla en propaganda ni copiar una solución ajena?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330B3-10FC-4862-8D9D-CCC3BC0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2AD43-A319-4E55-BF9A-BECB2811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153194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79D31-737C-42CD-9D61-B386EEBC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7D369-32B9-46C6-8012-A1D93513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D2F10-AA6C-469C-BA47-2E854FA1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E576E-3CB9-4B3E-BA3B-816F7208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59810-4E96-49CC-8149-017DB473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2C078-4AC5-4176-A37B-106A3C0A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5E627-5B84-4A49-82F0-7EE7C726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CB3DE-7C3D-40CD-9D85-35508D4A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Destilación de tesis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68349-4603-435B-820C-6CFA985C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AF899-2AFF-482D-B10D-6CFCB2AA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B1BF9-3156-4656-A8AA-A5E048B2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expresa decisión, evidencia y límite en una frase que todavía pueda discutirse.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63425-C984-4AD5-82FC-7FB75542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88BAF-F95B-499E-970D-BB3DF012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5CAFA-8239-4DD6-8933-FC83C5F3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6DFE8-0D3F-4749-9C58-851CC06C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E5FC0-E1F6-4BAC-BD9B-37B222FE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69235-7E7A-484A-ADB9-157F1C0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D838F-4658-4D51-B3A9-40EA4F63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538AE-8D3B-4C2D-B7AB-1ADB808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2CBFE-BC04-4A02-9F37-D1DCA5A2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0F222-6366-4688-AD8A-E40E503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779844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B22DA-D4FA-4896-9C13-3E9C9EA2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72E54-B6F1-406C-8C55-0F657C1A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7C2A0-8EC4-49E5-8574-A8F4FAA4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A51FA-EB4D-49A2-AF89-B7036F4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B8E5F-D0E8-41CB-B73A-A88A508D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6C2FE-340E-40C6-A8E1-78DB14CD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C2CA7-7B3E-4A26-BD5D-840D4914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6776A-98F8-4527-95C1-C9E48706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Sala ejecutiva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94CA5-16E2-43C9-BDC0-6E895009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814AC-63FB-4479-B174-7B21C2E6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0C519-B2C7-4357-B516-3273397C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dispone de dos minutos para presentar consecuencia, opciones, costo de no decidir y pedido explícito.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526F9-AF4C-4C6E-8F67-69436CCD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516AA-8539-472E-B921-36B73E48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1D3E5-8184-4041-922B-81681307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1349E-D835-4987-8319-AE309CD3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6A097-0803-4563-AD5E-CC345F3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84A56-A120-4523-A358-7D5AE035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50554-CAFD-4041-B972-D7761DB1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0A0F7-8886-4434-80AB-BE3E1D7E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E64A0-E8AE-4F2D-BDF9-9600E1C3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A6D4E-58EF-4A4E-A4ED-8E04023F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ECDC2-4FF0-4572-801F-2AFB23D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44116-0D67-4C53-B335-93E71AA8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015031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30025-AB0E-4066-AAF6-FB528EA4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A0D0D-86AC-4D73-91ED-AB0A59E5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3933F-D965-4756-B945-68FC3908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9A3D6-F081-4554-AE59-2737B85C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391B3-B3F7-405F-BFC0-207DAAEA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5C8CE-527E-445E-A1C1-8D9F605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DA611-B85F-410A-9554-06E49F92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6584C-6AE5-4F50-BE89-5319E967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técnica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3500-A6EA-4575-9C5F-145DC4EE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70E07-66D5-4AD8-B2A6-60968C43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95772-73AA-4249-9BED-EE249660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Otra mesa cuestiona procedencia, arquitectura, riesgo, calidad y reversión. Se responde sin vender certeza.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C20D0-27FD-4C3A-BA8E-0BCB064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0B1D0-A6DE-472E-B6D9-4DB764F9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32585-F631-4387-BE12-08F35671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C9564-F426-4166-910E-25C05C2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A0EFC-E356-47FC-9ACC-286C7B01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535DD-0633-4663-91D7-C2553373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580929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DBA1B-6736-4BF0-A7F0-C03E75D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FC928-B89F-40CA-A85A-7EECCB41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473AF-B7D3-47EF-96CB-0E3453B0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17EC8-7E06-4BB0-B56D-160FDACC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1E965-B6B7-4096-9AC5-91569E8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8C4C8-1AC4-40B8-B89D-D0CCA942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8E56B-89AC-4147-9DBF-2364193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1F75E-BAB1-48B3-BCCC-A0465ED0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Turno operativo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ACE93-0388-448D-820C-40AC12D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10D90-5B85-4A11-8254-8BCBF701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DF731-6037-4EA8-B46C-6AA59141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Operaciones ejecuta una excepción con el material recibido. Toda duda revela transferencia incompleta.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3BAAF-0B33-4A5E-B2F7-2A9C8065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1D030-595C-41FC-9201-3FFF383E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DA5B3-D989-475C-A93F-C0E70E6B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600D8-5B69-49F2-B827-E66723B8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09623-D07E-4025-A952-3B9D9CCB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90A19-EB3C-4E15-A40B-2C33151A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A860F-3019-4B74-887E-6BC6D86B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29096-E4A4-4A37-A3F3-3A162212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01E21-F556-476E-AF5C-E59DE85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4A2D1-2FC1-4CCD-8BFB-7409E5FB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CF7FD-B33A-4E69-98CD-005F5486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AA6C3-F7A6-497A-9703-247E585C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619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D3DDD-9548-4E98-A1EB-711D2CAC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C3F44-9F40-4BD7-9059-0F08C24B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7EE90-235A-4F17-93EE-4EEF4E7D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9FB04-98F5-441A-8963-D6762DF5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AA253-C12C-4A66-A76B-2BE913E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86F64-5E0F-4DE7-ABF3-1213BDBE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E3515-0FBE-4E8D-B1F7-F398641E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43897-FB52-4C6A-A7B0-F34AA4B6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personas afectadas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FC3BF-A86F-4B48-BC63-0B0CF202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BC58A-52DA-477A-A13F-0BAF5F2D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2BE59-9BD4-4095-A7AD-18DE608A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338FD-B050-4C65-A71A-6C1E67BB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F7682-EB82-42E7-85BA-1DB07823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Comunicación a afectados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C6F54-942D-4D10-9DCA-9622C1C0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explica qué ocurrió, qué evidencia se usó, cómo impugnar y qué reparación existe.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F60CB-FEC9-4351-9156-F4219A6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61B4B-E603-45D2-886C-EC4D22C6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16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658331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DDF01-BA93-46A7-9C72-07CE7590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2FD1E-81E4-49DD-90A9-BF5738A9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90CBE-F98F-4CE5-8F46-3C9771FF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B4475-E839-40F1-BB3D-55835E75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F0E53-BACE-475F-8D02-236C46E9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0775A-1280-420B-9104-9325E7A3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BE795-7669-4506-A32B-45A9CFF3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A93F7-7BA4-4BD2-852B-9C3A9752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Carrusel de objeciones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4E4FA-60F2-4D5D-A183-79F30E1A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6FCC7-94A4-474A-916B-1A0652F7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16ABA-0580-498B-9F19-C473DDD1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8D0DE-2CDE-40D0-B3A8-F91D617E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A5534-E796-4C22-8391-1B67E453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Las audiencias rotan y presentan objeciones fuertes. El equipo registra si cambia comunicación, criterio o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68E85-0305-4984-8308-E001B729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0607579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9B613-A93E-422C-BA68-8D012378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6BC47-5C93-4331-8C26-00E44AF0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733F0-9029-4C7D-8AA5-0DCF65BB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52CE4-EE4C-419C-8879-CF44A32D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3DD37-F63E-4D4A-BE9B-7FBECA37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FE4B5-D0AA-4F3E-85FA-ADA81E86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CEF95-8563-4EDF-8F21-F6263835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FB78B-2249-475E-884F-BE1497D4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caso nuevo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F5BEB-7335-4860-B391-8CF37031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D16A3-C917-4C58-B4ED-8BCFFFAA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D1E00-8C1C-44B2-8EB0-4CCAE51F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aplica el criterio a una guardia hospitalaria sin copiar la solución de Hotel Horizonte.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8A4DC-6BCC-417E-8FD6-016E4B07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DB163-CDA2-4C74-B94A-45D45C6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04E61-EB2E-43D7-A193-F2547FAA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B1587-5E34-4B47-87E6-444A396A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B31F0-C399-4E8B-B44B-D8DA6B0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13BB5-1157-4868-B2D6-BC7F750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82D91-0395-45B2-A40E-89A83092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8C328-F193-4BD5-8517-3F31BC61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360A2-D341-4D8E-9751-B6F4116B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308D1-2FA0-4338-90A9-103769A3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7D457-F8C6-42B3-B23A-9E778EEE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CE7D3-8CE7-492C-872F-8FF62392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33227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133BA-CE82-4A4F-87DA-FD5E3047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C3E76-A730-42F6-BEB3-9A8F6B26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28A80-B692-4E20-A73A-7D93477A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F2865-894D-413C-8638-2B99BCC5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866E4-3461-459C-BCA7-91ACCECD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65288-47B3-4ECA-AFFA-8145FEA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0447B-105E-4151-953D-AE80329B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91A67-D2CD-4AFD-A12F-AC874143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C842E-7939-4AD0-8D2B-423EB62D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7DC3-48E6-42FE-A0BA-8AEFDE8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F6782-0086-4FDC-A78F-9253FFC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registra una sorpresa de la defensa que revisará en N36.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691AD-3F21-437F-BF69-9B69C5B3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4A968-B8EA-4C5D-A6B4-C3346AB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15553-1534-4028-9641-3D2E086A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431DA-EEF2-4B11-BDA8-2328728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3659F-069A-4E99-8398-9C8AAFFC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BA643-BF7B-4F06-9723-A2064F8D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BF460-6373-497E-9041-FB61A61C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E078D-F421-492A-B262-F173B38F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9873A-92BB-4174-9E3A-F0A187EB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FDF44-AA29-4105-9A53-A7EC3A3E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75FD2-DC66-43E1-AD8D-DCFA72C7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68FE0-F223-4ED7-972F-067E2A75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47595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34C9E-75D1-4BBB-8D07-96B413F3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E6903-BE5B-4350-86BF-D577D20D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8E3F4-81C0-4C4D-9ABF-337D8F7D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E187F-22A5-4992-AD46-B3A2A7E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84520-2DCD-4DB3-AF47-F57F3384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8B3ED-AA38-43FC-84DE-6B437548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82507-97E3-47C0-9859-CF865DA0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EF4E7-179D-40B9-8708-45DA2EAD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423E4-30C0-4136-9A3B-C944B61D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F9D65-015C-4439-B75D-E71AB41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9E328-6953-4A10-A88F-DC6FBB39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7F3AD-AA4A-4242-ABF8-9F60BD8B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F09EE-58B3-4BF9-BA52-1FAAC67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DB77B-F7C3-4D58-9484-A91EEE9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5B22F-49D3-49D4-AA34-E1BFA508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defiende y transfiere el criterio HH-35 ante audiencias ejecutiva, técnica, operativa y afectada.</a:t>
            </a:r>
          </a:p>
        </p:txBody>
      </p:sp>
    </p:spTree>
    <p:extLst>
      <p:ext uri="{BB962C8B-B14F-4D97-AF65-F5344CB8AC3E}">
        <p14:creationId xmlns:p14="http://schemas.microsoft.com/office/powerpoint/2010/main" val="288032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2026-09-15T15:47:36.4340000Z</dcterms:created>
  <dcterms:modified xsi:type="dcterms:W3CDTF">2026-09-15T15:47:36.4340000Z</dcterms:modified>
</coreProperties>
</file>