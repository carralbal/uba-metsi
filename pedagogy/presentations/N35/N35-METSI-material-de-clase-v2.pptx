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350bce2ffd42d2" /><Relationship Type="http://schemas.openxmlformats.org/officeDocument/2006/relationships/extended-properties" Target="/docProps/app.xml" Id="Rff3725f444754628" /><Relationship Type="http://schemas.openxmlformats.org/officeDocument/2006/relationships/officeDocument" Target="/ppt/presentation.xml" Id="R9e269312c1cd43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64116c99094704"/>
  </p:sldMasterIdLst>
  <p:notesMasterIdLst>
    <p:notesMasterId xmlns:r="http://schemas.openxmlformats.org/officeDocument/2006/relationships" r:id="R063292cbd25a4842"/>
  </p:notesMasterIdLst>
  <p:sldIdLst>
    <p:sldId xmlns:r="http://schemas.openxmlformats.org/officeDocument/2006/relationships" id="256" r:id="Rb2e475e0a583439f"/>
    <p:sldId xmlns:r="http://schemas.openxmlformats.org/officeDocument/2006/relationships" id="257" r:id="R01af2099f2d3403d"/>
    <p:sldId xmlns:r="http://schemas.openxmlformats.org/officeDocument/2006/relationships" id="258" r:id="Ra6aa4f1abee24eac"/>
    <p:sldId xmlns:r="http://schemas.openxmlformats.org/officeDocument/2006/relationships" id="259" r:id="R80d470a4e42242c6"/>
    <p:sldId xmlns:r="http://schemas.openxmlformats.org/officeDocument/2006/relationships" id="260" r:id="R8bd54f9af9a540c0"/>
    <p:sldId xmlns:r="http://schemas.openxmlformats.org/officeDocument/2006/relationships" id="261" r:id="R6e94161a412e4b13"/>
    <p:sldId xmlns:r="http://schemas.openxmlformats.org/officeDocument/2006/relationships" id="262" r:id="R551b6c21ef114fc5"/>
    <p:sldId xmlns:r="http://schemas.openxmlformats.org/officeDocument/2006/relationships" id="263" r:id="R7957307c11624288"/>
    <p:sldId xmlns:r="http://schemas.openxmlformats.org/officeDocument/2006/relationships" id="264" r:id="Rdf183f7f6ae94cb0"/>
    <p:sldId xmlns:r="http://schemas.openxmlformats.org/officeDocument/2006/relationships" id="265" r:id="R95f27552330743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64aed3eb7f4ea5" /><Relationship Type="http://schemas.openxmlformats.org/officeDocument/2006/relationships/slideMaster" Target="/ppt/slideMasters/slideMaster1.xml" Id="Ra164116c99094704" /><Relationship Type="http://schemas.openxmlformats.org/officeDocument/2006/relationships/notesMaster" Target="/ppt/notesMasters/notesMaster1.xml" Id="R063292cbd25a4842" /><Relationship Type="http://schemas.openxmlformats.org/officeDocument/2006/relationships/presProps" Target="/ppt/presProps.xml" Id="R96c49eeffe4a49ed" /><Relationship Type="http://schemas.openxmlformats.org/officeDocument/2006/relationships/tableStyles" Target="/ppt/tableStyles.xml" Id="R8ccee1212eb94ca9" /><Relationship Type="http://schemas.openxmlformats.org/officeDocument/2006/relationships/slide" Target="/ppt/slides/slide1.xml" Id="Rb2e475e0a583439f" /><Relationship Type="http://schemas.openxmlformats.org/officeDocument/2006/relationships/slide" Target="/ppt/slides/slide2.xml" Id="R01af2099f2d3403d" /><Relationship Type="http://schemas.openxmlformats.org/officeDocument/2006/relationships/slide" Target="/ppt/slides/slide3.xml" Id="Ra6aa4f1abee24eac" /><Relationship Type="http://schemas.openxmlformats.org/officeDocument/2006/relationships/slide" Target="/ppt/slides/slide4.xml" Id="R80d470a4e42242c6" /><Relationship Type="http://schemas.openxmlformats.org/officeDocument/2006/relationships/slide" Target="/ppt/slides/slide5.xml" Id="R8bd54f9af9a540c0" /><Relationship Type="http://schemas.openxmlformats.org/officeDocument/2006/relationships/slide" Target="/ppt/slides/slide6.xml" Id="R6e94161a412e4b13" /><Relationship Type="http://schemas.openxmlformats.org/officeDocument/2006/relationships/slide" Target="/ppt/slides/slide7.xml" Id="R551b6c21ef114fc5" /><Relationship Type="http://schemas.openxmlformats.org/officeDocument/2006/relationships/slide" Target="/ppt/slides/slide8.xml" Id="R7957307c11624288" /><Relationship Type="http://schemas.openxmlformats.org/officeDocument/2006/relationships/slide" Target="/ppt/slides/slide9.xml" Id="Rdf183f7f6ae94cb0" /><Relationship Type="http://schemas.openxmlformats.org/officeDocument/2006/relationships/slide" Target="/ppt/slides/slide10.xml" Id="R95f27552330743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5b7b6ebe7041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627eb1b1a542c4" /><Relationship Type="http://schemas.openxmlformats.org/officeDocument/2006/relationships/notesMaster" Target="/ppt/notesMasters/notesMaster1.xml" Id="Rf51d73f1a3594a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0b9019909c4c88" /><Relationship Type="http://schemas.openxmlformats.org/officeDocument/2006/relationships/notesMaster" Target="/ppt/notesMasters/notesMaster1.xml" Id="Ra5403a4e944f48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563dc4983f4562" /><Relationship Type="http://schemas.openxmlformats.org/officeDocument/2006/relationships/notesMaster" Target="/ppt/notesMasters/notesMaster1.xml" Id="Ra322ee83b9b745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82eae4a6d44720" /><Relationship Type="http://schemas.openxmlformats.org/officeDocument/2006/relationships/notesMaster" Target="/ppt/notesMasters/notesMaster1.xml" Id="R0a3f3390323b44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eb7124b3634f84" /><Relationship Type="http://schemas.openxmlformats.org/officeDocument/2006/relationships/notesMaster" Target="/ppt/notesMasters/notesMaster1.xml" Id="Rc829fde4f69f46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329c4ebbe74fba" /><Relationship Type="http://schemas.openxmlformats.org/officeDocument/2006/relationships/notesMaster" Target="/ppt/notesMasters/notesMaster1.xml" Id="R9408288f78484c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2e645eee244d5c" /><Relationship Type="http://schemas.openxmlformats.org/officeDocument/2006/relationships/notesMaster" Target="/ppt/notesMasters/notesMaster1.xml" Id="R327d58e7864344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61bb308e5f4a56" /><Relationship Type="http://schemas.openxmlformats.org/officeDocument/2006/relationships/notesMaster" Target="/ppt/notesMasters/notesMaster1.xml" Id="R6b093458c3804a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4f9b7ce10c41f6" /><Relationship Type="http://schemas.openxmlformats.org/officeDocument/2006/relationships/notesMaster" Target="/ppt/notesMasters/notesMaster1.xml" Id="Rbfe29136f2504b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02b965a8e747f4" /><Relationship Type="http://schemas.openxmlformats.org/officeDocument/2006/relationships/notesMaster" Target="/ppt/notesMasters/notesMaster1.xml" Id="R93e1fce1d82946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debe decidir la audiencia.</a:t>
            </a:r>
          </a:p>
          <a:p xmlns:a="http://schemas.openxmlformats.org/drawingml/2006/main">
            <a:r>
              <a:t>Señal para avanzar: Hay acción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necesita esta audiencia?</a:t>
            </a:r>
          </a:p>
          <a:p xmlns:a="http://schemas.openxmlformats.org/drawingml/2006/main">
            <a:r>
              <a:t>• ¿Qué evidencia no puede omitirse?</a:t>
            </a:r>
          </a:p>
          <a:p xmlns:a="http://schemas.openxmlformats.org/drawingml/2006/main">
            <a:r>
              <a:t>• ¿Qué incertidumbre debe conservarse?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Tesis comunicable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Mantener evidencia y límite.</a:t>
            </a:r>
          </a:p>
          <a:p xmlns:a="http://schemas.openxmlformats.org/drawingml/2006/main">
            <a:r>
              <a:t>Señal para avanzar: La frase puede objetarse.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no puede omitirse?</a:t>
            </a:r>
          </a:p>
          <a:p xmlns:a="http://schemas.openxmlformats.org/drawingml/2006/main">
            <a:r>
              <a:t>• ¿Qué incertidumbre debe conservarse?</a:t>
            </a:r>
          </a:p>
          <a:p xmlns:a="http://schemas.openxmlformats.org/drawingml/2006/main">
            <a:r>
              <a:t>• ¿Qué hace Operaciones ante una excepción?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Versión ejecutiva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Priorizar consecuencia y opciones.</a:t>
            </a:r>
          </a:p>
          <a:p xmlns:a="http://schemas.openxmlformats.org/drawingml/2006/main">
            <a:r>
              <a:t>Señal para avanzar: El pedido es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debe conservarse?</a:t>
            </a:r>
          </a:p>
          <a:p xmlns:a="http://schemas.openxmlformats.org/drawingml/2006/main">
            <a:r>
              <a:t>• ¿Qué hace Operaciones ante una excepción?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Defensa técnica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procedencia y garantía.</a:t>
            </a:r>
          </a:p>
          <a:p xmlns:a="http://schemas.openxmlformats.org/drawingml/2006/main">
            <a:r>
              <a:t>Señal para avanzar: La evidencia soporta preguntas.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hace Operaciones ante una excepción?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>• ¿Qué criterio viajó al caso nuevo?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Transferencia operativa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Ejecutar una excepción.</a:t>
            </a:r>
          </a:p>
          <a:p xmlns:a="http://schemas.openxmlformats.org/drawingml/2006/main">
            <a:r>
              <a:t>Señal para avanzar: El criterio guía 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>• ¿Qué criterio viajó al caso nuevo?</a:t>
            </a:r>
          </a:p>
          <a:p xmlns:a="http://schemas.openxmlformats.org/drawingml/2006/main">
            <a:r>
              <a:t>• ¿Qué decisión necesita esta audiencia?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Comunicación a afectados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Quitar jerga sin borrar derechos.</a:t>
            </a:r>
          </a:p>
          <a:p xmlns:a="http://schemas.openxmlformats.org/drawingml/2006/main">
            <a:r>
              <a:t>Señal para avanzar: Hay impugnación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criterio viajó al caso nuevo?</a:t>
            </a:r>
          </a:p>
          <a:p xmlns:a="http://schemas.openxmlformats.org/drawingml/2006/main">
            <a:r>
              <a:t>• ¿Qué decisión necesita esta audiencia?</a:t>
            </a:r>
          </a:p>
          <a:p xmlns:a="http://schemas.openxmlformats.org/drawingml/2006/main">
            <a:r>
              <a:t>• ¿Qué evidencia no puede omitirse?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Objeción fuerte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Tratarla como prueba.</a:t>
            </a:r>
          </a:p>
          <a:p xmlns:a="http://schemas.openxmlformats.org/drawingml/2006/main">
            <a:r>
              <a:t>Señal para avanzar: Se distingue forma de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necesita esta audiencia?</a:t>
            </a:r>
          </a:p>
          <a:p xmlns:a="http://schemas.openxmlformats.org/drawingml/2006/main">
            <a:r>
              <a:t>• ¿Qué evidencia no puede omitirse?</a:t>
            </a:r>
          </a:p>
          <a:p xmlns:a="http://schemas.openxmlformats.org/drawingml/2006/main">
            <a:r>
              <a:t>• ¿Qué incertidumbre debe conservarse?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Evidencia visual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oculta el gráfico.</a:t>
            </a:r>
          </a:p>
          <a:p xmlns:a="http://schemas.openxmlformats.org/drawingml/2006/main">
            <a:r>
              <a:t>Señal para avanzar: La imagen no decora.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no puede omitirse?</a:t>
            </a:r>
          </a:p>
          <a:p xmlns:a="http://schemas.openxmlformats.org/drawingml/2006/main">
            <a:r>
              <a:t>• ¿Qué incertidumbre debe conservarse?</a:t>
            </a:r>
          </a:p>
          <a:p xmlns:a="http://schemas.openxmlformats.org/drawingml/2006/main">
            <a:r>
              <a:t>• ¿Qué hace Operaciones ante una excepción?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Caso nuevo HH-35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Prohibir copiar la solución.</a:t>
            </a:r>
          </a:p>
          <a:p xmlns:a="http://schemas.openxmlformats.org/drawingml/2006/main">
            <a:r>
              <a:t>Señal para avanzar: Se transfiere el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debe conservarse?</a:t>
            </a:r>
          </a:p>
          <a:p xmlns:a="http://schemas.openxmlformats.org/drawingml/2006/main">
            <a:r>
              <a:t>• ¿Qué hace Operaciones ante una excepción?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Registrar sorpresa y revisión.</a:t>
            </a:r>
          </a:p>
          <a:p xmlns:a="http://schemas.openxmlformats.org/drawingml/2006/main">
            <a:r>
              <a:t>Señal para avanzar: Aparece aprendizaje demostrable.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hace Operaciones ante una excepción?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>• ¿Qué criterio viajó al caso nuevo?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eeec6257544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99a8b8bb56463a" /><Relationship Type="http://schemas.openxmlformats.org/officeDocument/2006/relationships/slideLayout" Target="/ppt/slideLayouts/slideLayout1.xml" Id="R6522a51c325047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22a51c325047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a792855d44407" /><Relationship Type="http://schemas.openxmlformats.org/officeDocument/2006/relationships/notesSlide" Target="/ppt/notesSlides/notesSlide1.xml" Id="Rc05ffc98ed5d4e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a96a0d515431e" /><Relationship Type="http://schemas.openxmlformats.org/officeDocument/2006/relationships/notesSlide" Target="/ppt/notesSlides/notesSlide2.xml" Id="R95eb19f0cd4f45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d64134c6f4193" /><Relationship Type="http://schemas.openxmlformats.org/officeDocument/2006/relationships/notesSlide" Target="/ppt/notesSlides/notesSlide3.xml" Id="R9b935c43418248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e10e96a094c10" /><Relationship Type="http://schemas.openxmlformats.org/officeDocument/2006/relationships/notesSlide" Target="/ppt/notesSlides/notesSlide4.xml" Id="R4156c1399d954b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db47c13924201" /><Relationship Type="http://schemas.openxmlformats.org/officeDocument/2006/relationships/notesSlide" Target="/ppt/notesSlides/notesSlide5.xml" Id="R2433f023397d44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2ff2f72d9480c" /><Relationship Type="http://schemas.openxmlformats.org/officeDocument/2006/relationships/notesSlide" Target="/ppt/notesSlides/notesSlide6.xml" Id="Rae554c69f8474c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929a6bc59440d" /><Relationship Type="http://schemas.openxmlformats.org/officeDocument/2006/relationships/notesSlide" Target="/ppt/notesSlides/notesSlide7.xml" Id="R67f45d75082a47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674188dcd43f7" /><Relationship Type="http://schemas.openxmlformats.org/officeDocument/2006/relationships/notesSlide" Target="/ppt/notesSlides/notesSlide8.xml" Id="Ra5a03ca277644d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36f2827ba4920" /><Relationship Type="http://schemas.openxmlformats.org/officeDocument/2006/relationships/notesSlide" Target="/ppt/notesSlides/notesSlide9.xml" Id="R92e41c39e4a545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9fd45129a4577" /><Relationship Type="http://schemas.openxmlformats.org/officeDocument/2006/relationships/notesSlide" Target="/ppt/notesSlides/notesSlide10.xml" Id="R1bb37c58219a43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F9774-8E2C-4843-A559-877BEF72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403AE-D82C-425B-A990-275FFB72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8A6D6-7648-453C-9C6E-C18171D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25297-3754-4BC7-936B-960EEABE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F98D2-6E23-44BC-B003-E9B2EE41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2356E-956E-4D9F-A48B-FB2AAA12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922D5-ABD5-4CBE-A302-958BADD0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14F72-2351-467B-9DE4-BEE83036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C98FD-808D-4680-ABF2-2D6A12D6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lograr que audiencias distintas comprendan, cuestionen y usen una intervención sin reducirla a un relato persuasivo ni copiar su forma?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10049-CD52-44E9-8CD0-8E20739E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312FB-2B8E-4050-9CD0-EC079A1F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9728324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1CA1E-3BED-42BA-AF9D-8A446DF0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DB900-908D-401A-ADD8-28759068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3AECD-B037-43D5-BA5C-B88F6524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C6429-CC8C-46C7-946B-C77FDF1B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7F1C0-11E3-4858-8D94-77CB699F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E83A5-9C48-423F-A575-DAF39B9D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A4BF2-F17F-44AB-B3FD-B138A210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EF21A-D203-44AB-9859-D5C43E63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Tesis comunicable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EFA23-BA15-430E-8411-C319266E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B782D-28E1-45CE-8D3B-BAF7B721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AE9B1-F1DC-492E-A79D-5374B8C8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3D397-D4BD-44B4-BA56-29BA1687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A8412-EE7C-4B5C-B8C2-B3DB9496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89CDC-1E25-4ED4-8317-88F3F733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DD4E3-3167-42BE-BD40-1889C563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EFA35-6901-4AB9-B320-4F2F5A87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0B7E4-BCDC-4C5F-B6A6-D4FBBDE4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CF507-1F09-4F7A-AD34-20FC8C91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280835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27B90-7B10-4F6A-A910-EAFBC89F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CEE42-912E-40DE-89EA-F76EC641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DD216-B8FD-486D-B0B4-AFB1BAAC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63130-75EB-45C7-8421-F24881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760BE-E812-46C0-9D84-C860525D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97E11-3FED-4B71-AEAA-50C6A6C9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71309-CB07-4D75-B19E-08F4CBC3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66BE7-0B7A-49B6-AE58-DA825B7B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Versión ejecutiva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5DE14-C4EF-4446-9569-66B2FF0E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65525-2EC3-46DE-BED0-E149F214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BDB7A-2D86-47E5-A05C-BCF7080E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36C4E-1A06-4250-BBC6-4CA8523F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0088E-5F26-4D12-9374-E8EC5A1B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3681C-DBD6-4B1F-BA8E-9A5DEE2A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1459B-E2D1-49D2-AC58-0354809C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BE95A-00FE-4FBE-A225-B9066AFE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DDFE7-FD60-4A13-93FC-015849D9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10B83-D48D-4558-A93F-5E69A5AB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A1B79-3EBC-4A33-9BFB-13DFFC40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A5008-7063-4CCC-9773-2E15BFFC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984739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7799C-95E7-4D96-B900-02F87722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2978C-CE19-428B-BA6B-C43C3138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35B92-30EA-4368-B6CD-CC2F6A94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CCB12-7E50-41E5-A54C-900392C4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1A500-426B-4D50-95FD-861C8A49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869AD-066D-47A1-B76B-E3E88279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52BAB-348A-4C92-AB0B-C073A7DA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A854F-A625-45D7-BAF6-7DB23E79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Defensa técnica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4A2A5-1CEA-4E97-B6F4-7A802DA1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F550D-FFD7-41E3-B36F-C5D1A702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22164-CAD5-4722-9CE9-3F83E493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F9171-F348-4BEA-AB23-F2CCB272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D37E4-CAA1-4168-BC2C-735C6987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863BA-0B2F-46A8-AEA5-621F33C4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680374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E3138-2AD9-4149-BF39-8E171189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3428E-C077-4E4A-BC67-DBC10F1D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21A28-7B82-4C8B-8C4C-4AA2A594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ACF8E-1B6B-480A-94B0-53226D72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F4007-A33E-4308-A4EB-C7EEEBFE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CEFD9-7248-4F93-98BE-E20AF96C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F637D-5779-47DD-AD5F-A9FC97F6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94715-D4B4-44F1-BF2E-04566670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Transferencia operativa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A13AB-16D7-44F0-B5F9-4DA82FB5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7093A-8530-4535-915F-8744B4F6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E3139-7666-4504-9E8C-74D8DC8F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106FC-26A4-45F3-9AD1-C4423356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D2791-D418-45AA-9ABC-ABF53114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A9803-24E1-4827-B018-DC55C779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EBF49-02A0-4B74-B53C-18EA8757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957A3-C12C-444B-A373-3EAD135E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25BE6-B154-42EE-A7DA-70DAAACE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EB23F-F083-4EC6-A16A-BB2378C9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8A50F-E4C4-4CC8-8D3E-2CA88916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0345E-E7C3-423A-AB1A-BE7F8CC3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27423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8DBE8-BB0D-4FDD-A410-7DBF41A6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5EC94-D07F-44E6-9DCB-12FF7291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F40E6-E330-436E-9D0F-673A2426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66414-6A5B-4306-B998-DDA2C163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102B2-2A2E-41E7-8DFA-ED2B0899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36640-CAC9-4E7C-B8F0-1A3B7CB3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C3901-04D3-4DF7-9692-D6F21E92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7D488-8BB1-49BC-878C-E8672333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Comunicación a afectados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5D7DF-13F5-48C1-AEF1-3DB277AC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78091-838A-4ADB-9DC3-046D1B55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59CCA-ADB9-4250-8EF2-200F542D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CF23F-78B1-436A-B2C5-D0097E0A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A5399-6C7B-4C8E-8BE0-F171BDB4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492EF-0706-4CDE-A1BC-20296886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218233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A2AC2-A9E1-4F41-AAF9-317EF5A0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AA599-E929-45AB-903A-85EBCF5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36CD0-452C-438A-9DFC-774BDF1F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61924-3566-41B8-98AC-3A55801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06F1C-36DF-4271-AF22-FEC6E3A3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7F749-BCB6-4E10-8147-22349048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A360B-137C-42D1-A333-B6FFEC49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5420E-2F73-45BB-A031-1B1DD386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Objeción fuerte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CCA81-8BC2-4676-A26E-D85A9E49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295B2-1B65-415B-8A3F-D30EFAD5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BB513-B13F-481E-BD56-69248CF4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573458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86AF3-CB99-479B-AAE6-967CEA66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0F9AD-E25B-4C21-B5BF-4F51F6E9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A15D1-FFA2-4308-9FAA-C9C06F34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C384D-1B4D-4E15-8895-6B0B2A30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5308F-DFCB-4B58-A5EF-43CA4343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AEC34-AE44-4FB8-8B90-47FCCAF4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BD5EA-8D31-4F43-8866-273F068C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369A2-9272-4A84-9197-95A20BBD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Evidencia visual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C42B2-FFF2-464C-938F-75EA1B7B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2E866-B90F-459E-B0FD-F04B4581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C228B-8C0B-4BAF-B0E5-8255F548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B5FD1-7622-4471-98A2-F26937B8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D54AB-B09C-4577-9664-A03007A2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C0E95-30A3-4A27-9F73-D278AF0C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82FFB-E5E6-47E4-89BC-615361AE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441D1-B943-4137-BBAF-D71ABBA8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6468C-B5ED-4F7F-97A6-58B0B5B7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6747C-B050-4A8E-AF8F-7079ADA6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324F6-EFF9-45D6-A71A-FD099026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0C1CF-E739-4B2A-8F36-1D89620A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20238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03641-CDB4-469F-A58D-F9858C76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C68BC-7B62-4A50-AC30-9020F552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6A1E7-7014-4E60-AC14-840070E5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62325-5280-4FF1-A300-25147FAC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2C74E-F8F0-4CA3-A1D2-1B33E0C6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37DB0-4110-46B9-874A-9087DE71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BF0B3-9E3C-40EB-9B1E-44A9EB11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30653-BD57-4BE0-8B6B-46E083B1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Caso nuevo HH-35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5C09B-AE1C-4871-9ACF-5595AA3C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D5686-2112-4A2D-848C-65DEE941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BB1E6-12AB-4E08-86F0-2E9BA690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99940-A505-4C34-A5E5-234868EC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000FC-E397-4E2A-9630-B0495CA8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BEF4F-4618-4E14-A9D7-DE7B5F44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A339A-92D9-4EA2-99C5-D6104901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68C3F-EC82-4AAE-88C7-C156C203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167D4-D394-4008-B3D1-D3CE96DF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BAC8C-69FA-4C8D-996D-8DB12680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409CA-3405-4F60-AB5C-FB139050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909896-2E8B-479A-A2CF-4C79369A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922354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416CA-7A98-4D23-8FC7-6491D98A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FD7A3-7CF1-4BE1-BE31-F1DE7EC8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BBD28-BC31-4D0F-9008-D35788D8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150A2-B529-4E7F-83E0-069ED813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7A5C4-7F5B-418B-BCF1-EF4557B6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B613F-06E4-47E1-9C2E-2BA5CD5F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15735-F1A0-474E-8329-7150829A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F1F99-E1CB-4721-A068-054F3ACA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DABB8-0285-495D-A832-005681A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5BF41-C808-4C71-A0E6-0DD2F6E4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5D948-FB83-42F2-8A7B-E23CD220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F047E-3752-4CFF-A8C5-FC7B57B3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50B8F-92BB-4E10-A1D7-B71FFEE3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538BE-EAEE-44B3-BAB2-E7094504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263F8-1A82-4597-9604-C0C19476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defiende y transfiere el criterio HH-35 ante audiencias ejecutiva, técnica, operativa y afectada.</a:t>
            </a:r>
          </a:p>
        </p:txBody>
      </p:sp>
    </p:spTree>
    <p:extLst>
      <p:ext uri="{BB962C8B-B14F-4D97-AF65-F5344CB8AC3E}">
        <p14:creationId xmlns:p14="http://schemas.microsoft.com/office/powerpoint/2010/main" val="14115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2026-09-12T16:23:32.7340000Z</dcterms:created>
  <dcterms:modified xsi:type="dcterms:W3CDTF">2026-09-12T16:23:32.7340000Z</dcterms:modified>
</coreProperties>
</file>