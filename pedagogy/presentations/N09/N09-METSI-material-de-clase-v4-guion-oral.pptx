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b2d81c43254e0a" /><Relationship Type="http://schemas.openxmlformats.org/officeDocument/2006/relationships/extended-properties" Target="/docProps/app.xml" Id="Rd333c51d51534502" /><Relationship Type="http://schemas.openxmlformats.org/officeDocument/2006/relationships/officeDocument" Target="/ppt/presentation.xml" Id="R5667b74b1b404b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1aec3096f840a4"/>
  </p:sldMasterIdLst>
  <p:notesMasterIdLst>
    <p:notesMasterId xmlns:r="http://schemas.openxmlformats.org/officeDocument/2006/relationships" r:id="R797c1c3554f24cfd"/>
  </p:notesMasterIdLst>
  <p:sldIdLst>
    <p:sldId xmlns:r="http://schemas.openxmlformats.org/officeDocument/2006/relationships" id="256" r:id="R28bdc7dfe6124d15"/>
    <p:sldId xmlns:r="http://schemas.openxmlformats.org/officeDocument/2006/relationships" id="257" r:id="R735d26becba94638"/>
    <p:sldId xmlns:r="http://schemas.openxmlformats.org/officeDocument/2006/relationships" id="258" r:id="R2d772b13e5bb46f3"/>
    <p:sldId xmlns:r="http://schemas.openxmlformats.org/officeDocument/2006/relationships" id="259" r:id="R34adac69c7724bd0"/>
    <p:sldId xmlns:r="http://schemas.openxmlformats.org/officeDocument/2006/relationships" id="260" r:id="R095129ed081f4673"/>
    <p:sldId xmlns:r="http://schemas.openxmlformats.org/officeDocument/2006/relationships" id="261" r:id="Re2e67104d07d4b0f"/>
    <p:sldId xmlns:r="http://schemas.openxmlformats.org/officeDocument/2006/relationships" id="262" r:id="Rcb41b9b9c3b34777"/>
    <p:sldId xmlns:r="http://schemas.openxmlformats.org/officeDocument/2006/relationships" id="263" r:id="Rde166380923f42b7"/>
    <p:sldId xmlns:r="http://schemas.openxmlformats.org/officeDocument/2006/relationships" id="264" r:id="Ra52117b838f54c94"/>
    <p:sldId xmlns:r="http://schemas.openxmlformats.org/officeDocument/2006/relationships" id="265" r:id="R95ea8622d16e4b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afda3af75e4f1c" /><Relationship Type="http://schemas.openxmlformats.org/officeDocument/2006/relationships/slideMaster" Target="/ppt/slideMasters/slideMaster1.xml" Id="R701aec3096f840a4" /><Relationship Type="http://schemas.openxmlformats.org/officeDocument/2006/relationships/notesMaster" Target="/ppt/notesMasters/notesMaster1.xml" Id="R797c1c3554f24cfd" /><Relationship Type="http://schemas.openxmlformats.org/officeDocument/2006/relationships/presProps" Target="/ppt/presProps.xml" Id="Ra2dcb929de9e4c29" /><Relationship Type="http://schemas.openxmlformats.org/officeDocument/2006/relationships/tableStyles" Target="/ppt/tableStyles.xml" Id="R1942388765fe4df9" /><Relationship Type="http://schemas.openxmlformats.org/officeDocument/2006/relationships/slide" Target="/ppt/slides/slide1.xml" Id="R28bdc7dfe6124d15" /><Relationship Type="http://schemas.openxmlformats.org/officeDocument/2006/relationships/slide" Target="/ppt/slides/slide2.xml" Id="R735d26becba94638" /><Relationship Type="http://schemas.openxmlformats.org/officeDocument/2006/relationships/slide" Target="/ppt/slides/slide3.xml" Id="R2d772b13e5bb46f3" /><Relationship Type="http://schemas.openxmlformats.org/officeDocument/2006/relationships/slide" Target="/ppt/slides/slide4.xml" Id="R34adac69c7724bd0" /><Relationship Type="http://schemas.openxmlformats.org/officeDocument/2006/relationships/slide" Target="/ppt/slides/slide5.xml" Id="R095129ed081f4673" /><Relationship Type="http://schemas.openxmlformats.org/officeDocument/2006/relationships/slide" Target="/ppt/slides/slide6.xml" Id="Re2e67104d07d4b0f" /><Relationship Type="http://schemas.openxmlformats.org/officeDocument/2006/relationships/slide" Target="/ppt/slides/slide7.xml" Id="Rcb41b9b9c3b34777" /><Relationship Type="http://schemas.openxmlformats.org/officeDocument/2006/relationships/slide" Target="/ppt/slides/slide8.xml" Id="Rde166380923f42b7" /><Relationship Type="http://schemas.openxmlformats.org/officeDocument/2006/relationships/slide" Target="/ppt/slides/slide9.xml" Id="Ra52117b838f54c94" /><Relationship Type="http://schemas.openxmlformats.org/officeDocument/2006/relationships/slide" Target="/ppt/slides/slide10.xml" Id="R95ea8622d16e4b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74d51c15e043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6746a6617e42f2" /><Relationship Type="http://schemas.openxmlformats.org/officeDocument/2006/relationships/notesMaster" Target="/ppt/notesMasters/notesMaster1.xml" Id="Re51fc69df5d647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38781f405a43f3" /><Relationship Type="http://schemas.openxmlformats.org/officeDocument/2006/relationships/notesMaster" Target="/ppt/notesMasters/notesMaster1.xml" Id="R8c50102e6a6740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4daa2e5c604dcb" /><Relationship Type="http://schemas.openxmlformats.org/officeDocument/2006/relationships/notesMaster" Target="/ppt/notesMasters/notesMaster1.xml" Id="Ref04369262eb44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1e9567ea8e4e69" /><Relationship Type="http://schemas.openxmlformats.org/officeDocument/2006/relationships/notesMaster" Target="/ppt/notesMasters/notesMaster1.xml" Id="Rf9c8c1d0e1484d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bb42ac75744c02" /><Relationship Type="http://schemas.openxmlformats.org/officeDocument/2006/relationships/notesMaster" Target="/ppt/notesMasters/notesMaster1.xml" Id="R869c0fc817c840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03bb174d4c4f52" /><Relationship Type="http://schemas.openxmlformats.org/officeDocument/2006/relationships/notesMaster" Target="/ppt/notesMasters/notesMaster1.xml" Id="R29d08f2efe4c4d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c9ebc1664b49b3" /><Relationship Type="http://schemas.openxmlformats.org/officeDocument/2006/relationships/notesMaster" Target="/ppt/notesMasters/notesMaster1.xml" Id="Rc1978951cb8c40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099c7c1d59489c" /><Relationship Type="http://schemas.openxmlformats.org/officeDocument/2006/relationships/notesMaster" Target="/ppt/notesMasters/notesMaster1.xml" Id="R04acd83a6f4e4a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26f381dc774cb8" /><Relationship Type="http://schemas.openxmlformats.org/officeDocument/2006/relationships/notesMaster" Target="/ppt/notesMasters/notesMaster1.xml" Id="Rfee9c24996fb47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397762c62646e5" /><Relationship Type="http://schemas.openxmlformats.org/officeDocument/2006/relationships/notesMaster" Target="/ppt/notesMasters/notesMaster1.xml" Id="R519f6e362a2e40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Experiencia, accesibilidad y adopción no son decoración.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¿Qué cambia cuando experiencia, accesibilidad y adopción se tratan como propiedades del sistema y no como terminación de una interfaz?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resultado debe poder completar la persona? ¿Dónde cambia el canal o la autoridad?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define qué debe poder completar una persona en HH-09 y bajo qué condiciones. Se descartan formulaciones como usar la aplicación o completar la pantalla.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¿Dónde cambia el canal o la autoridad? ¿Qué población queda fuera del denominador?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ubican transiciones entre comunicación previa, llegada, identificación, garantía, habitación, excepción y reparación. Marcan dónde cambia canal, actor, significado o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población queda fuera del denominador? ¿Esta fricción protege algo o sólo traslada costo?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distinguir usabilidad, accesibilidad, experiencia y adopción mediante barreras encontradas en los recorridos, sin convertir WCAG en una lista suficiente para el 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¿Esta fricción protege algo o sólo traslada costo? ¿Qué asistencia invisible sostiene la tasa de adopción?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rotan por cuatro estaciones. En cada una reciben evidencia de una barrera y deben registrar población afectada, mecanismo, carga, alternativa y dato faltante. No se pide representar la experiencia de otra persona.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22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asistencia invisible sostiene la tasa de adopción? ¿La alternativa ofrece una promesa equivalente?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clasifica fricciones como protectoras, improductivas o inciertas. Para cada una declara qué valor o riesgo protege, qué evidencia lo demuestra y qué alternativa menos gravosa existe.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¿La alternativa ofrece una promesa equivalente? ¿Quién repara y cuánto puede esperar la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tasa de uso del check-in digital sube, pero también aumentan abandonos no registrados y asistencia informal. El equipo debe decidir si hay adopción, selección de población o desplazamiento de trabajo, y rediseñar la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repara y cuánto puede esperar la persona? ¿Qué resultado debe poder completar la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especifica una ruta equivalente de excepción y reparación con responsable, autoridad, tiempo de respuesta y retorno al recorrido principal. Otro equipo prueba si la alternativa conserva la misma promesa.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resultado debe poder completar la persona? ¿Dónde cambia el canal o la autoridad?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identifica un síntoma de experiencia, dos mecanismos rivales y un outcome verificable para N10.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¿Dónde cambia el canal o la autoridad? ¿Qué población queda fuera del denominador?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recorrido accesible de HH-09 con barreras priorizadas, alternativas equivalentes, recuperación y evidencia capaz de distinguir adopción, desplazamiento y abandono.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6df4efe8447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6f48ea1abd41e4" /><Relationship Type="http://schemas.openxmlformats.org/officeDocument/2006/relationships/slideLayout" Target="/ppt/slideLayouts/slideLayout1.xml" Id="R6831d50f01f647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31d50f01f647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3ecf3224b480d" /><Relationship Type="http://schemas.openxmlformats.org/officeDocument/2006/relationships/notesSlide" Target="/ppt/notesSlides/notesSlide1.xml" Id="Rf80fda2c7e7842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1d28f12924a4d" /><Relationship Type="http://schemas.openxmlformats.org/officeDocument/2006/relationships/notesSlide" Target="/ppt/notesSlides/notesSlide2.xml" Id="R0915deca748641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5c57194274e21" /><Relationship Type="http://schemas.openxmlformats.org/officeDocument/2006/relationships/notesSlide" Target="/ppt/notesSlides/notesSlide3.xml" Id="Rf7950301d07e41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62f7112b64225" /><Relationship Type="http://schemas.openxmlformats.org/officeDocument/2006/relationships/notesSlide" Target="/ppt/notesSlides/notesSlide4.xml" Id="Reddbfdf5691e41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2c048125c4186" /><Relationship Type="http://schemas.openxmlformats.org/officeDocument/2006/relationships/notesSlide" Target="/ppt/notesSlides/notesSlide5.xml" Id="R89783a3a59c74e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16d1fb7b2477f" /><Relationship Type="http://schemas.openxmlformats.org/officeDocument/2006/relationships/notesSlide" Target="/ppt/notesSlides/notesSlide6.xml" Id="Rc66d40401bc94f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f9d6f7f18408c" /><Relationship Type="http://schemas.openxmlformats.org/officeDocument/2006/relationships/notesSlide" Target="/ppt/notesSlides/notesSlide7.xml" Id="R0a8bea7bcdd043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67554b7c547d4" /><Relationship Type="http://schemas.openxmlformats.org/officeDocument/2006/relationships/notesSlide" Target="/ppt/notesSlides/notesSlide8.xml" Id="R58e76dd3384f4d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ba27318c544a3" /><Relationship Type="http://schemas.openxmlformats.org/officeDocument/2006/relationships/notesSlide" Target="/ppt/notesSlides/notesSlide9.xml" Id="R7561ca5ef9264a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56346cd17402e" /><Relationship Type="http://schemas.openxmlformats.org/officeDocument/2006/relationships/notesSlide" Target="/ppt/notesSlides/notesSlide10.xml" Id="Red80703fe4be4a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E0F71-E7AA-478D-8743-EA104405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CCD81-CD83-45BB-B8ED-F4B3285D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FBF5A-E1A8-4F2F-A6A9-589651A0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DF885-E393-4E4A-801E-97A5E345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679BD-97D2-447D-84D5-4F8F7085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A9550-2EE6-44AB-86C7-08A5A8F9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40ADD-61A0-4922-B1F2-94C8BB17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17196-917A-4068-AF9B-3BA103EB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5E44A-5241-4CB2-86BC-F15E7FE6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83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Experiencia, accesibilidad y adopción no son decoración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C07F9-FE54-4F4A-9DF0-01DAB0F8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cambia cuando experiencia, accesibilidad y adopción se tratan como propiedades del sistema y no como terminación de una interfaz?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7F17A-782E-4504-82D8-2A1F8049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2B5D5-1006-40EF-B5E1-96E61EC3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184717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DF5DB-25A0-41D2-A317-0117F026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E5924-85F8-4F29-A957-63E9A5B6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ED9D1-6471-42EF-AD04-225D7262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EE2DA-D9AF-4D17-9D8B-3FF926B2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77D10-3441-4540-8AB4-F14C2FB7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C8FB2-220B-4CDE-811D-BEB56867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3FB91-F377-4882-80C7-BEF0A2BA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51701-C643-49CE-941E-973546F6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Promesa y punto de llegada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D049B-2149-40E7-AA6C-A04A20FA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D58DA-EFCB-4947-A6CE-C7676800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71C67-D299-4AF9-9A39-7E2E503E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define qué debe poder completar una persona en HH-09 y bajo qué condiciones. Se descartan formulaciones como usar la aplicación o completar la pantalla.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33E9A-F915-4279-8C1F-C5BF2B44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3382F-BE82-43DF-841F-116F7B45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C42D0-FB14-4F43-B24F-803051A3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FE829-A1F6-440A-BBCF-E16A3D31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61712-9946-47EA-A2F2-59CD2F23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011B7-B8FA-4AC6-B107-1B203314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1830B-5135-408A-95A9-9D3A4D72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67D74-C500-400D-95A2-4FB73606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64AA5-CF4A-4A6B-89B3-9D61C655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5760A-E756-4D3A-87FD-089B6E95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20536750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FD3AD-4A21-4448-8373-41D67AD6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5069D-7FB0-42DE-84B1-B706FC98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4A7DE-CEDC-4DEF-AB55-956CCE38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BBF9E-F346-48CD-866D-D2475EA2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A1949-CABA-4F60-A00D-833D0EDD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2F00B-B0BB-40BB-8E3D-D038538A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2CB9F-5525-477F-84C3-441314C0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300B5-973C-4402-9B00-1A0FC4DA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Recorrido de principio a fin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1F410-0242-4E7B-9D6F-EFB21EAB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1BE3E-E1A8-4BB2-9CFB-A121881C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3EC97-01FE-4EAC-8F66-A768361A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ubican transiciones entre comunicación previa, llegada, identificación, garantía, habitación, excepción y reparación. Marcan dónde cambia canal, actor, significado o autoridad.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11913-2199-41B2-9BE3-58F9AAB5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22956-53B6-4435-B8D5-D5435188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63EC2-86B6-4546-838B-A2689120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7C850-FDD0-4E7D-8CB2-86FF3723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1FC8B-98F0-421F-B56F-E487435F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FB433-8C3F-482C-974E-3BE1DFAC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4AFC7-962C-4A95-9DD5-70E797D6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C6E36-4D1F-4764-B807-403E4F04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F8EE9-9894-4AEB-922A-5C3676C6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05D1B-A3AE-40D2-BB32-6D4E194E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7E84F-F9B3-419A-B4A7-F44AC753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CD8D6D-A337-4554-B71F-DCED4632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7896955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E1BD5-903A-4B93-BEAE-7CB921BF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09828-EFE6-4AFF-9059-92FAE943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F5EE6-4740-4D3E-9D03-E94DE716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95AAC-2133-49A9-B9E2-ED77EC4E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6BCB9-3C8A-4B17-B0F7-70A163CE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C688A-7452-4762-A1EA-7BED2EBD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E36EC-88B8-48B8-BD89-9D921273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D8272-ABFC-410D-A9AF-1DE7986B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situada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E8D14-905C-4F04-A345-347ED647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CF6BC-CFDA-4814-834D-9516B533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D3EDE-2EAB-45E6-AAB0-8277A60A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distingue usabilidad, accesibilidad, experiencia y adopción mediante barreras encontradas en los recorridos, sin convertir WCAG en una lista suficiente para el servicio.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87089-2519-4E14-8598-0FBCA23B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65548-1AD0-4EC5-BD90-25403C5D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58598-F4DD-48D8-AD15-2FF7BF1B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2BB24-6FB6-4C66-9B9E-E39709C4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FBA6B-488A-472A-9D58-A14A9F27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05C96-B9E8-4431-956B-A7E1F8C2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673416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83A01-AAED-4FE3-A855-AC5F3BED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F3BA7-4069-476B-A595-D0CD64A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9E78D-DEFE-4FE1-89E3-00C98840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48E3A-D6D3-4A35-97DE-5547F50E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675B9-2705-4916-98F5-91C548A3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CCA8E-3377-429E-B840-B01F9F45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FB835-7E25-44A9-B9E5-CB081B02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2C3D4-EF0C-4EB3-93B8-B339A189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Estaciones de 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346B7-CD8C-432C-90A7-DE9AF0CD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7EB8D-E412-408C-8AC0-530E6E0D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7172F-19DB-4748-9C48-53CE5A83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rotan por cuatro estaciones. En cada una reciben evidencia de una barrera y deben registrar población afectada, mecanismo, carga, alternativa y dato faltante. No se pide representar la experiencia de otra persona.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8DD4C-FB7D-4F5E-BB99-286C8DA5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C100A-6954-4572-8B71-A41E8B71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1099A-54F9-4FD0-AF1C-CF3590CE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BF855-FCA1-47E9-8168-FD9B89DF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57DD4-24BC-4824-9F36-3B2AB305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5E619-FDC4-4931-AA49-A6560831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F3E70-7EEA-41B9-96FC-5CB59662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314A4-4CE6-43A9-988F-1185BDBD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0ACB5D-81B8-42CC-BC99-9D4A09FE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055777-075E-4136-90E8-B62C07DB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AD2385-C9EA-4431-850B-81FA5E03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5871C-579C-4CF0-B652-8663EEA0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187731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38DD6-988F-48BE-96AE-56BA815D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5A30D-2855-4B24-A497-F96C06C0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EB507-3763-4749-BA7C-F4B95873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270CB-222A-4F00-B90D-B7A2CF81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9BAC0-D111-4441-A1E6-77FCC28C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0EDB0-C5F2-476A-8E44-06D4E04E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2E95B-566B-4E0C-B4E0-59F2BC77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0BC0E-23CD-4415-AA9A-B1569538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fricción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85D2E-73ED-45BC-928A-52E9F17F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0BB8E-1297-4DA0-A915-E46D52D9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77B43-CB34-4092-BC62-9E39D079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37E30-A714-48B0-8CBE-61DB2577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48F5F-2F71-4CFF-9E71-B774AF15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fricción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4E7C0-EDE7-46A5-B716-BBC4A51E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Cada equipo clasifica fricciones como protectoras, improductivas o inciertas. Para cada una declara qué valor o riesgo protege, qué evidencia lo demuestra y qué alternativa menos gravosa existe.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52F8B-F4A9-467B-B7AC-BA06601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FD004-C9B0-4CF4-A245-0D034CB4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6570717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878CD-6247-456E-B7F1-DE5D92F3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F1149-2803-4819-A253-E0294CAD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25C62-348D-4593-A37B-B359D14B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FF942-7E0B-4B88-BDB5-CB0C73F7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6AF09-3A68-4D3D-A35A-67B1B6C4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BF8A2-B796-4890-86F0-FC0415AD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2CC6E-B5B8-41FE-822A-92601BC5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72CA2-D869-4526-9811-D8FD527D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 de adopción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EBCE6-1E62-4669-8C38-2EAC0376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05F74-D817-4B32-AB5E-B726915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FB1D8-F7F8-4FF6-8DE8-8C3B2060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2F909-A1F3-4D1B-909A-7BE5B66E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E8BCD-57FC-4A0E-BC3B-8FABB679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745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 tasa de uso del check-in digital sube, pero también aumentan abandonos no registrados y asistencia informal. El equipo debe decidir si hay adopción, selección de población o desplazamiento de trabajo, y rediseñar la medición.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03E81-824C-4E9F-90B2-D10AFB06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5809018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3D1B1-110D-4490-8FFE-ADAB27C3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AAE68-F389-4368-AAC9-EB8C385C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F8943-6E35-49A9-9303-090D45C0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B84CA-1759-46E0-ADFA-64AA7832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C46CB-34AC-4DEC-8545-8559D301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16F31-CF29-4C79-96C9-32B3EB1E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E8C7A-46A3-4D64-866E-595B3E82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F0777-0752-454E-959F-31EC676F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Diseño de recuperación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F4F87-70C8-42BA-B5F4-0DC1A841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1DDB4-64C8-453E-B266-1757E761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4CF32-E3D8-409F-9CD7-3B7A0715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especifica una ruta equivalente de excepción y reparación con responsable, autoridad, tiempo de respuesta y retorno al recorrido principal. Otro equipo prueba si la alternativa conserva la misma promesa.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4B39C-BC4A-45E9-B7C1-5022E9FF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B8D47-7616-44C6-8403-83DB62CF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2473F-2853-4BD4-B52F-64FC3761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FE38B-7327-4F75-9637-B81639DB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506EE-76FF-4DC2-8093-369EA285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FD749-4561-47F7-ABCF-1CC9DB38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0D980-2A96-4EAB-9B5B-6CAF3ADE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6E3BF-C3BA-48FE-A0C4-12D5384E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F6E6D-1333-4683-8189-EDB473BF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16A50-2A5F-4395-9DDA-6D583DBB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E0C40-9A1E-486E-87CE-39EA3E75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8E1CCF-E908-45CA-96B9-6A579735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40887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D9E734-E111-4F99-8B11-DF86E082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9E14A-5CF5-482E-A576-0E445B20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83780-284A-4D33-9C7C-0BFBDCEE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67435-F297-4555-AD5A-4D9CF3C9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3F414-E2A6-427C-9C34-60A21EC5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9D68F-2D40-4F25-BDD5-7C5CED5D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00548-37E7-47EA-BC36-A0DDA92C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B6F8E-9C80-45AC-BB80-1627C770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E98D2-3E14-487B-9C7B-58962832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70F00-99D3-42CC-81F5-3AFBFEC3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309B7-0258-4A94-841A-894BA4F1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un síntoma de experiencia, dos mecanismos rivales y un outcome verificable para N10.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D2787-E2DB-4C4E-8F98-6A532F16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9FD3F-CC96-469C-B356-0D2C4FB2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C9247-2672-421F-80FF-1C3AB542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F9B31-2778-4941-8760-8204154D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40FE6-F98C-4BA5-8D9E-798BA8F0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7622C-2474-446A-83C7-2341578C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06532-36B8-4D0D-954A-A6D297F2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83F3B-B374-419F-AE9E-AA5B1643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C0268-2C81-4E16-8368-EBDE96F5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672AB-EC4E-416B-9C2B-C146466C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58EFF6-A72C-4180-9800-FF8FA1A0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0FEEC-E619-4040-8B7F-30691DCC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67833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92C72-2F98-4CD7-BA08-6DAF1C59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841E3-80A8-4CBB-835B-476D90D2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44523-561E-4D01-8709-A43B8B39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EC9A2-AC34-4EC4-8F8F-FF2AFE3D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C121E-684D-4470-ADB6-999A9FF1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0B915-6B66-43C5-A056-C4F29CBA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BE25F-8351-4575-B092-9226C3D6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22457-2D70-48B9-97F2-49EFCEC3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F7330-62B9-48D8-A5A0-882F0BDE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492F5-5DD9-4AC8-A90E-4EF95F50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1D03E-8220-471E-A1E0-7DCD820C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0EC21-F59E-458C-9733-87508880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8813B-84A4-4BF3-AB9A-F8C074AC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B53FE-8C0D-410E-AA8F-7990A4A8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14C8B-B32F-4E49-A170-988F6603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</p:spTree>
    <p:extLst>
      <p:ext uri="{BB962C8B-B14F-4D97-AF65-F5344CB8AC3E}">
        <p14:creationId xmlns:p14="http://schemas.microsoft.com/office/powerpoint/2010/main" val="1283039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2026-09-15T15:46:54.1470000Z</dcterms:created>
  <dcterms:modified xsi:type="dcterms:W3CDTF">2026-09-15T15:46:54.1470000Z</dcterms:modified>
</coreProperties>
</file>