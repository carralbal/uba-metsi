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4466a30b8d40d0" /><Relationship Type="http://schemas.openxmlformats.org/officeDocument/2006/relationships/extended-properties" Target="/docProps/app.xml" Id="R31e40e5565344d58" /><Relationship Type="http://schemas.openxmlformats.org/officeDocument/2006/relationships/officeDocument" Target="/ppt/presentation.xml" Id="R8deeb04d8f2c4f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9002e8fb56486e"/>
  </p:sldMasterIdLst>
  <p:notesMasterIdLst>
    <p:notesMasterId xmlns:r="http://schemas.openxmlformats.org/officeDocument/2006/relationships" r:id="R8f349377e30c4d4d"/>
  </p:notesMasterIdLst>
  <p:sldIdLst>
    <p:sldId xmlns:r="http://schemas.openxmlformats.org/officeDocument/2006/relationships" id="256" r:id="R8a60a1141e00486e"/>
    <p:sldId xmlns:r="http://schemas.openxmlformats.org/officeDocument/2006/relationships" id="257" r:id="R8c1c9d11fe614392"/>
    <p:sldId xmlns:r="http://schemas.openxmlformats.org/officeDocument/2006/relationships" id="258" r:id="Rabdb60ab0a0340c1"/>
    <p:sldId xmlns:r="http://schemas.openxmlformats.org/officeDocument/2006/relationships" id="259" r:id="Rc2e10f504f3f4d81"/>
    <p:sldId xmlns:r="http://schemas.openxmlformats.org/officeDocument/2006/relationships" id="260" r:id="R02e3227a7cb74a3e"/>
    <p:sldId xmlns:r="http://schemas.openxmlformats.org/officeDocument/2006/relationships" id="261" r:id="R487f1334626e4e17"/>
    <p:sldId xmlns:r="http://schemas.openxmlformats.org/officeDocument/2006/relationships" id="262" r:id="Ree811bfe564d4f81"/>
    <p:sldId xmlns:r="http://schemas.openxmlformats.org/officeDocument/2006/relationships" id="263" r:id="R09833e56e4f64ff8"/>
    <p:sldId xmlns:r="http://schemas.openxmlformats.org/officeDocument/2006/relationships" id="264" r:id="R31edac0dac964c65"/>
    <p:sldId xmlns:r="http://schemas.openxmlformats.org/officeDocument/2006/relationships" id="265" r:id="R019346607b0f42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c557b06e004e33" /><Relationship Type="http://schemas.openxmlformats.org/officeDocument/2006/relationships/slideMaster" Target="/ppt/slideMasters/slideMaster1.xml" Id="Rf79002e8fb56486e" /><Relationship Type="http://schemas.openxmlformats.org/officeDocument/2006/relationships/notesMaster" Target="/ppt/notesMasters/notesMaster1.xml" Id="R8f349377e30c4d4d" /><Relationship Type="http://schemas.openxmlformats.org/officeDocument/2006/relationships/presProps" Target="/ppt/presProps.xml" Id="Rc10ce76419ab45db" /><Relationship Type="http://schemas.openxmlformats.org/officeDocument/2006/relationships/tableStyles" Target="/ppt/tableStyles.xml" Id="Rf591691efdcd4172" /><Relationship Type="http://schemas.openxmlformats.org/officeDocument/2006/relationships/slide" Target="/ppt/slides/slide1.xml" Id="R8a60a1141e00486e" /><Relationship Type="http://schemas.openxmlformats.org/officeDocument/2006/relationships/slide" Target="/ppt/slides/slide2.xml" Id="R8c1c9d11fe614392" /><Relationship Type="http://schemas.openxmlformats.org/officeDocument/2006/relationships/slide" Target="/ppt/slides/slide3.xml" Id="Rabdb60ab0a0340c1" /><Relationship Type="http://schemas.openxmlformats.org/officeDocument/2006/relationships/slide" Target="/ppt/slides/slide4.xml" Id="Rc2e10f504f3f4d81" /><Relationship Type="http://schemas.openxmlformats.org/officeDocument/2006/relationships/slide" Target="/ppt/slides/slide5.xml" Id="R02e3227a7cb74a3e" /><Relationship Type="http://schemas.openxmlformats.org/officeDocument/2006/relationships/slide" Target="/ppt/slides/slide6.xml" Id="R487f1334626e4e17" /><Relationship Type="http://schemas.openxmlformats.org/officeDocument/2006/relationships/slide" Target="/ppt/slides/slide7.xml" Id="Ree811bfe564d4f81" /><Relationship Type="http://schemas.openxmlformats.org/officeDocument/2006/relationships/slide" Target="/ppt/slides/slide8.xml" Id="R09833e56e4f64ff8" /><Relationship Type="http://schemas.openxmlformats.org/officeDocument/2006/relationships/slide" Target="/ppt/slides/slide9.xml" Id="R31edac0dac964c65" /><Relationship Type="http://schemas.openxmlformats.org/officeDocument/2006/relationships/slide" Target="/ppt/slides/slide10.xml" Id="R019346607b0f42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b1de04094042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e864c9c49f4a1d" /><Relationship Type="http://schemas.openxmlformats.org/officeDocument/2006/relationships/notesMaster" Target="/ppt/notesMasters/notesMaster1.xml" Id="R621fd65e554844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dc3c7492c048da" /><Relationship Type="http://schemas.openxmlformats.org/officeDocument/2006/relationships/notesMaster" Target="/ppt/notesMasters/notesMaster1.xml" Id="R09d7741859764a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e1c30b084f4628" /><Relationship Type="http://schemas.openxmlformats.org/officeDocument/2006/relationships/notesMaster" Target="/ppt/notesMasters/notesMaster1.xml" Id="R3f396d03dd8042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32a11effe24a4e" /><Relationship Type="http://schemas.openxmlformats.org/officeDocument/2006/relationships/notesMaster" Target="/ppt/notesMasters/notesMaster1.xml" Id="R796e78a8075c42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45e95c81a74443" /><Relationship Type="http://schemas.openxmlformats.org/officeDocument/2006/relationships/notesMaster" Target="/ppt/notesMasters/notesMaster1.xml" Id="R602358de95df47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3695f7137a4884" /><Relationship Type="http://schemas.openxmlformats.org/officeDocument/2006/relationships/notesMaster" Target="/ppt/notesMasters/notesMaster1.xml" Id="Rdbfb9fb5e9a042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220c763e7b477f" /><Relationship Type="http://schemas.openxmlformats.org/officeDocument/2006/relationships/notesMaster" Target="/ppt/notesMasters/notesMaster1.xml" Id="Rfb98b7e487de41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e29c146cd34df8" /><Relationship Type="http://schemas.openxmlformats.org/officeDocument/2006/relationships/notesMaster" Target="/ppt/notesMasters/notesMaster1.xml" Id="Rb915f5cbb10843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8804a68a03457c" /><Relationship Type="http://schemas.openxmlformats.org/officeDocument/2006/relationships/notesMaster" Target="/ppt/notesMasters/notesMaster1.xml" Id="R3c8f21f6d2414b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3607ae121443a4" /><Relationship Type="http://schemas.openxmlformats.org/officeDocument/2006/relationships/notesMaster" Target="/ppt/notesMasters/notesMaster1.xml" Id="Rd4457be8a71740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un resultado que una persona debe poder completar.</a:t>
            </a:r>
          </a:p>
          <a:p xmlns:a="http://schemas.openxmlformats.org/drawingml/2006/main">
            <a:r>
              <a:t>Señal para avanzar: La promesa no se reduce a una interfaz.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recorrido de HH-09 que permita evaluar experiencia, accesibilidad y adopción como propiedades del servicio completo, no como apariencia de una pantalla.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resultado debe poder completar la persona?</a:t>
            </a:r>
          </a:p>
          <a:p xmlns:a="http://schemas.openxmlformats.org/drawingml/2006/main">
            <a:r>
              <a:t>• ¿Dónde cambia el canal o la autoridad?</a:t>
            </a:r>
          </a:p>
          <a:p xmlns:a="http://schemas.openxmlformats.org/drawingml/2006/main">
            <a:r>
              <a:t>• ¿Qué población queda fuera del denominador?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Línea de recorrido vacía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Promesa y punto de llegada · 10 minutos</a:t>
            </a:r>
          </a:p>
          <a:p xmlns:a="http://schemas.openxmlformats.org/drawingml/2006/main">
            <a:r>
              <a:t>Cada equipo define qué debe poder completar una persona en HH-09 y bajo qué condiciones. Se descartan formulaciones como usar la aplicación o completar la pantalla.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Marcar cambios de canal, actor, significado y autoridad.</a:t>
            </a:r>
          </a:p>
          <a:p xmlns:a="http://schemas.openxmlformats.org/drawingml/2006/main">
            <a:r>
              <a:t>Señal para avanzar: El recorrido llega hasta excepción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recorrido de HH-09 que permita evaluar experiencia, accesibilidad y adopción como propiedades del servicio completo, no como apariencia de una pantalla.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¿Dónde cambia el canal o la autoridad?</a:t>
            </a:r>
          </a:p>
          <a:p xmlns:a="http://schemas.openxmlformats.org/drawingml/2006/main">
            <a:r>
              <a:t>• ¿Qué población queda fuera del denominador?</a:t>
            </a:r>
          </a:p>
          <a:p xmlns:a="http://schemas.openxmlformats.org/drawingml/2006/main">
            <a:r>
              <a:t>• ¿Esta fricción protege algo o sólo traslada costo?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Cuatro conceptos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Recorrido de principio a fin · 15 minutos</a:t>
            </a:r>
          </a:p>
          <a:p xmlns:a="http://schemas.openxmlformats.org/drawingml/2006/main">
            <a:r>
              <a:t>Los equipos ubican transiciones entre comunicación previa, llegada, identificación, garantía, habitación, excepción y reparación. Marcan dónde cambia canal, actor, significado o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Distinguir usabilidad, accesibilidad, experiencia y adopción con el caso.</a:t>
            </a:r>
          </a:p>
          <a:p xmlns:a="http://schemas.openxmlformats.org/drawingml/2006/main">
            <a:r>
              <a:t>Señal para avanzar: Cada concepto cambia una pregunta o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recorrido de HH-09 que permita evaluar experiencia, accesibilidad y adopción como propiedades del servicio completo, no como apariencia de una pantalla.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queda fuera del denominador?</a:t>
            </a:r>
          </a:p>
          <a:p xmlns:a="http://schemas.openxmlformats.org/drawingml/2006/main">
            <a:r>
              <a:t>• ¿Esta fricción protege algo o sólo traslada costo?</a:t>
            </a:r>
          </a:p>
          <a:p xmlns:a="http://schemas.openxmlformats.org/drawingml/2006/main">
            <a:r>
              <a:t>• ¿Qué asistencia invisible sostiene la tasa de adopción?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Reglas de estaciones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situada · 10 minutos</a:t>
            </a:r>
          </a:p>
          <a:p xmlns:a="http://schemas.openxmlformats.org/drawingml/2006/main">
            <a:r>
              <a:t>El docente distingue usabilidad, accesibilidad, experiencia y adopción mediante barreras encontradas en los recorridos, sin convertir WCAG en una lista suficiente para el servicio.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Analizar evidencia sin simular discapacidades.</a:t>
            </a:r>
          </a:p>
          <a:p xmlns:a="http://schemas.openxmlformats.org/drawingml/2006/main">
            <a:r>
              <a:t>Señal para avanzar: Se registran población, mecanismo y alternativa.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recorrido de HH-09 que permita evaluar experiencia, accesibilidad y adopción como propiedades del servicio completo, no como apariencia de una pantalla.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¿Esta fricción protege algo o sólo traslada costo?</a:t>
            </a:r>
          </a:p>
          <a:p xmlns:a="http://schemas.openxmlformats.org/drawingml/2006/main">
            <a:r>
              <a:t>• ¿Qué asistencia invisible sostiene la tasa de adopción?</a:t>
            </a:r>
          </a:p>
          <a:p xmlns:a="http://schemas.openxmlformats.org/drawingml/2006/main">
            <a:r>
              <a:t>• ¿La alternativa ofrece una promesa equivalente?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Barreras priorizadas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Estaciones de evidencia · 22 minutos</a:t>
            </a:r>
          </a:p>
          <a:p xmlns:a="http://schemas.openxmlformats.org/drawingml/2006/main">
            <a:r>
              <a:t>Los equipos rotan por cuatro estaciones. En cada una reciben evidencia de una barrera y deben registrar población afectada, mecanismo, carga, alternativa y dato faltante. No se pide representar la experiencia de otra persona.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condición observable y consecuencia.</a:t>
            </a:r>
          </a:p>
          <a:p xmlns:a="http://schemas.openxmlformats.org/drawingml/2006/main">
            <a:r>
              <a:t>Señal para avanzar: La etiqueta se convierte en atributo verificable.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recorrido de HH-09 que permita evaluar experiencia, accesibilidad y adopción como propiedades del servicio completo, no como apariencia de una pantalla.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asistencia invisible sostiene la tasa de adopción?</a:t>
            </a:r>
          </a:p>
          <a:p xmlns:a="http://schemas.openxmlformats.org/drawingml/2006/main">
            <a:r>
              <a:t>• ¿La alternativa ofrece una promesa equivalente?</a:t>
            </a:r>
          </a:p>
          <a:p xmlns:a="http://schemas.openxmlformats.org/drawingml/2006/main">
            <a:r>
              <a:t>• ¿Quién repara y cuánto puede esperar la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fricción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de fricción · 18 minutos</a:t>
            </a:r>
          </a:p>
          <a:p xmlns:a="http://schemas.openxmlformats.org/drawingml/2006/main">
            <a:r>
              <a:t>Cada equipo clasifica fricciones como protectoras, improductivas o inciertas. Para cada una declara qué valor o riesgo protege, qué evidencia lo demuestra y qué alternativa menos gravosa existe.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valor protege y si existe alternativa menos gravosa.</a:t>
            </a:r>
          </a:p>
          <a:p xmlns:a="http://schemas.openxmlformats.org/drawingml/2006/main">
            <a:r>
              <a:t>Señal para avanzar: La fricción tiene justificación o se elimina.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recorrido de HH-09 que permita evaluar experiencia, accesibilidad y adopción como propiedades del servicio completo, no como apariencia de una pantalla.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¿La alternativa ofrece una promesa equivalente?</a:t>
            </a:r>
          </a:p>
          <a:p xmlns:a="http://schemas.openxmlformats.org/drawingml/2006/main">
            <a:r>
              <a:t>• ¿Quién repara y cuánto puede esperar la persona?</a:t>
            </a:r>
          </a:p>
          <a:p xmlns:a="http://schemas.openxmlformats.org/drawingml/2006/main">
            <a:r>
              <a:t>• ¿Qué resultado debe poder completar la persona?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Métrica de adopción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Perturbación de adopción · 20 minutos</a:t>
            </a:r>
          </a:p>
          <a:p xmlns:a="http://schemas.openxmlformats.org/drawingml/2006/main">
            <a:r>
              <a:t>La tasa de uso del check-in digital sube, pero también aumentan abandonos no registrados y asistencia informal. El equipo debe decidir si hay adopción, selección de población o desplazamiento de trabajo, y rediseñar la medición.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Revelar abandono y asistencia después de la primera lectura.</a:t>
            </a:r>
          </a:p>
          <a:p xmlns:a="http://schemas.openxmlformats.org/drawingml/2006/main">
            <a:r>
              <a:t>Señal para avanzar: El grupo revisa población y denominador.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recorrido de HH-09 que permita evaluar experiencia, accesibilidad y adopción como propiedades del servicio completo, no como apariencia de una pantalla.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repara y cuánto puede esperar la persona?</a:t>
            </a:r>
          </a:p>
          <a:p xmlns:a="http://schemas.openxmlformats.org/drawingml/2006/main">
            <a:r>
              <a:t>• ¿Qué resultado debe poder completar la persona?</a:t>
            </a:r>
          </a:p>
          <a:p xmlns:a="http://schemas.openxmlformats.org/drawingml/2006/main">
            <a:r>
              <a:t>• ¿Dónde cambia el canal o la autoridad?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Ruta de recuperación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Diseño de recuperación · 17 minutos</a:t>
            </a:r>
          </a:p>
          <a:p xmlns:a="http://schemas.openxmlformats.org/drawingml/2006/main">
            <a:r>
              <a:t>Cada equipo especifica una ruta equivalente de excepción y reparación con responsable, autoridad, tiempo de respuesta y retorno al recorrido principal. Otro equipo prueba si la alternativa conserva la misma promesa.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equivalencia, autoridad, tiempo y retorno.</a:t>
            </a:r>
          </a:p>
          <a:p xmlns:a="http://schemas.openxmlformats.org/drawingml/2006/main">
            <a:r>
              <a:t>Señal para avanzar: La alternativa no es un canal degradado.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recorrido de HH-09 que permita evaluar experiencia, accesibilidad y adopción como propiedades del servicio completo, no como apariencia de una pantalla.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resultado debe poder completar la persona?</a:t>
            </a:r>
          </a:p>
          <a:p xmlns:a="http://schemas.openxmlformats.org/drawingml/2006/main">
            <a:r>
              <a:t>• ¿Dónde cambia el canal o la autoridad?</a:t>
            </a:r>
          </a:p>
          <a:p xmlns:a="http://schemas.openxmlformats.org/drawingml/2006/main">
            <a:r>
              <a:t>• ¿Qué población queda fuera del denominador?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Evidencia posterior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identifica un síntoma de experiencia, dos mecanismos rivales y un outcome verificable para N10.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señales desagregadas y observación del trabajo desplazado.</a:t>
            </a:r>
          </a:p>
          <a:p xmlns:a="http://schemas.openxmlformats.org/drawingml/2006/main">
            <a:r>
              <a:t>Señal para avanzar: El diseño queda revisable.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recorrido de HH-09 que permita evaluar experiencia, accesibilidad y adopción como propiedades del servicio completo, no como apariencia de una pantalla.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¿Dónde cambia el canal o la autoridad?</a:t>
            </a:r>
          </a:p>
          <a:p xmlns:a="http://schemas.openxmlformats.org/drawingml/2006/main">
            <a:r>
              <a:t>• ¿Qué población queda fuera del denominador?</a:t>
            </a:r>
          </a:p>
          <a:p xmlns:a="http://schemas.openxmlformats.org/drawingml/2006/main">
            <a:r>
              <a:t>• ¿Esta fricción protege algo o sólo traslada costo?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síntoma, mecanismo y outcome.</a:t>
            </a:r>
          </a:p>
          <a:p xmlns:a="http://schemas.openxmlformats.org/drawingml/2006/main">
            <a:r>
              <a:t>Señal para avanzar: Se conservan al menos dos encuadres rivales.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 recorrido de HH-09 que permita evaluar experiencia, accesibilidad y adopción como propiedades del servicio completo, no como apariencia de una pantalla.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queda fuera del denominador?</a:t>
            </a:r>
          </a:p>
          <a:p xmlns:a="http://schemas.openxmlformats.org/drawingml/2006/main">
            <a:r>
              <a:t>• ¿Esta fricción protege algo o sólo traslada costo?</a:t>
            </a:r>
          </a:p>
          <a:p xmlns:a="http://schemas.openxmlformats.org/drawingml/2006/main">
            <a:r>
              <a:t>• ¿Qué asistencia invisible sostiene la tasa de adopción?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5acfcae17642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58fecd97bd431f" /><Relationship Type="http://schemas.openxmlformats.org/officeDocument/2006/relationships/slideLayout" Target="/ppt/slideLayouts/slideLayout1.xml" Id="R97d842b731ec4c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d842b731ec4c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68135106d458c" /><Relationship Type="http://schemas.openxmlformats.org/officeDocument/2006/relationships/notesSlide" Target="/ppt/notesSlides/notesSlide1.xml" Id="R564363d08f214d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7791cb8054501" /><Relationship Type="http://schemas.openxmlformats.org/officeDocument/2006/relationships/notesSlide" Target="/ppt/notesSlides/notesSlide2.xml" Id="R6052002bcf5845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b04b0967f4249" /><Relationship Type="http://schemas.openxmlformats.org/officeDocument/2006/relationships/notesSlide" Target="/ppt/notesSlides/notesSlide3.xml" Id="R1ee6e72647ce49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9792fc19734dfe" /><Relationship Type="http://schemas.openxmlformats.org/officeDocument/2006/relationships/notesSlide" Target="/ppt/notesSlides/notesSlide4.xml" Id="R112357c00f694d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4ac2328a1488a" /><Relationship Type="http://schemas.openxmlformats.org/officeDocument/2006/relationships/notesSlide" Target="/ppt/notesSlides/notesSlide5.xml" Id="R62273981311942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57fc7cf304e37" /><Relationship Type="http://schemas.openxmlformats.org/officeDocument/2006/relationships/notesSlide" Target="/ppt/notesSlides/notesSlide6.xml" Id="Ra4e60a9c2a2944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6a532698544e3" /><Relationship Type="http://schemas.openxmlformats.org/officeDocument/2006/relationships/notesSlide" Target="/ppt/notesSlides/notesSlide7.xml" Id="Ra30b65525b934e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6a7823a154e79" /><Relationship Type="http://schemas.openxmlformats.org/officeDocument/2006/relationships/notesSlide" Target="/ppt/notesSlides/notesSlide8.xml" Id="R1c59ea592dc741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47b3c88394d92" /><Relationship Type="http://schemas.openxmlformats.org/officeDocument/2006/relationships/notesSlide" Target="/ppt/notesSlides/notesSlide9.xml" Id="Rcba486ea9bb24f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f60879e824f32" /><Relationship Type="http://schemas.openxmlformats.org/officeDocument/2006/relationships/notesSlide" Target="/ppt/notesSlides/notesSlide10.xml" Id="R61cbc54f164f46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CD49E-71C8-4643-B493-BECC9F3B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7BBE2C-42C5-42D2-A9C2-948C1974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5BA46C-0F3D-48A6-8611-53BA19DD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2EBA6-0B60-468B-8838-4FE4A262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4450B6-555D-497C-8B8A-1F2C3BBF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E5920-A34C-4EE4-9CA4-2FCDEDE8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CA4C2-C8FE-46E7-9568-9FF51AAA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E7ACEA-F053-46EB-8B62-C56F6BDD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8D22C-26F6-4D82-B602-8E20E2AD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083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Experiencia, accesibilidad y adopción no son decoración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F301B-B671-4EBB-AFDC-68A5F915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cambia cuando experiencia, accesibilidad y adopción se tratan como propiedades del sistema y no como terminación de una interfaz?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17672-0D70-4E8D-B7FA-D7B34977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20ABB-0E10-4F2E-A4C1-5AFD3AEB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20575068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A6846C-8EAA-4F21-A901-B3AD7630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80427-D423-4C1F-B1BC-73D7860C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8C452-64E5-4575-9B3C-D38DC5E9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D4DD8-161E-4384-8F3D-A63A68A8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0821E-CD7B-4A53-AC93-019896A2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1007C-AA65-4D99-A9CC-8B8A2AB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16B09D-C5D4-49F8-AC78-21825EAB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2D558F-170B-4733-9509-A8A61045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Promesa y punto de llegada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8F28D7-4C03-40F9-A744-A65E1615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BC3253-91FA-49E7-8EBD-E7A0176B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33D92-ED25-440E-92D0-148FC21A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define qué debe poder completar una persona en HH-09 y bajo qué condiciones. Se descartan formulaciones como usar la aplicación o completar la pantalla.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08EA0-3376-441A-ACED-B829E99B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6E163-8367-4D71-B574-39E8F808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FFC08-603F-423B-A393-5D0C907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FA746-3ABA-4D90-95F5-D847AF39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41EED-285C-4713-8977-0FB05FA0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303D3-0083-42D9-A510-DB1A1B70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92495-4A11-49BD-8F62-31CD41D6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0C1BE-869E-4EBF-A6DF-819DD43F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5ABBC-EF5B-43C9-9A42-B2DE5B64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DCFA2-3A7F-48FE-AE88-F7917249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3792909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FC1146-18D0-4A34-B185-688C085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84A92-E3AD-48E1-8D2C-0BB3D378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B1D8F-CA4C-4096-89F3-2C1C9F0C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A5840-4A16-4F2B-B5B6-B66B189F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BAFA5-D68C-46E8-98A7-B010E180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F176F-18AE-48BA-9324-DD2B6BB8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16A54-A3BD-4F4F-B0E3-3AFA46C5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791B8-93EC-4526-90B4-A1DBAD9B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Recorrido de principio a fin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71DB0-111A-425F-8B4D-9154C316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BEE81-9223-4D15-80AF-F4AE0570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B374F-29B3-4056-98BC-F985451D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ubican transiciones entre comunicación previa, llegada, identificación, garantía, habitación, excepción y reparación. Marcan dónde cambia canal, actor, significado o autoridad.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D4CA5-DEF3-44B8-AC4C-AF337306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A52B1-B817-4DDF-B2D3-DDF4C74F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343AF-768A-4223-8964-1EB1C531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E26BF4-7C12-44CA-94AD-CC0CECF3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50A54-4D76-43EF-ACB9-A504FEA3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B3386-43B5-4CDA-BE2E-7F63ED29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20ABB9-5870-44CA-8AA2-FD9D0CF2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46F787-3FF6-4D53-BA8E-C1DCC501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03AACF-0BAE-4870-98B6-B9F9FDBC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02A49-1253-48F2-BB46-AF01BA6E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060F9-7BC6-4824-8F5E-4E0F4F79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58687D-B9AC-46E3-9E19-69588802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4851825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68D22-C09E-4440-8018-7B716E44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05EEB-7B1B-420F-A72D-FB92AE99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0993D-04C1-459D-961B-F9BD880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B839D-83D1-4C42-9648-F18017B4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615E6-B576-49C6-8C45-9322DA5A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F6E2F-8F04-491B-9F1B-777FCF02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3DDA6-02FC-4395-9FD1-8BF668116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9BEDB-E3D5-4FA4-A351-2E2CB5A2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situada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BFC51-34A5-434A-A1F9-F186837B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2A6A9F-F0E6-4C9F-9C47-063765EB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646C3-43C7-4A29-8326-65900C92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distingue usabilidad, accesibilidad, experiencia y adopción mediante barreras encontradas en los recorridos, sin convertir WCAG en una lista suficiente para el servicio.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B65719-664A-4F73-8113-212A4880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9D921-936D-4653-89EB-FA9E38A9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6F118C-ABC5-48B8-A4BA-09A0949E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E6FA0-CFFE-45FE-AE36-799F5ABA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420763-7F42-4D25-962F-4CC7205B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25AF41-49E8-40B8-A98B-956FD28A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716492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E43C7-9A0C-4ADD-B308-C58633C4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7225D-0C38-4F97-B2B2-4E3C8CB8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1DA52-C2A7-45D1-B76E-B34697AF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7FA0B-93E0-4B40-81D0-B2FE9265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F2E7B-BF78-46E2-9683-947A0D3B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2636F-0796-40B2-928D-389A1AF26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53701-C089-439B-B47C-0EF14A05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04C4B-FA51-4FEA-9CEB-44A87FBD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Estaciones de evidencia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01BD1-4F5C-4E03-A3E7-97322461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88F08A-45C4-46BF-9B58-AB3FE658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F8087-65EC-4218-8C26-29F41CD6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rotan por cuatro estaciones. En cada una reciben evidencia de una barrera y deben registrar población afectada, mecanismo, carga, alternativa y dato faltante. No se pide representar la experiencia de otra persona.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24CF2-63C0-4256-9E9F-4ABEA917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9F64C-7A86-47A0-A93D-613FC9CA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E47CA-A7CE-4C3B-8593-B9696E8D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040975-6A47-457A-A41F-704E44C7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AD8CB-A8F8-4B4F-A450-D57C77B4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3A58F0-2B87-45DA-9986-2A4D28F9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FD99E7-C846-4450-9360-25CC83B5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56E28-3652-4C80-9DF7-74CEFB2F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31934-CA6F-4475-BF0B-607026EB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1FD7F8-12EF-4D77-9E59-A318D19A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1823B-3FC9-498D-854F-49EB6011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2BC599-9F89-4A6E-BDF1-E50CC0D5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89584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5940C6-E21E-4781-BAAC-DB229069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07CBD-AA16-4B71-A59F-2C4716DA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60DD5-CAAA-4461-A883-6C58A2D1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83304E-E0F4-4292-BFB1-252A69E2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31603-5F27-4107-8878-8739C1AF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59C67-82F6-462A-B0EC-F0DFCBE9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3D335-3283-419A-AECD-989C240F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449C7-A089-414A-8A0C-35E60A22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fricción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672B9-AC0D-4768-93EE-94DFC0A9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CD710B-65E8-4488-83E2-62ECE6C1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DEC14C-FD3A-4C44-992B-738A70DC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D02BB8-B19A-42B9-8E72-4FEAF91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CF222-2A7F-4359-A914-523C518F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de fricción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552D1-62E8-4992-A2EE-BC3B60C0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Cada equipo clasifica fricciones como protectoras, improductivas o inciertas. Para cada una declara qué valor o riesgo protege, qué evidencia lo demuestra y qué alternativa menos gravosa existe.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543AA-38C1-4DAD-90B5-EAC51A50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55405-3ADA-41EC-8587-142DD023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609090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F43B12-7973-4684-A685-494B4D47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1EB49-FAC6-448C-9DBC-5AB95232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B0F13-1CD7-41F7-A90E-0AB0359B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8DBF1-A83D-4F06-BCED-91F58CA9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789AC-C1A9-4428-865A-7D581F6E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626C1-7A15-4899-A0AF-5DEA22EA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BB6CB0-1339-40FB-8D90-4C90A014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ACAEE5-9F69-49AE-83E2-F2184394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Perturbación de adopción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ECC34-BD35-4BC3-A68C-4F6F55D8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464DC-7449-466A-88BB-25B173CD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27E28-5C78-4974-AC12-9152E705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75364-DF64-4B34-A5A4-C2626449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7CE4F2-CDC6-4928-9543-37C16391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745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 tasa de uso del check-in digital sube, pero también aumentan abandonos no registrados y asistencia informal. El equipo debe decidir si hay adopción, selección de población o desplazamiento de trabajo, y rediseñar la medición.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DE26E5-4CAF-4925-B7BA-F09A5BEB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443103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B8AAC9-43CC-4966-9812-2594EBAE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B9F78-7F03-4717-8524-67CFB784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58BAE5-2126-4513-8F44-91A981DD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DF760-24D1-42BC-A77B-9002BF10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5A923-66B0-4D29-A24B-2E771658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64E79-0763-482F-8795-54B5D3EA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57EAD5-8F12-43BF-ADB5-62B63704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905B5E-58A0-4D59-843F-B1436BD6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Diseño de recuperación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7149F-C17F-47AC-82DC-7DC33966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98E7F-D385-4C7F-9729-5F7436FA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CF8376-70EF-471D-9876-4F812994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especifica una ruta equivalente de excepción y reparación con responsable, autoridad, tiempo de respuesta y retorno al recorrido principal. Otro equipo prueba si la alternativa conserva la misma promesa.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388E2-4311-4D57-AF33-44188D4D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26DA97-18DE-41AB-80F8-38CD3B04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644BE-C703-4275-9536-88569633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6E2423-8ABA-40EA-9B38-B5998200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C2D1A4-33DC-4B0A-B749-4FA23E90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2AB618-1594-4B61-9454-B7D8FCED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BD2CD-1FAA-418D-9913-9D1F3A51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A02B36-001F-4DD2-A671-8B5ACECA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1E9FB0-36E5-4F15-88C1-85F919C6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C85D22-5C20-4E2A-8EC4-66F8A5DF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2544F-AF5B-44D6-84AC-20AC632B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704CF-1C9E-4D99-B125-C3B366BE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57849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7DE89-EAAE-4601-A0FA-6D8BE339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5BD12-7DE1-4086-B36A-BD74A860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399EA-978D-4F6B-ABCE-020FBFA4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CF029-80CD-4848-8731-FA7AD82B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59A4B-7782-4429-9CCB-AF2712C8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23DFB-B257-4E00-9D8C-498B1F8A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CE349-3D33-48BC-BA08-C9704604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C9187-4F8D-4C13-A9C1-5D3FFB51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E7F6E-BAAB-4C60-9CB1-DC2E84FF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5F878-2E5A-403E-8DBB-628C80FB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C190ED-1CAD-4C7C-BAED-E4E45B0C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un síntoma de experiencia, dos mecanismos rivales y un outcome verificable para N10.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67AE2-AF04-48DC-BF05-ECF51FCA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BF8B46-F379-42DB-A0C6-3627F6B4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BE5BC-39EA-4D1B-AF62-D82F1911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B92F2-BCA0-403B-8F9D-77A811DA4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EE9DA-FA63-4E86-995A-BC75FC16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DACA5-4F64-4666-8EEE-010CFEEE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2EDF2-9EB7-4316-8B7D-A07750B9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90432-607E-442B-9F03-09ACFF12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639EB-F567-455F-9375-776C86A5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4D9EE2-D00D-4D91-8085-DADA9AAF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D65BB-4329-4015-9A6B-53041F53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836DBA-DDF1-41D4-9719-EE865B99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224315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7EA06F-F70C-44A8-9BD9-8E763282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13E58-316F-49DE-BDBF-220C94EA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3504B-7B65-4C26-AB18-FDC616F0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232BC-35EA-45BC-9772-7F336095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2280A-9E87-47C6-B3D8-E8ED10D3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37178-21B4-45E8-82D7-853BBE5A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3D26AD-8E3B-44C4-811D-122F4C7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E42938-0943-4A98-A1EF-4FBFA46A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C8190-D7BE-436A-8ED2-F728BF30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E25AF-8647-4AB6-B899-048F09EF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B1DA78-64BD-4BC2-8D12-279A53A3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34750-7ACC-4BDD-B6D3-B49CDECD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A528C-8E05-4A84-AA29-BF0073BE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EC6105-7231-4264-A2AC-2365CA9A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CE590-6E09-4F20-A571-426ED25C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recorrido accesible de HH-09 con barreras priorizadas, alternativas equivalentes, recuperación y evidencia capaz de distinguir adopción, desplazamiento y abandono.</a:t>
            </a:r>
          </a:p>
        </p:txBody>
      </p:sp>
    </p:spTree>
    <p:extLst>
      <p:ext uri="{BB962C8B-B14F-4D97-AF65-F5344CB8AC3E}">
        <p14:creationId xmlns:p14="http://schemas.microsoft.com/office/powerpoint/2010/main" val="10169859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2026-09-14T03:54:17.3410000Z</dcterms:created>
  <dcterms:modified xsi:type="dcterms:W3CDTF">2026-09-14T03:54:17.3410000Z</dcterms:modified>
</coreProperties>
</file>