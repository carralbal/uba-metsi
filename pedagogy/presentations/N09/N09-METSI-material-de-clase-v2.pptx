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fa8a2975ca40e0" /><Relationship Type="http://schemas.openxmlformats.org/officeDocument/2006/relationships/extended-properties" Target="/docProps/app.xml" Id="Ra1ccd44c093b419c" /><Relationship Type="http://schemas.openxmlformats.org/officeDocument/2006/relationships/officeDocument" Target="/ppt/presentation.xml" Id="Rd16f7afac1ef44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f19b5bce924b8e"/>
  </p:sldMasterIdLst>
  <p:notesMasterIdLst>
    <p:notesMasterId xmlns:r="http://schemas.openxmlformats.org/officeDocument/2006/relationships" r:id="Rf0c5b78473334d22"/>
  </p:notesMasterIdLst>
  <p:sldIdLst>
    <p:sldId xmlns:r="http://schemas.openxmlformats.org/officeDocument/2006/relationships" id="256" r:id="R0ecf581d9401403a"/>
    <p:sldId xmlns:r="http://schemas.openxmlformats.org/officeDocument/2006/relationships" id="257" r:id="R87988a37616b47e6"/>
    <p:sldId xmlns:r="http://schemas.openxmlformats.org/officeDocument/2006/relationships" id="258" r:id="R99c86f5516964ecc"/>
    <p:sldId xmlns:r="http://schemas.openxmlformats.org/officeDocument/2006/relationships" id="259" r:id="R9006b66ad3e64edf"/>
    <p:sldId xmlns:r="http://schemas.openxmlformats.org/officeDocument/2006/relationships" id="260" r:id="Re1516711c42f4b44"/>
    <p:sldId xmlns:r="http://schemas.openxmlformats.org/officeDocument/2006/relationships" id="261" r:id="R243d0d80d4614fc5"/>
    <p:sldId xmlns:r="http://schemas.openxmlformats.org/officeDocument/2006/relationships" id="262" r:id="R3b07e48be05247af"/>
    <p:sldId xmlns:r="http://schemas.openxmlformats.org/officeDocument/2006/relationships" id="263" r:id="Rb4d0e26b36434f97"/>
    <p:sldId xmlns:r="http://schemas.openxmlformats.org/officeDocument/2006/relationships" id="264" r:id="R937e434bc2c049d0"/>
    <p:sldId xmlns:r="http://schemas.openxmlformats.org/officeDocument/2006/relationships" id="265" r:id="Rdc5fa6395bdf43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a0fcf57e4744af" /><Relationship Type="http://schemas.openxmlformats.org/officeDocument/2006/relationships/slideMaster" Target="/ppt/slideMasters/slideMaster1.xml" Id="R63f19b5bce924b8e" /><Relationship Type="http://schemas.openxmlformats.org/officeDocument/2006/relationships/notesMaster" Target="/ppt/notesMasters/notesMaster1.xml" Id="Rf0c5b78473334d22" /><Relationship Type="http://schemas.openxmlformats.org/officeDocument/2006/relationships/presProps" Target="/ppt/presProps.xml" Id="R1e5e1d76564a4171" /><Relationship Type="http://schemas.openxmlformats.org/officeDocument/2006/relationships/tableStyles" Target="/ppt/tableStyles.xml" Id="R7be6dd8805a94282" /><Relationship Type="http://schemas.openxmlformats.org/officeDocument/2006/relationships/slide" Target="/ppt/slides/slide1.xml" Id="R0ecf581d9401403a" /><Relationship Type="http://schemas.openxmlformats.org/officeDocument/2006/relationships/slide" Target="/ppt/slides/slide2.xml" Id="R87988a37616b47e6" /><Relationship Type="http://schemas.openxmlformats.org/officeDocument/2006/relationships/slide" Target="/ppt/slides/slide3.xml" Id="R99c86f5516964ecc" /><Relationship Type="http://schemas.openxmlformats.org/officeDocument/2006/relationships/slide" Target="/ppt/slides/slide4.xml" Id="R9006b66ad3e64edf" /><Relationship Type="http://schemas.openxmlformats.org/officeDocument/2006/relationships/slide" Target="/ppt/slides/slide5.xml" Id="Re1516711c42f4b44" /><Relationship Type="http://schemas.openxmlformats.org/officeDocument/2006/relationships/slide" Target="/ppt/slides/slide6.xml" Id="R243d0d80d4614fc5" /><Relationship Type="http://schemas.openxmlformats.org/officeDocument/2006/relationships/slide" Target="/ppt/slides/slide7.xml" Id="R3b07e48be05247af" /><Relationship Type="http://schemas.openxmlformats.org/officeDocument/2006/relationships/slide" Target="/ppt/slides/slide8.xml" Id="Rb4d0e26b36434f97" /><Relationship Type="http://schemas.openxmlformats.org/officeDocument/2006/relationships/slide" Target="/ppt/slides/slide9.xml" Id="R937e434bc2c049d0" /><Relationship Type="http://schemas.openxmlformats.org/officeDocument/2006/relationships/slide" Target="/ppt/slides/slide10.xml" Id="Rdc5fa6395bdf43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88329ae77047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cf9b37b9a44982" /><Relationship Type="http://schemas.openxmlformats.org/officeDocument/2006/relationships/notesMaster" Target="/ppt/notesMasters/notesMaster1.xml" Id="R05271b0be1bd46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e25b609fce486b" /><Relationship Type="http://schemas.openxmlformats.org/officeDocument/2006/relationships/notesMaster" Target="/ppt/notesMasters/notesMaster1.xml" Id="R67023ed78c874a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bf01410cb640bf" /><Relationship Type="http://schemas.openxmlformats.org/officeDocument/2006/relationships/notesMaster" Target="/ppt/notesMasters/notesMaster1.xml" Id="Ra4e9ae75d55644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1591c4bea04ddf" /><Relationship Type="http://schemas.openxmlformats.org/officeDocument/2006/relationships/notesMaster" Target="/ppt/notesMasters/notesMaster1.xml" Id="R67c75c837fbb4e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e05801cc124ced" /><Relationship Type="http://schemas.openxmlformats.org/officeDocument/2006/relationships/notesMaster" Target="/ppt/notesMasters/notesMaster1.xml" Id="Rf70f51e6490940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00ed49bfb44f51" /><Relationship Type="http://schemas.openxmlformats.org/officeDocument/2006/relationships/notesMaster" Target="/ppt/notesMasters/notesMaster1.xml" Id="R6de41ef04e5c44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44bf67790a4c8e" /><Relationship Type="http://schemas.openxmlformats.org/officeDocument/2006/relationships/notesMaster" Target="/ppt/notesMasters/notesMaster1.xml" Id="Rbf245ba0eef44e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62b6821f264e27" /><Relationship Type="http://schemas.openxmlformats.org/officeDocument/2006/relationships/notesMaster" Target="/ppt/notesMasters/notesMaster1.xml" Id="Rc96bac3264064b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392bf0d9874cb5" /><Relationship Type="http://schemas.openxmlformats.org/officeDocument/2006/relationships/notesMaster" Target="/ppt/notesMasters/notesMaster1.xml" Id="R22700af2cee54f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c25452d4564249" /><Relationship Type="http://schemas.openxmlformats.org/officeDocument/2006/relationships/notesMaster" Target="/ppt/notesMasters/notesMaster1.xml" Id="R3fa1432d7ae441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 resultado que una persona debe poder completar.</a:t>
            </a:r>
          </a:p>
          <a:p xmlns:a="http://schemas.openxmlformats.org/drawingml/2006/main">
            <a:r>
              <a:t>Señal para avanzar: La promesa no se reduce a una interfaz.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resultado debe poder completar la persona?</a:t>
            </a:r>
          </a:p>
          <a:p xmlns:a="http://schemas.openxmlformats.org/drawingml/2006/main">
            <a:r>
              <a:t>• ¿Dónde cambia el canal o la autoridad?</a:t>
            </a:r>
          </a:p>
          <a:p xmlns:a="http://schemas.openxmlformats.org/drawingml/2006/main">
            <a:r>
              <a:t>• ¿Qué población queda fuera del denominador?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Línea de recorrido vacía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Marcar cambios de canal, actor, significado y autoridad.</a:t>
            </a:r>
          </a:p>
          <a:p xmlns:a="http://schemas.openxmlformats.org/drawingml/2006/main">
            <a:r>
              <a:t>Señal para avanzar: El recorrido llega hasta excepción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¿Dónde cambia el canal o la autoridad?</a:t>
            </a:r>
          </a:p>
          <a:p xmlns:a="http://schemas.openxmlformats.org/drawingml/2006/main">
            <a:r>
              <a:t>• ¿Qué población queda fuera del denominador?</a:t>
            </a:r>
          </a:p>
          <a:p xmlns:a="http://schemas.openxmlformats.org/drawingml/2006/main">
            <a:r>
              <a:t>• ¿Esta fricción protege algo o sólo traslada costo?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Cuatro conceptos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Distinguir usabilidad, accesibilidad, experiencia y adopción con el caso.</a:t>
            </a:r>
          </a:p>
          <a:p xmlns:a="http://schemas.openxmlformats.org/drawingml/2006/main">
            <a:r>
              <a:t>Señal para avanzar: Cada concepto cambia una pregunta o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queda fuera del denominador?</a:t>
            </a:r>
          </a:p>
          <a:p xmlns:a="http://schemas.openxmlformats.org/drawingml/2006/main">
            <a:r>
              <a:t>• ¿Esta fricción protege algo o sólo traslada costo?</a:t>
            </a:r>
          </a:p>
          <a:p xmlns:a="http://schemas.openxmlformats.org/drawingml/2006/main">
            <a:r>
              <a:t>• ¿Qué asistencia invisible sostiene la tasa de adopción?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Reglas de estaciones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Analizar evidencia sin simular discapacidades.</a:t>
            </a:r>
          </a:p>
          <a:p xmlns:a="http://schemas.openxmlformats.org/drawingml/2006/main">
            <a:r>
              <a:t>Señal para avanzar: Se registran población, mecanismo y alternativa.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¿Esta fricción protege algo o sólo traslada costo?</a:t>
            </a:r>
          </a:p>
          <a:p xmlns:a="http://schemas.openxmlformats.org/drawingml/2006/main">
            <a:r>
              <a:t>• ¿Qué asistencia invisible sostiene la tasa de adopción?</a:t>
            </a:r>
          </a:p>
          <a:p xmlns:a="http://schemas.openxmlformats.org/drawingml/2006/main">
            <a:r>
              <a:t>• ¿La alternativa ofrece una promesa equivalente?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Barreras priorizadas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condición observable y consecuencia.</a:t>
            </a:r>
          </a:p>
          <a:p xmlns:a="http://schemas.openxmlformats.org/drawingml/2006/main">
            <a:r>
              <a:t>Señal para avanzar: La etiqueta se convierte en atributo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asistencia invisible sostiene la tasa de adopción?</a:t>
            </a:r>
          </a:p>
          <a:p xmlns:a="http://schemas.openxmlformats.org/drawingml/2006/main">
            <a:r>
              <a:t>• ¿La alternativa ofrece una promesa equivalente?</a:t>
            </a:r>
          </a:p>
          <a:p xmlns:a="http://schemas.openxmlformats.org/drawingml/2006/main">
            <a:r>
              <a:t>• ¿Quién repara y cuánto puede esperar la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fricción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valor protege y si existe alternativa menos gravosa.</a:t>
            </a:r>
          </a:p>
          <a:p xmlns:a="http://schemas.openxmlformats.org/drawingml/2006/main">
            <a:r>
              <a:t>Señal para avanzar: La fricción tiene justificación o se elimina.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alternativa ofrece una promesa equivalente?</a:t>
            </a:r>
          </a:p>
          <a:p xmlns:a="http://schemas.openxmlformats.org/drawingml/2006/main">
            <a:r>
              <a:t>• ¿Quién repara y cuánto puede esperar la persona?</a:t>
            </a:r>
          </a:p>
          <a:p xmlns:a="http://schemas.openxmlformats.org/drawingml/2006/main">
            <a:r>
              <a:t>• ¿Qué resultado debe poder completar la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Métrica de adopción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Revelar abandono y asistencia después de la primera lectura.</a:t>
            </a:r>
          </a:p>
          <a:p xmlns:a="http://schemas.openxmlformats.org/drawingml/2006/main">
            <a:r>
              <a:t>Señal para avanzar: El grupo revisa población y denominador.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repara y cuánto puede esperar la persona?</a:t>
            </a:r>
          </a:p>
          <a:p xmlns:a="http://schemas.openxmlformats.org/drawingml/2006/main">
            <a:r>
              <a:t>• ¿Qué resultado debe poder completar la persona?</a:t>
            </a:r>
          </a:p>
          <a:p xmlns:a="http://schemas.openxmlformats.org/drawingml/2006/main">
            <a:r>
              <a:t>• ¿Dónde cambia el canal o la autoridad?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Ruta de recuperación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equivalencia, autoridad, tiempo y retorno.</a:t>
            </a:r>
          </a:p>
          <a:p xmlns:a="http://schemas.openxmlformats.org/drawingml/2006/main">
            <a:r>
              <a:t>Señal para avanzar: La alternativa no es un canal degradado.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resultado debe poder completar la persona?</a:t>
            </a:r>
          </a:p>
          <a:p xmlns:a="http://schemas.openxmlformats.org/drawingml/2006/main">
            <a:r>
              <a:t>• ¿Dónde cambia el canal o la autoridad?</a:t>
            </a:r>
          </a:p>
          <a:p xmlns:a="http://schemas.openxmlformats.org/drawingml/2006/main">
            <a:r>
              <a:t>• ¿Qué población queda fuera del denominador?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Evidencia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señales desagregadas y observación del trabajo desplazado.</a:t>
            </a:r>
          </a:p>
          <a:p xmlns:a="http://schemas.openxmlformats.org/drawingml/2006/main">
            <a:r>
              <a:t>Señal para avanzar: El diseño queda revisable.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¿Dónde cambia el canal o la autoridad?</a:t>
            </a:r>
          </a:p>
          <a:p xmlns:a="http://schemas.openxmlformats.org/drawingml/2006/main">
            <a:r>
              <a:t>• ¿Qué población queda fuera del denominador?</a:t>
            </a:r>
          </a:p>
          <a:p xmlns:a="http://schemas.openxmlformats.org/drawingml/2006/main">
            <a:r>
              <a:t>• ¿Esta fricción protege algo o sólo traslada costo?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síntoma, mecanismo y outcome.</a:t>
            </a:r>
          </a:p>
          <a:p xmlns:a="http://schemas.openxmlformats.org/drawingml/2006/main">
            <a:r>
              <a:t>Señal para avanzar: Se conservan al menos dos encuadres rivales.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queda fuera del denominador?</a:t>
            </a:r>
          </a:p>
          <a:p xmlns:a="http://schemas.openxmlformats.org/drawingml/2006/main">
            <a:r>
              <a:t>• ¿Esta fricción protege algo o sólo traslada costo?</a:t>
            </a:r>
          </a:p>
          <a:p xmlns:a="http://schemas.openxmlformats.org/drawingml/2006/main">
            <a:r>
              <a:t>• ¿Qué asistencia invisible sostiene la tasa de adopción?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916e1ee034e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6e8e0d9c804cb2" /><Relationship Type="http://schemas.openxmlformats.org/officeDocument/2006/relationships/slideLayout" Target="/ppt/slideLayouts/slideLayout1.xml" Id="R57256df1349345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256df1349345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2e93a0df74038" /><Relationship Type="http://schemas.openxmlformats.org/officeDocument/2006/relationships/notesSlide" Target="/ppt/notesSlides/notesSlide1.xml" Id="Ra1d2d7593eb149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5af9d80b241b6" /><Relationship Type="http://schemas.openxmlformats.org/officeDocument/2006/relationships/notesSlide" Target="/ppt/notesSlides/notesSlide2.xml" Id="R75ea2c6ab73d48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f1cfa7ef142ee" /><Relationship Type="http://schemas.openxmlformats.org/officeDocument/2006/relationships/notesSlide" Target="/ppt/notesSlides/notesSlide3.xml" Id="Rdc9a904094c84b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5dad7881d4e07" /><Relationship Type="http://schemas.openxmlformats.org/officeDocument/2006/relationships/notesSlide" Target="/ppt/notesSlides/notesSlide4.xml" Id="Rdde9046eecb94b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8b63d57e54d5c" /><Relationship Type="http://schemas.openxmlformats.org/officeDocument/2006/relationships/notesSlide" Target="/ppt/notesSlides/notesSlide5.xml" Id="R8935577cb55743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405bb5e944546" /><Relationship Type="http://schemas.openxmlformats.org/officeDocument/2006/relationships/notesSlide" Target="/ppt/notesSlides/notesSlide6.xml" Id="R58a762453fd240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8712dcd904f74" /><Relationship Type="http://schemas.openxmlformats.org/officeDocument/2006/relationships/notesSlide" Target="/ppt/notesSlides/notesSlide7.xml" Id="Rb32511cc95cd43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7128f17414091" /><Relationship Type="http://schemas.openxmlformats.org/officeDocument/2006/relationships/notesSlide" Target="/ppt/notesSlides/notesSlide8.xml" Id="R01565f3b584348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650b056784a2b" /><Relationship Type="http://schemas.openxmlformats.org/officeDocument/2006/relationships/notesSlide" Target="/ppt/notesSlides/notesSlide9.xml" Id="Rca3fda2238f14c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d51b96626447f" /><Relationship Type="http://schemas.openxmlformats.org/officeDocument/2006/relationships/notesSlide" Target="/ppt/notesSlides/notesSlide10.xml" Id="Ra3dff53d55e642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E703C-73E8-4C47-B4C0-1E54B352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6FC8E-9A31-4BE3-91C2-9A34179A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89822-53D2-4C2C-96D8-3E212C82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F6B0F-FAFA-4F08-ADB2-5FEBA668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DC4BB-0CBF-4CF4-87E6-2B5E2645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7C7E7-8BA6-4DD4-90F8-A24F6872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2366A-471B-4185-8EC4-3EE4A567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A821A-7028-4099-BDCE-0893CF80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CA46B-96A9-40D7-A287-B2338238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cambia cuando experiencia, accesibilidad y adopción se tratan como propiedades del sistema y no como terminación de una interfaz?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74BDE-AEFC-4446-979E-8978E7A6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8C18E-ECD8-4C71-9F9F-EF810766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210649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5BA16-593F-4C35-9FAC-81A56964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AF439-AAD7-401B-85FB-7CD3938A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FCA0F-A750-4FF0-874A-0DA8D611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BED5D-62E6-40EC-B84F-F923BAF0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F5827-DEBE-4A64-B607-00F33EED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6EAB3-2C83-437D-A167-269BE70C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3B02D-0836-42F0-8EEC-CAB04643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2A722-2CA5-4476-A6C7-88E8A23F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Línea de recorrido vacía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E15D8-88B5-4DF8-A4CB-ED5585DC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D938A-060E-47BD-97C8-491BA106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8A940-941B-47BB-BBCE-0192DE7B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3B86C-AB38-4C28-A430-158FFB65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D2258-EE8A-4CCC-B9AB-74C2AFA1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C7637-70DC-4111-B8B7-00D9B1C6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F745F-5401-44C5-8B5A-54B98F28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B7938-95BA-46C6-AA99-2B0A4172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9BCA9-A30B-4949-94F9-7376F7E9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B9452-5EE4-465B-92A3-A242EDE0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436554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0441C-F217-4A5E-87B9-CE4BEEC8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98FF6-C87E-4312-8B42-DC9CE757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955CD-4A6B-4BF1-A255-B30C8208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88FB4-4462-45B8-A7A0-C9580771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64FC4-3A73-44A6-B9DF-A02E8948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60928-A1BA-4052-A8CF-9F40989C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123E1-29EB-4C03-A206-11BB2663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E80E3-1BDA-40AD-92AB-3E0332C3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Cuatro conceptos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996D5-661C-49B2-8BB0-1AE4DE3A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FF05A-63BC-4E06-951B-E3511BBE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2783A-6C9C-4147-AA20-D82845EE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CC9BD-36B1-4E50-9A41-ED96D8B6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4DDC1-F5F2-4EF0-B15A-2B601E65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17F4A-46A9-4DE7-9F11-8DD05FCD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D794E-2596-4F3D-9B1E-2E5B7545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2E743-A40C-419A-BBDA-E2F51EE7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2355F-63C8-4387-A87F-5446BA1B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2D4E2-F088-4C3A-999D-B60B40B4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9A1F2-5C79-4D63-A7E2-3250DF7E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D580F-E720-4801-85A6-8883A63B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769756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6CA9F-6653-46F2-924B-5E7CFB22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5EB9B-81AE-447C-AFCA-4F225C01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3E8AD-BE2B-450B-887D-18F5B47B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0A861-DB97-42C5-AEDF-3599D31D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AABE9-7B3D-4BD7-B82D-6CF3B8B4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8CF9C-6910-46B9-AF88-3A599301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97A4B-CCDA-46B0-9F79-026F81D2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C1667-3D75-4093-8F68-F6A64978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Reglas de estaciones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9586B-827A-4A5D-97F4-28A1EE54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F91A3-94CC-4109-BC43-9C4478F0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1EF66-C99F-4AC0-A0C9-22DBD100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81F3B-4A50-4035-901C-D6387055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59878-23A0-4088-BA44-3356C331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B8D4F-391C-47BD-BC9C-F857B212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964128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99D2F-EB29-4C8E-A3C7-6F59A85D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B7D58-4529-4DCF-AD2C-E1D39AA2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AE64C-A802-41D5-8011-FDAA0FFB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2406F-CAA8-4834-9DEB-4DE4FB6D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2B636-94C4-4C4D-B531-B33AA5B9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516A0-E5BE-415B-989C-A51AB3EE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1AD0A-4CDD-4382-A56A-603368C8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1535E-33D4-4B53-ADBB-1450EE30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Barreras priorizadas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8C608-DE41-4D11-9667-907FABF1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20978-ABC9-450D-B2BD-A4CD84BD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D48E8-CFAC-46A9-9AAF-F7EE3131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70155-B387-43D1-8170-3A89DC06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C944A-64A4-45A9-8931-9C061D9F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08459-BA1D-49CF-AD74-4AB923A1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F32F5-42DD-4861-9A2F-775ED5CC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14429-95E0-4CB6-B2E6-E7AB33A5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28174-0FA0-4CA3-BFAD-42A60384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E5934-0D87-4CBE-97A4-A9699F02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2BDA0-90E4-4CC5-BB76-E049E962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F60D7-0E82-489F-9AFF-454A78B1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50310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4BA0D-BC71-427E-A54C-DCA1B4D0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18EDC-72DB-488D-8500-26A06B02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D8186-F070-4CBA-8770-8F6AD908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ABCE5-2BDC-460E-8267-39F4D3A2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16D45-7D77-40AD-896A-C3EC9309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98EA0-6775-458E-82BB-7F168797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B2148-2628-4A24-BEE0-A9DB29A0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FA607-052A-49F3-8F3E-A3857146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fricción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45ABB-BCE6-439D-B91A-1E5378AB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94617-3A4E-408A-9DFB-0AF9F4AD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4CE42-0199-4A06-8B42-3A7A402D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61D16-CB98-4E9F-BDF1-C0EEBB8C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D6CC4-9494-41A9-9E47-4571EE5C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889CE-2860-4292-834E-641A6B06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3534870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A9D4F-EA2E-435C-8E19-D6207F27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F0DAA-036A-4620-A843-DB657C81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3670B-F449-455C-9AB2-9552F1CC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8EC5A-438B-427E-A9C8-67366254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50976-41C5-474E-907E-64479FDD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1D0A1-C20C-46B2-9B32-0685A9C5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5472C-70C2-4CB8-B8A7-478A188B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2969C-25D1-4F0A-B3BC-D78C2D01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Métrica de adopción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7A7D2-A1A6-46FA-A2EF-AB601816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04E50-E032-4000-8919-998398C9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585CA-8E66-497E-B5D5-769E5A7E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2737476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93D439-4661-45B8-88B0-28140170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C8481-916A-4A73-839A-0BC8B459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E6C59-FA8A-47D7-96BE-DC3B26E2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70F90-8A34-47B6-AD71-4512E7B4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47567-1477-4D53-88C2-42C1711E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1E822-E194-4DE0-8DC6-C8452F4F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56BBD-1C79-4D14-BC75-CB3A556F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68D03-38EC-47E0-8AE5-027F3A02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Ruta de recuperación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D3BC6-6914-423E-AF77-9E9ED2B6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0CD1E-37A4-446F-A38D-A14D3432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40808-53FC-4D23-B873-307B02EE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7D666-2108-41E3-AAE8-3154413F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30724-42C4-44B6-9B7C-64A4D37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A248C-0C20-4EB8-9D5A-7B74F8BB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2D52A-7846-4D6C-B50A-ECC48F5F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2D01B-6653-4827-834D-FF385B6B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9BCAB-0F65-4B21-96B3-DDD97787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F346E-A155-4184-99E8-D157BF87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1401C-AF29-4D4A-BC09-815381C3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96F1F-13FC-4379-BE3A-1169F457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250689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96B87-773E-4FBD-869C-6CCAF48E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923BB-B376-4144-8470-FE455DE0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6EC88-C790-4FE7-8E8F-363B9BA6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24092-8747-4DC7-A98B-AC1BAFC7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B1DC4-DC8E-4993-8B99-CEF9FEB1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2D093-23D4-443D-9395-FC6F238B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437A0-E9CE-49B1-A721-9C37E01A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52ED0-7D38-43F3-8E9A-32F800EC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Evidencia posterior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5C87C-5989-47B5-BF71-F6AA5E71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7E14F-B578-4333-873C-52E33026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7CF0-FB3A-4423-B6FE-675A3ED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1BF18-94D7-4D73-B7C2-020AA739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752C6-63A5-486B-BB90-AC97BA76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1D34D-52A5-4FE3-91E0-4AAE44CD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567D0-8829-4DDE-9544-033516C4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E70D3-9B0E-4201-9D2E-DAE03F7D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ACDB7-0063-498E-B49A-4CB5CBEE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C5961-870D-4EA6-A970-3548DC5F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BC9B0-E7DD-480B-B2D5-48101BCF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7CC44-721D-419A-A16B-1440B723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66158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16895-A632-48DF-8567-FADA512B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30A46-E81C-4FA2-83EF-8E5FDD87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BA8E7-F293-42D9-BACC-1985A6D4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D0114-F0BD-40E0-A59F-62A63780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E241E-3579-4B0B-98F1-3F30F7C4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367F1-6364-4E0D-BFAA-5ADDC301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E5139-783D-4A66-9ED9-DCBE2D7C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D42B9-7B0F-4FD0-A93B-105E6A7D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DF6EF-3D1B-4AC2-ACFB-84F36C14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9EBA9-0CC5-4D65-9500-52B36865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14FC5-A1D8-4482-B205-AD207E1E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71BEA-03DF-47E8-97E1-882FC2C5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FFB66-6ABA-45B1-A871-E9589FEA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AAB45-29F3-46DC-B7B4-D80B4C93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D45BF-C1BF-44DF-B443-DFAFDE0E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</p:spTree>
    <p:extLst>
      <p:ext uri="{BB962C8B-B14F-4D97-AF65-F5344CB8AC3E}">
        <p14:creationId xmlns:p14="http://schemas.microsoft.com/office/powerpoint/2010/main" val="2119716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2026-09-12T16:22:53.4310000Z</dcterms:created>
  <dcterms:modified xsi:type="dcterms:W3CDTF">2026-09-12T16:22:53.4310000Z</dcterms:modified>
</coreProperties>
</file>