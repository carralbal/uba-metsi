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d245bbb7d149a4" /><Relationship Type="http://schemas.openxmlformats.org/officeDocument/2006/relationships/extended-properties" Target="/docProps/app.xml" Id="R19418de9b0b54462" /><Relationship Type="http://schemas.openxmlformats.org/officeDocument/2006/relationships/officeDocument" Target="/ppt/presentation.xml" Id="Rc66a6e81a02d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1b80c4fa4d456e"/>
  </p:sldMasterIdLst>
  <p:notesMasterIdLst>
    <p:notesMasterId xmlns:r="http://schemas.openxmlformats.org/officeDocument/2006/relationships" r:id="R8bf5c5ce79ac4c17"/>
  </p:notesMasterIdLst>
  <p:sldIdLst>
    <p:sldId xmlns:r="http://schemas.openxmlformats.org/officeDocument/2006/relationships" id="256" r:id="Rf2248e9e523746ea"/>
    <p:sldId xmlns:r="http://schemas.openxmlformats.org/officeDocument/2006/relationships" id="257" r:id="R7ff22645ae3d417f"/>
    <p:sldId xmlns:r="http://schemas.openxmlformats.org/officeDocument/2006/relationships" id="258" r:id="Re9dcc234ac6948a2"/>
    <p:sldId xmlns:r="http://schemas.openxmlformats.org/officeDocument/2006/relationships" id="259" r:id="R7895bb4b5151414a"/>
    <p:sldId xmlns:r="http://schemas.openxmlformats.org/officeDocument/2006/relationships" id="260" r:id="R4d13a3580fae4f7b"/>
    <p:sldId xmlns:r="http://schemas.openxmlformats.org/officeDocument/2006/relationships" id="261" r:id="R130a620ffb5b4b43"/>
    <p:sldId xmlns:r="http://schemas.openxmlformats.org/officeDocument/2006/relationships" id="262" r:id="R94324eff8d8e4f77"/>
    <p:sldId xmlns:r="http://schemas.openxmlformats.org/officeDocument/2006/relationships" id="263" r:id="Rb50c755ae2504482"/>
    <p:sldId xmlns:r="http://schemas.openxmlformats.org/officeDocument/2006/relationships" id="264" r:id="R188e121d91d444e0"/>
    <p:sldId xmlns:r="http://schemas.openxmlformats.org/officeDocument/2006/relationships" id="265" r:id="R39e42397624749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137872c5ff41d3" /><Relationship Type="http://schemas.openxmlformats.org/officeDocument/2006/relationships/slideMaster" Target="/ppt/slideMasters/slideMaster1.xml" Id="Ra71b80c4fa4d456e" /><Relationship Type="http://schemas.openxmlformats.org/officeDocument/2006/relationships/notesMaster" Target="/ppt/notesMasters/notesMaster1.xml" Id="R8bf5c5ce79ac4c17" /><Relationship Type="http://schemas.openxmlformats.org/officeDocument/2006/relationships/presProps" Target="/ppt/presProps.xml" Id="R74181d5476294828" /><Relationship Type="http://schemas.openxmlformats.org/officeDocument/2006/relationships/tableStyles" Target="/ppt/tableStyles.xml" Id="Rd9b0a4be337e4b5a" /><Relationship Type="http://schemas.openxmlformats.org/officeDocument/2006/relationships/slide" Target="/ppt/slides/slide1.xml" Id="Rf2248e9e523746ea" /><Relationship Type="http://schemas.openxmlformats.org/officeDocument/2006/relationships/slide" Target="/ppt/slides/slide2.xml" Id="R7ff22645ae3d417f" /><Relationship Type="http://schemas.openxmlformats.org/officeDocument/2006/relationships/slide" Target="/ppt/slides/slide3.xml" Id="Re9dcc234ac6948a2" /><Relationship Type="http://schemas.openxmlformats.org/officeDocument/2006/relationships/slide" Target="/ppt/slides/slide4.xml" Id="R7895bb4b5151414a" /><Relationship Type="http://schemas.openxmlformats.org/officeDocument/2006/relationships/slide" Target="/ppt/slides/slide5.xml" Id="R4d13a3580fae4f7b" /><Relationship Type="http://schemas.openxmlformats.org/officeDocument/2006/relationships/slide" Target="/ppt/slides/slide6.xml" Id="R130a620ffb5b4b43" /><Relationship Type="http://schemas.openxmlformats.org/officeDocument/2006/relationships/slide" Target="/ppt/slides/slide7.xml" Id="R94324eff8d8e4f77" /><Relationship Type="http://schemas.openxmlformats.org/officeDocument/2006/relationships/slide" Target="/ppt/slides/slide8.xml" Id="Rb50c755ae2504482" /><Relationship Type="http://schemas.openxmlformats.org/officeDocument/2006/relationships/slide" Target="/ppt/slides/slide9.xml" Id="R188e121d91d444e0" /><Relationship Type="http://schemas.openxmlformats.org/officeDocument/2006/relationships/slide" Target="/ppt/slides/slide10.xml" Id="R39e42397624749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d6e19b68eb47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c0cb75834341e3" /><Relationship Type="http://schemas.openxmlformats.org/officeDocument/2006/relationships/notesMaster" Target="/ppt/notesMasters/notesMaster1.xml" Id="R0d5024d3d39d4c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087ed7babe474f" /><Relationship Type="http://schemas.openxmlformats.org/officeDocument/2006/relationships/notesMaster" Target="/ppt/notesMasters/notesMaster1.xml" Id="Rea0c304dceb547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dec7e92bad43de" /><Relationship Type="http://schemas.openxmlformats.org/officeDocument/2006/relationships/notesMaster" Target="/ppt/notesMasters/notesMaster1.xml" Id="R41383a6f47ca4a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1521314ffd4e49" /><Relationship Type="http://schemas.openxmlformats.org/officeDocument/2006/relationships/notesMaster" Target="/ppt/notesMasters/notesMaster1.xml" Id="R5f0927c87a1146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837fdddcc8420e" /><Relationship Type="http://schemas.openxmlformats.org/officeDocument/2006/relationships/notesMaster" Target="/ppt/notesMasters/notesMaster1.xml" Id="Rdf2affa4657a46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0a7a481c4b46f0" /><Relationship Type="http://schemas.openxmlformats.org/officeDocument/2006/relationships/notesMaster" Target="/ppt/notesMasters/notesMaster1.xml" Id="R5e6b06092b4940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9449b4b794058" /><Relationship Type="http://schemas.openxmlformats.org/officeDocument/2006/relationships/notesMaster" Target="/ppt/notesMasters/notesMaster1.xml" Id="Re363c5a584434c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20c77c83e241dc" /><Relationship Type="http://schemas.openxmlformats.org/officeDocument/2006/relationships/notesMaster" Target="/ppt/notesMasters/notesMaster1.xml" Id="R26a8c6fd848549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6d044cc739463b" /><Relationship Type="http://schemas.openxmlformats.org/officeDocument/2006/relationships/notesMaster" Target="/ppt/notesMasters/notesMaster1.xml" Id="Ra7ba65610d0147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3053bd1aa04cc0" /><Relationship Type="http://schemas.openxmlformats.org/officeDocument/2006/relationships/notesMaster" Target="/ppt/notesMasters/notesMaster1.xml" Id="R63e15fe36b504c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frase que el grupo aceptaría como hecho y registrar por qué.</a:t>
            </a:r>
          </a:p>
          <a:p xmlns:a="http://schemas.openxmlformats.org/drawingml/2006/main">
            <a:r>
              <a:t>Señal para avanzar: Hay afirmaciones con estatus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profesional desarmada, sin confundir registro, interpretación, hipótesis y decisión. El trabajo recupera una relación importante del modelo de N03 y reconstruye la evidencia que permitiría sostenerla o revisarla.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observó esta fuente y qué sólo interpretó?</a:t>
            </a:r>
          </a:p>
          <a:p xmlns:a="http://schemas.openxmlformats.org/drawingml/2006/main">
            <a:r>
              <a:t>• ¿Qué transformación produjo este número?</a:t>
            </a:r>
          </a:p>
          <a:p xmlns:a="http://schemas.openxmlformats.org/drawingml/2006/main">
            <a:r>
              <a:t>• ¿Qué tendría que ser verdad para que el rastro sostenga la conclusión?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Nueve enunciados sin etiqueta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Clasificación ciega · 12 minutos</a:t>
            </a:r>
          </a:p>
          <a:p xmlns:a="http://schemas.openxmlformats.org/drawingml/2006/main">
            <a:r>
              <a:t>Cada equipo recibe nueve enunciados de HH-04 sin etiquetas. Debe ordenarlos como observación, fuente, dato, síntoma, interpretación, hipótesis, supuesto, restricción y decisión. Cada desacuerdo queda registrado.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resolver por vocabulario; exigir fuente, transformación y alcance.</a:t>
            </a:r>
          </a:p>
          <a:p xmlns:a="http://schemas.openxmlformats.org/drawingml/2006/main">
            <a:r>
              <a:t>Señal para avanzar: Cada desacuerdo tiene una razón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profesional desarmada, sin confundir registro, interpretación, hipótesis y decisión. El trabajo recupera una relación importante del modelo de N03 y reconstruye la evidencia que permitiría sostenerla o revisarla.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transformación produjo este número?</a:t>
            </a:r>
          </a:p>
          <a:p xmlns:a="http://schemas.openxmlformats.org/drawingml/2006/main">
            <a:r>
              <a:t>• ¿Qué tendría que ser verdad para que el rastro sostenga la conclusión?</a:t>
            </a:r>
          </a:p>
          <a:p xmlns:a="http://schemas.openxmlformats.org/drawingml/2006/main">
            <a:r>
              <a:t>• ¿Estas fuentes son independientes o repiten el mismo origen?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vacía de transformación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Cadena de transformación · 16 minutos</a:t>
            </a:r>
          </a:p>
          <a:p xmlns:a="http://schemas.openxmlformats.org/drawingml/2006/main">
            <a:r>
              <a:t>Los equipos reconstruyen cómo el episodio se convirtió en evento, indicador, correo ejecutivo y recomendación. En cada paso anotan qué se conservó, qué se perdió y qué autoridad ganó la afirmación.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pérdidas y decisiones de codificación en cada paso.</a:t>
            </a:r>
          </a:p>
          <a:p xmlns:a="http://schemas.openxmlformats.org/drawingml/2006/main">
            <a:r>
              <a:t>Señal para avanzar: El indicador deja de aparecer como observación directa.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profesional desarmada, sin confundir registro, interpretación, hipótesis y decisión. El trabajo recupera una relación importante del modelo de N03 y reconstruye la evidencia que permitiría sostenerla o revisarla.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tendría que ser verdad para que el rastro sostenga la conclusión?</a:t>
            </a:r>
          </a:p>
          <a:p xmlns:a="http://schemas.openxmlformats.org/drawingml/2006/main">
            <a:r>
              <a:t>• ¿Estas fuentes son independientes o repiten el mismo origen?</a:t>
            </a:r>
          </a:p>
          <a:p xmlns:a="http://schemas.openxmlformats.org/drawingml/2006/main">
            <a:r>
              <a:t>• ¿Qué población o episodio quedó excluido?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controles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tres controles · 10 minutos</a:t>
            </a:r>
          </a:p>
          <a:p xmlns:a="http://schemas.openxmlformats.org/drawingml/2006/main">
            <a:r>
              <a:t>El docente utiliza una producción real para separar: confiabilidad del procedimiento; validez de la representación; utilidad para una decisión concreta. La intervención termina cuando el grupo puede producir un ejemplo en el que las tres evaluaciones difieran.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Contrastar confiabilidad, validez y utilidad con el doce por ciento de demora.</a:t>
            </a:r>
          </a:p>
          <a:p xmlns:a="http://schemas.openxmlformats.org/drawingml/2006/main">
            <a:r>
              <a:t>Señal para avanzar: El grupo produce un caso donde no coinciden.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profesional desarmada, sin confundir registro, interpretación, hipótesis y decisión. El trabajo recupera una relación importante del modelo de N03 y reconstruye la evidencia que permitiría sostenerla o revisarla.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¿Estas fuentes son independientes o repiten el mismo origen?</a:t>
            </a:r>
          </a:p>
          <a:p xmlns:a="http://schemas.openxmlformats.org/drawingml/2006/main">
            <a:r>
              <a:t>• ¿Qué población o episodio quedó excluido?</a:t>
            </a:r>
          </a:p>
          <a:p xmlns:a="http://schemas.openxmlformats.org/drawingml/2006/main">
            <a:r>
              <a:t>• ¿Qué decisión cambia si la afirmación se debilita?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Catálogo de sobres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Mercado de evidencia · 18 minutos</a:t>
            </a:r>
          </a:p>
          <a:p xmlns:a="http://schemas.openxmlformats.org/drawingml/2006/main">
            <a:r>
              <a:t>Cada equipo recibe una decisión y un presupuesto limitado para solicitar sobres. Antes de abrir cada uno debe declarar qué hipótesis podría fortalecer o debilitar. Comprar volumen sin propósito consume presupuesto y no agrega puntuación.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una predicción antes de entregar evidencia.</a:t>
            </a:r>
          </a:p>
          <a:p xmlns:a="http://schemas.openxmlformats.org/drawingml/2006/main">
            <a:r>
              <a:t>Señal para avanzar: Cada solicitud puede cambiar una hipótesis o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profesional desarmada, sin confundir registro, interpretación, hipótesis y decisión. El trabajo recupera una relación importante del modelo de N03 y reconstruye la evidencia que permitiría sostenerla o revisarla.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o episodio quedó excluido?</a:t>
            </a:r>
          </a:p>
          <a:p xmlns:a="http://schemas.openxmlformats.org/drawingml/2006/main">
            <a:r>
              <a:t>• ¿Qué decisión cambia si la afirmación se debilita?</a:t>
            </a:r>
          </a:p>
          <a:p xmlns:a="http://schemas.openxmlformats.org/drawingml/2006/main">
            <a:r>
              <a:t>• ¿Qué evidencia permitiría refutar la explicación preferida?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Mapa de dependencias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Auditoría de dependencia · 15 minutos</a:t>
            </a:r>
          </a:p>
          <a:p xmlns:a="http://schemas.openxmlformats.org/drawingml/2006/main">
            <a:r>
              <a:t>Otro equipo examina si las fuentes elegidas son realmente independientes. Debe detectar copias, resúmenes o transformaciones que provienen del mismo rastro original y reformular la triangulación.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Revelar cuáles piezas comparten origen.</a:t>
            </a:r>
          </a:p>
          <a:p xmlns:a="http://schemas.openxmlformats.org/drawingml/2006/main">
            <a:r>
              <a:t>Señal para avanzar: Se corrige al menos una falsa triangulación.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profesional desarmada, sin confundir registro, interpretación, hipótesis y decisión. El trabajo recupera una relación importante del modelo de N03 y reconstruye la evidencia que permitiría sostenerla o revisarla.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 si la afirmación se debilita?</a:t>
            </a:r>
          </a:p>
          <a:p xmlns:a="http://schemas.openxmlformats.org/drawingml/2006/main">
            <a:r>
              <a:t>• ¿Qué evidencia permitiría refutar la explicación preferida?</a:t>
            </a:r>
          </a:p>
          <a:p xmlns:a="http://schemas.openxmlformats.org/drawingml/2006/main">
            <a:r>
              <a:t>• ¿Quién tiene autoridad para cuestionar el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Protocolo del tribunal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Tribunal de explicaciones rivales · 24 minutos</a:t>
            </a:r>
          </a:p>
          <a:p xmlns:a="http://schemas.openxmlformats.org/drawingml/2006/main">
            <a:r>
              <a:t>Tres subgrupos sostienen, respectivamente, falla técnica, incompatibilidad semántica y promesa comercial desacoplada. Cada uno presenta: evidencia favorable; evidencia que lo debilita; puente inferencial; supuesto crítico; dato ausente de mayor valor. Un jurado no elige la historia más persuasiva. Decide qué explicación tiene mejor sustento, cuál sigue viva y qué no puede concluirse todavía.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que toda explicación debe presentar evidencia contraria y supuesto crítico.</a:t>
            </a:r>
          </a:p>
          <a:p xmlns:a="http://schemas.openxmlformats.org/drawingml/2006/main">
            <a:r>
              <a:t>Señal para avanzar: Las tres hipótesis pueden fortalecerse o debilitarse.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profesional desarmada, sin confundir registro, interpretación, hipótesis y decisión. El trabajo recupera una relación importante del modelo de N03 y reconstruye la evidencia que permitiría sostenerla o revisarla.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permitiría refutar la explicación preferida?</a:t>
            </a:r>
          </a:p>
          <a:p xmlns:a="http://schemas.openxmlformats.org/drawingml/2006/main">
            <a:r>
              <a:t>• ¿Quién tiene autoridad para cuestionar el dato?</a:t>
            </a:r>
          </a:p>
          <a:p xmlns:a="http://schemas.openxmlformats.org/drawingml/2006/main">
            <a:r>
              <a:t>• ¿Qué observó esta fuente y qué sólo interpretó?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Registro AED vacío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Registro AED · 17 minutos</a:t>
            </a:r>
          </a:p>
          <a:p xmlns:a="http://schemas.openxmlformats.org/drawingml/2006/main">
            <a:r>
              <a:t>Cada equipo completa afirmación, evidencia, decisión y revisión. Debe autorizar una acción proporcionada, asignar responsable, plazo y señal de revisión, y declarar qué decisión más amplia continúa vedada.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aceptar “pedir más datos” sin responsable, plazo ni decisión.</a:t>
            </a:r>
          </a:p>
          <a:p xmlns:a="http://schemas.openxmlformats.org/drawingml/2006/main">
            <a:r>
              <a:t>Señal para avanzar: La acción y la revisión están operacionalizadas.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profesional desarmada, sin confundir registro, interpretación, hipótesis y decisión. El trabajo recupera una relación importante del modelo de N03 y reconstruye la evidencia que permitiría sostenerla o revisarla.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tiene autoridad para cuestionar el dato?</a:t>
            </a:r>
          </a:p>
          <a:p xmlns:a="http://schemas.openxmlformats.org/drawingml/2006/main">
            <a:r>
              <a:t>• ¿Qué observó esta fuente y qué sólo interpretó?</a:t>
            </a:r>
          </a:p>
          <a:p xmlns:a="http://schemas.openxmlformats.org/drawingml/2006/main">
            <a:r>
              <a:t>• ¿Qué transformación produjo este número?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Escala de verbos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individual y puente · 8 minutos</a:t>
            </a:r>
          </a:p>
          <a:p xmlns:a="http://schemas.openxmlformats.org/drawingml/2006/main">
            <a:r>
              <a:t>Cada persona reescribe una frase de su expediente con un verbo que revele su estatus: observamos, estimamos, inferimos, suponemos o recomendamos. Luego identifica qué actor pudo producir o cuestionar evidencia, preparando N05.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cómo cambia el alcance sin suavizar el argumento.</a:t>
            </a:r>
          </a:p>
          <a:p xmlns:a="http://schemas.openxmlformats.org/drawingml/2006/main">
            <a:r>
              <a:t>Señal para avanzar: La frase final revela su estatus epistemológico.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profesional desarmada, sin confundir registro, interpretación, hipótesis y decisión. El trabajo recupera una relación importante del modelo de N03 y reconstruye la evidencia que permitiría sostenerla o revisarla.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observó esta fuente y qué sólo interpretó?</a:t>
            </a:r>
          </a:p>
          <a:p xmlns:a="http://schemas.openxmlformats.org/drawingml/2006/main">
            <a:r>
              <a:t>• ¿Qué transformación produjo este número?</a:t>
            </a:r>
          </a:p>
          <a:p xmlns:a="http://schemas.openxmlformats.org/drawingml/2006/main">
            <a:r>
              <a:t>• ¿Qué tendría que ser verdad para que el rastro sostenga la conclusión?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quién pudo hablar, medir, validar y objetar.</a:t>
            </a:r>
          </a:p>
          <a:p xmlns:a="http://schemas.openxmlformats.org/drawingml/2006/main">
            <a:r>
              <a:t>Señal para avanzar: Aparecen diferencias de poder, acceso y exposición.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profesional desarmada, sin confundir registro, interpretación, hipótesis y decisión. El trabajo recupera una relación importante del modelo de N03 y reconstruye la evidencia que permitiría sostenerla o revisarla.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transformación produjo este número?</a:t>
            </a:r>
          </a:p>
          <a:p xmlns:a="http://schemas.openxmlformats.org/drawingml/2006/main">
            <a:r>
              <a:t>• ¿Qué tendría que ser verdad para que el rastro sostenga la conclusión?</a:t>
            </a:r>
          </a:p>
          <a:p xmlns:a="http://schemas.openxmlformats.org/drawingml/2006/main">
            <a:r>
              <a:t>• ¿Estas fuentes son independientes o repiten el mismo origen?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5ba2137134e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209b6520664092" /><Relationship Type="http://schemas.openxmlformats.org/officeDocument/2006/relationships/slideLayout" Target="/ppt/slideLayouts/slideLayout1.xml" Id="Re015bf9950c740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15bf9950c740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35bdffcd74d11" /><Relationship Type="http://schemas.openxmlformats.org/officeDocument/2006/relationships/notesSlide" Target="/ppt/notesSlides/notesSlide1.xml" Id="Re6825c8e06ca47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af6c210834dd1" /><Relationship Type="http://schemas.openxmlformats.org/officeDocument/2006/relationships/notesSlide" Target="/ppt/notesSlides/notesSlide2.xml" Id="R45fada6abf14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9e0f4404d4d88" /><Relationship Type="http://schemas.openxmlformats.org/officeDocument/2006/relationships/notesSlide" Target="/ppt/notesSlides/notesSlide3.xml" Id="R4f41de2ed60e48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b749569a14670" /><Relationship Type="http://schemas.openxmlformats.org/officeDocument/2006/relationships/notesSlide" Target="/ppt/notesSlides/notesSlide4.xml" Id="Rfcdc571bc22543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16248f826400d" /><Relationship Type="http://schemas.openxmlformats.org/officeDocument/2006/relationships/notesSlide" Target="/ppt/notesSlides/notesSlide5.xml" Id="R7ad11777f5b24a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58952748c4e1b" /><Relationship Type="http://schemas.openxmlformats.org/officeDocument/2006/relationships/notesSlide" Target="/ppt/notesSlides/notesSlide6.xml" Id="Rc11e9b0be69742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c15ed97b9493f" /><Relationship Type="http://schemas.openxmlformats.org/officeDocument/2006/relationships/notesSlide" Target="/ppt/notesSlides/notesSlide7.xml" Id="R87a131bbb80f40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90b58ebe440b7" /><Relationship Type="http://schemas.openxmlformats.org/officeDocument/2006/relationships/notesSlide" Target="/ppt/notesSlides/notesSlide8.xml" Id="Ra28cd44f773346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5dba7a3e94a62" /><Relationship Type="http://schemas.openxmlformats.org/officeDocument/2006/relationships/notesSlide" Target="/ppt/notesSlides/notesSlide9.xml" Id="R369706dc5eab4a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e01d92a0441b3" /><Relationship Type="http://schemas.openxmlformats.org/officeDocument/2006/relationships/notesSlide" Target="/ppt/notesSlides/notesSlide10.xml" Id="R3f651109187b4b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8D94B-0887-4700-ACEB-B7485EFF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D5D86-45D5-47BE-8319-594C7765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EF686-E869-4D3C-A699-DEED8213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3CAD4-8E57-463A-9948-4EDC97A1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AF278-9BB2-4F16-A0F5-FBBAD0FF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9BCA8-F727-462A-A037-73F1E462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EB083-608E-4996-918F-6713D4D1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0938F-E1CD-4B6E-B9FC-4637F0FB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8C6A2-8674-4C5C-B025-4712E5AC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Hechos, síntomas, relatos, hipótesis y decisiones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EB44E-83A5-465C-A988-A76C4F9A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evitar que una afirmación convincente, una métrica precisa o una respuesta generada se conviertan prematuramente en “la verdad” del proyecto?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626E0-4BD6-48B3-896D-60CDC493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929BB-8301-4542-B40E-D0A3B08D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314242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6F5F3-D7B3-44FA-AB86-91D2ACEF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5DD94-C39A-43A5-8142-5FD92845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40EDA-27EC-4BB3-A5D3-1453FF4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F2A4D-F503-419D-9BAE-E8BB4AD8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3A5F3-F223-40EB-9844-C469C6B4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B948D-8DDF-4647-9110-BD5233C8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716CF-2209-47DA-9C88-DE85B482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364F8-E2A3-402B-861D-894FA4D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Clasificación ciega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5CA82-59CE-4B7A-A3A4-E3DC0B8B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63A5E-C627-456A-8BAB-01E73DA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65E55-B368-407D-9ACB-30C2DA9F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recibe nueve enunciados de HH-04 sin etiquetas. Debe ordenarlos como observación, fuente, dato, síntoma, interpretación, hipótesis, supuesto, restricción y decisión. Cada desacuerdo queda registrado.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CC56B-E800-48DB-A8AF-1B4FF98E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D8083-4ACC-4074-BAE0-E987A364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354F2-2AC0-4F98-9A79-34E82BD0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F4ADA-7A09-4D0E-9E93-781466C6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742D1-BC06-47F9-AB60-2A9A955F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E24F8-B50E-43CC-A65A-91B925A8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1A534-F80A-4E89-8797-08C3BCA0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CA032-66C3-4F34-9C7F-7518198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7F289-832F-46CD-9578-3A3A4727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4613B-803E-45CF-9DFC-0FE2161A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978512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7EE1B-95FA-4494-9AE1-61FB2E3D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D7A29-5832-4D2B-A664-3B8F14BA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8C49B-827D-444F-BA10-F9B8FC1D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F6587-95A5-4978-9E89-3A6D6D99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3660C-904B-4531-8E33-D8B41E18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E7204-3AB7-47D5-8724-46FFFDCA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6F535-EF87-44DE-B28A-51D16F15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611A7-29F6-4F56-9E45-F2CED673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transformación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17CFC-F318-42C7-9CFE-88A034BD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913BF-E1F7-4D6B-90DE-5275DDC7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32DC1-EA90-427C-9C80-9EA95AB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reconstruyen cómo el episodio se convirtió en evento, indicador, correo ejecutivo y recomendación. En cada paso anotan qué se conservó, qué se perdió y qué autoridad ganó la afirmación.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94F68-449E-4D6C-87D3-D6586361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C26E8-2012-4440-BE3F-AF21C6E2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5B70E-570A-47E7-9FC8-C9CA616D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2A1C3-B269-42B8-9C7F-3C3D770F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E220C-CA42-4D73-B220-48EBDB02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CFC64-C21C-4403-A704-A45D7DF9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13285-D2D2-4920-8583-D030B0C4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4CD10-5EA2-4B4B-99D8-8966461E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1E638-3AB6-4A54-B9D7-87AE9829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EF2A5-5B42-4DA7-9F87-B138DDCF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A1F26-1297-4196-8661-49C8BD3E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550E7-A7ED-45BE-86B5-D36BEB2E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484407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37399-9525-4B87-AB84-8E5BA3EF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9182C-AEDE-48A2-928B-EBE403C9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D1D66-CCC4-424E-9CA8-481E5B8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EA46D-C1E1-4EAD-8EA5-27D5BEB1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1C3CC-D99B-4DEC-995A-8EAD08E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8A676-320C-4E68-ACD9-4B9A419A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67015-7FFE-4F1A-A68E-F12EBA46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09F3A-C8A5-4D41-A4AB-C6918D83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tres controles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9D620-5E74-437B-855C-583FFBAB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BC468-1A30-4DF6-849B-E932DA2B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D3979-CF72-484A-8D47-78E03611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utiliza una producción real para separar: confiabilidad del procedimiento; validez de la representación; utilidad para una decisión concreta. La intervención termina cuando el grupo puede producir un ejemplo en el que las tres evaluaciones difieran.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C338C-8BC1-4510-ACD1-9B3E54B7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DF489-AFBC-4D0B-837F-6F573795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99284-BCAF-46A2-8FEB-66729BE0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DC9A7-7D58-4466-954E-A2838570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7B7E6-201C-44A0-9D74-7A63B63F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35AEF-E814-4A4C-918D-B35B9298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248735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F749F7-D93F-4354-8527-97AB5E33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82C75-F1E5-42BF-8E54-90E5CAD4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E6195-2B92-4E8D-8F0A-17474869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E5C65-B99D-46F9-87E0-F1B75F15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FA88E-7CCC-4E19-B0B1-8FA25DC0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265D5-783B-4ECC-B860-ACD3FB73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528C0-5E62-4529-A101-53D34DE7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C4815-0438-44B4-9874-BEF6A738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Mercado de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AF6C4-D58E-4E5F-96B2-B8B5C80D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FA55A-E926-498D-9F60-AC8EADE7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FCD2D-33D4-41E5-BABE-300D1BAC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92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recibe una decisión y un presupuesto limitado para solicitar sobres. Antes de abrir cada uno debe declarar qué hipótesis podría fortalecer o debilitar. Comprar volumen sin propósito consume presupuesto y no agrega puntuación.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5D738-FE08-4B48-AF7A-B30B252D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89949-22B5-406D-99FB-905BD98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DED68-D123-4670-B43A-0F4D800D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D7E64-4F9C-41FE-B1E9-B4DBF938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6D841-6F9E-4212-9B35-42B1823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E0453-5F09-469C-8DB4-919B638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15898-74EA-40D4-915C-32A68836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439C3-6585-4EFC-95F3-49E8428B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9C40A-5083-423A-8672-930B2B9F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8690E-11E2-47B5-BF1E-5C0E6C6D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D380A-E63F-46D2-A21B-1B0471F1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A4A67-A680-4926-AEE9-FC94AEB9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73291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6F547-0F25-4900-A91C-0BDCFC68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9786E-E3FB-499C-A4B6-7EFAC485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0100B-F38E-4B44-9DD9-66AE7F86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DB2AB-DC21-4F22-A678-F8DAE7B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07A25-60EC-48E1-AB0A-2BA0049C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DCCEB-18EC-4C95-BE9A-48AE79B6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A112B-B564-455C-AF5C-6A4469C2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ADB08-207F-4685-A7E2-DC6AA572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Auditoría de dependencia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869AE-F0D3-4CA5-8E27-D8FC354B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F8ED3-4EF4-4673-BABF-9622AE3F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72FA0-17A6-485E-80DB-A0B7996D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AF73B-0050-4504-8A26-950CEB82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DE896-62DC-43A6-9130-94AC6424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Mapa de dependencias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F3955-8740-41D0-B77F-67848CDD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Otro equipo examina si las fuentes elegidas son realmente independientes. Debe detectar copias, resúmenes o transformaciones que provienen del mismo rastro original y reformular la triangulación.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8D224-05CB-48BA-89F2-68ECD2F5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A840E-ACD3-4410-90A9-063F39C6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15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467844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830F9-C773-453E-BFCF-CEE11490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5CCCB-FD68-45EC-AF70-45010E94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99BF1-0BD5-4FEA-B635-E3970B57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25BB7-C1D4-4A04-8580-730B6CE9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96654-5C98-48E2-B1FB-BBBCCF98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BE3CC-4083-4696-9A9B-A863DF44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B00B6-5400-4328-AF73-E337A05A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75A28-BDCA-49D7-9E46-0405ED47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Tribunal de explicaciones rivales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4EC90-8697-46D5-9702-C4CA49E7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3A555-D516-447A-A399-CDABF6A1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1A63A-2299-4476-8B58-79F68EF8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BAF5C-F700-44EC-AFC6-E67BD260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C865B-C43E-4D4A-B190-B227555D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subgrupos sostienen, respectivamente, falla técnica, incompatibilidad semántica y promesa comercial desacoplada. Cada uno presenta: evidencia favorable; evidencia que lo debilita; puente inferencial; supuesto crítico; dato ausente de mayor valor.…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05447-4D24-4E46-90C7-A76488EF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28486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8EFFF-5D70-41B4-BE80-15927305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9AC02-9704-42B2-AC21-35FCC221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37E0B-1069-480C-B0FF-87734C9E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0F240-5401-4ECC-9259-8731CF7E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3B327-FCAC-4AC8-B696-212088AA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B5D46-2A67-47A6-AB36-1595471A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6A6AA-E4AD-45CF-8F5B-C9B471B3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D234A-40CB-40CD-8FC6-E649D729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Registro AED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CDA1F-883C-4A3E-A13E-86F1FDC0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0388C-0F27-4C74-B0C0-17F3738D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875B2-2931-4D09-AF44-29201F31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completa afirmación, evidencia, decisión y revisión. Debe autorizar una acción proporcionada, asignar responsable, plazo y señal de revisión, y declarar qué decisión más amplia continúa vedada.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31D62-7950-4D14-B055-2A1E2297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302ED-01B4-40C6-9E02-5534CA9C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A8B1E-AED3-4C8F-B19A-6F8F3A84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7BE76-83C4-478C-9957-E1D8E8F4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A72D1-0D82-45E3-9AE3-FDB035A1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D0448-9195-4FF6-A2A7-DC105686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3BADC-C30B-46E8-A004-30D41720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5B554-D865-4F26-8ADF-3D9F9C0A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A427E-DD61-4B62-94CA-3507C9F6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FAB57-7D01-4A0D-98AD-D13F5436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42642-5551-47CF-A18A-B653299A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80277-0B27-4D54-8583-798C7398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04595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240864-7FD6-4811-9CEE-E080B1BC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F83B2-DCD7-4339-A0FB-036413E9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8D089-79FB-466B-80C7-39E0E260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23325-F5D1-4190-B976-73BD1F6A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1C789-1CBE-4D05-A48C-C50021BD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1A347-22CA-4B35-BF28-88D8B113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5749E-6C5F-4719-B562-552BBA6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4E81B-E6C8-455C-949A-3D96AB23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individual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CA81B-F817-4B14-A802-F0DDA5E6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B4A7E-284F-4F92-B53D-A65F81DC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06E90-AFD1-4830-8DA1-BB7638A5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12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reescribe una frase de su expediente con un verbo que revele su estatus: observamos, estimamos, inferimos, suponemos o recomendamos. Luego identifica qué actor pudo producir o cuestionar evidencia, preparando N05.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918AE-5C14-4D1F-A4CB-9660B68A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06A04-C512-4091-BBB7-AF19D1F3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037BF-EC23-4A5A-B172-0425AFD3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85184-69AB-4495-A110-19BFD25F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F62F7-9212-40FD-9BD8-C7445378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DA55E-9821-411D-AC17-CA8E9733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9CC3C-3E64-4E76-988C-58417DB8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25106-18CA-4651-B5C5-A7223F76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52FB3-4405-43FC-AC3A-6447C469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637C1-B73F-43E9-940D-8BC298D5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07901-85FF-44F9-8E8B-EF92BE21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C6B10-FF3A-44ED-A092-5D83A3EB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41592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26DF8-1163-445F-A510-480AA0E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7F6C7-3B58-46A1-866F-33B4BD41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F2234-6DCB-453B-9025-82DC058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BB35E-06BC-410E-9718-B91CA72A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BB705-F9D7-477F-8631-43432B90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F1048-509B-4265-819A-EAF25153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0BB43-0285-40C0-84CC-63052CEB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FDA27-136D-46D4-9780-5B25D332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E2FAC-36CC-411F-BCFE-F613B05B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57641-C7AA-4B58-9903-8FB3CD93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41B33-8A4D-4329-9762-22F65848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D1D81-46EA-443F-AF11-75DEB163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56865-15CD-4045-97DE-0C867725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F4D42-299D-450F-BA93-EFA7C97D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95AAE-EDB4-4BCC-B538-3B5DFD2F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</p:spTree>
    <p:extLst>
      <p:ext uri="{BB962C8B-B14F-4D97-AF65-F5344CB8AC3E}">
        <p14:creationId xmlns:p14="http://schemas.microsoft.com/office/powerpoint/2010/main" val="1661095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2026-09-14T03:54:08.6670000Z</dcterms:created>
  <dcterms:modified xsi:type="dcterms:W3CDTF">2026-09-14T03:54:08.6670000Z</dcterms:modified>
</coreProperties>
</file>