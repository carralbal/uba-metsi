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1ced17bab04b03" /><Relationship Type="http://schemas.openxmlformats.org/officeDocument/2006/relationships/extended-properties" Target="/docProps/app.xml" Id="R8696ede22b224987" /><Relationship Type="http://schemas.openxmlformats.org/officeDocument/2006/relationships/officeDocument" Target="/ppt/presentation.xml" Id="Rb20b38652e3c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38fd334b245c3"/>
  </p:sldMasterIdLst>
  <p:notesMasterIdLst>
    <p:notesMasterId xmlns:r="http://schemas.openxmlformats.org/officeDocument/2006/relationships" r:id="R15823c75d1984013"/>
  </p:notesMasterIdLst>
  <p:sldIdLst>
    <p:sldId xmlns:r="http://schemas.openxmlformats.org/officeDocument/2006/relationships" id="256" r:id="R509777462caa41dc"/>
    <p:sldId xmlns:r="http://schemas.openxmlformats.org/officeDocument/2006/relationships" id="257" r:id="R7c7b97fc4d4c48eb"/>
    <p:sldId xmlns:r="http://schemas.openxmlformats.org/officeDocument/2006/relationships" id="258" r:id="R59cff30fb4a34922"/>
    <p:sldId xmlns:r="http://schemas.openxmlformats.org/officeDocument/2006/relationships" id="259" r:id="R5441ccdea87a444b"/>
    <p:sldId xmlns:r="http://schemas.openxmlformats.org/officeDocument/2006/relationships" id="260" r:id="R550da1d4ce7e45da"/>
    <p:sldId xmlns:r="http://schemas.openxmlformats.org/officeDocument/2006/relationships" id="261" r:id="R98823d8c5a384080"/>
    <p:sldId xmlns:r="http://schemas.openxmlformats.org/officeDocument/2006/relationships" id="262" r:id="R56c4fa7d3e6c4ab8"/>
    <p:sldId xmlns:r="http://schemas.openxmlformats.org/officeDocument/2006/relationships" id="263" r:id="R0f5fb881c8b84a88"/>
    <p:sldId xmlns:r="http://schemas.openxmlformats.org/officeDocument/2006/relationships" id="264" r:id="R2f54c637ea564e11"/>
    <p:sldId xmlns:r="http://schemas.openxmlformats.org/officeDocument/2006/relationships" id="265" r:id="R53519747ca64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739c787ae4184" /><Relationship Type="http://schemas.openxmlformats.org/officeDocument/2006/relationships/slideMaster" Target="/ppt/slideMasters/slideMaster1.xml" Id="Rf7c38fd334b245c3" /><Relationship Type="http://schemas.openxmlformats.org/officeDocument/2006/relationships/notesMaster" Target="/ppt/notesMasters/notesMaster1.xml" Id="R15823c75d1984013" /><Relationship Type="http://schemas.openxmlformats.org/officeDocument/2006/relationships/presProps" Target="/ppt/presProps.xml" Id="R21da8fc1e1e04055" /><Relationship Type="http://schemas.openxmlformats.org/officeDocument/2006/relationships/tableStyles" Target="/ppt/tableStyles.xml" Id="Rc6f59b2e7a2347c2" /><Relationship Type="http://schemas.openxmlformats.org/officeDocument/2006/relationships/slide" Target="/ppt/slides/slide1.xml" Id="R509777462caa41dc" /><Relationship Type="http://schemas.openxmlformats.org/officeDocument/2006/relationships/slide" Target="/ppt/slides/slide2.xml" Id="R7c7b97fc4d4c48eb" /><Relationship Type="http://schemas.openxmlformats.org/officeDocument/2006/relationships/slide" Target="/ppt/slides/slide3.xml" Id="R59cff30fb4a34922" /><Relationship Type="http://schemas.openxmlformats.org/officeDocument/2006/relationships/slide" Target="/ppt/slides/slide4.xml" Id="R5441ccdea87a444b" /><Relationship Type="http://schemas.openxmlformats.org/officeDocument/2006/relationships/slide" Target="/ppt/slides/slide5.xml" Id="R550da1d4ce7e45da" /><Relationship Type="http://schemas.openxmlformats.org/officeDocument/2006/relationships/slide" Target="/ppt/slides/slide6.xml" Id="R98823d8c5a384080" /><Relationship Type="http://schemas.openxmlformats.org/officeDocument/2006/relationships/slide" Target="/ppt/slides/slide7.xml" Id="R56c4fa7d3e6c4ab8" /><Relationship Type="http://schemas.openxmlformats.org/officeDocument/2006/relationships/slide" Target="/ppt/slides/slide8.xml" Id="R0f5fb881c8b84a88" /><Relationship Type="http://schemas.openxmlformats.org/officeDocument/2006/relationships/slide" Target="/ppt/slides/slide9.xml" Id="R2f54c637ea564e11" /><Relationship Type="http://schemas.openxmlformats.org/officeDocument/2006/relationships/slide" Target="/ppt/slides/slide10.xml" Id="R53519747ca64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c6e57a661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fbb6997eb04b8c" /><Relationship Type="http://schemas.openxmlformats.org/officeDocument/2006/relationships/notesMaster" Target="/ppt/notesMasters/notesMaster1.xml" Id="R0e55dc22b2e6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68345c1c2e4dc0" /><Relationship Type="http://schemas.openxmlformats.org/officeDocument/2006/relationships/notesMaster" Target="/ppt/notesMasters/notesMaster1.xml" Id="R2de7650fb5e8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2999225a91468c" /><Relationship Type="http://schemas.openxmlformats.org/officeDocument/2006/relationships/notesMaster" Target="/ppt/notesMasters/notesMaster1.xml" Id="R6085eefa5813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d061b264f441b7" /><Relationship Type="http://schemas.openxmlformats.org/officeDocument/2006/relationships/notesMaster" Target="/ppt/notesMasters/notesMaster1.xml" Id="R6013b66edfa24a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136cd6bb634fad" /><Relationship Type="http://schemas.openxmlformats.org/officeDocument/2006/relationships/notesMaster" Target="/ppt/notesMasters/notesMaster1.xml" Id="Rbeaf676300c148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941b964b6041f3" /><Relationship Type="http://schemas.openxmlformats.org/officeDocument/2006/relationships/notesMaster" Target="/ppt/notesMasters/notesMaster1.xml" Id="Rb004e4bff6564c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47bd01906480f" /><Relationship Type="http://schemas.openxmlformats.org/officeDocument/2006/relationships/notesMaster" Target="/ppt/notesMasters/notesMaster1.xml" Id="Rf4aa09626b664e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c44c1ca5546d2" /><Relationship Type="http://schemas.openxmlformats.org/officeDocument/2006/relationships/notesMaster" Target="/ppt/notesMasters/notesMaster1.xml" Id="R7799bf13856e45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7ffceeaee4eae" /><Relationship Type="http://schemas.openxmlformats.org/officeDocument/2006/relationships/notesMaster" Target="/ppt/notesMasters/notesMaster1.xml" Id="R96f08361a93742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ae449289654e5e" /><Relationship Type="http://schemas.openxmlformats.org/officeDocument/2006/relationships/notesMaster" Target="/ppt/notesMasters/notesMaster1.xml" Id="R3ea9b6a8ba72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frase que el grupo aceptaría como hecho y registrar por qué.</a:t>
            </a:r>
          </a:p>
          <a:p xmlns:a="http://schemas.openxmlformats.org/drawingml/2006/main">
            <a:r>
              <a:t>Señal para avanzar: Hay afirmaciones con estatus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Nueve enunciados sin etiqueta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resolver por vocabulario; exigir fuente, transformación y alcance.</a:t>
            </a:r>
          </a:p>
          <a:p xmlns:a="http://schemas.openxmlformats.org/drawingml/2006/main">
            <a:r>
              <a:t>Señal para avanzar: Cada desacuerdo tiene una razón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vacía de transformación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pérdidas y decisiones de codificación en cada paso.</a:t>
            </a:r>
          </a:p>
          <a:p xmlns:a="http://schemas.openxmlformats.org/drawingml/2006/main">
            <a:r>
              <a:t>Señal para avanzar: El indicador deja de aparecer como observación directa.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controles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confiabilidad, validez y utilidad con el doce por ciento de demora.</a:t>
            </a:r>
          </a:p>
          <a:p xmlns:a="http://schemas.openxmlformats.org/drawingml/2006/main">
            <a:r>
              <a:t>Señal para avanzar: El grupo produce un caso donde no coinciden.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Catálogo de sobres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una predicción antes de entregar evidencia.</a:t>
            </a:r>
          </a:p>
          <a:p xmlns:a="http://schemas.openxmlformats.org/drawingml/2006/main">
            <a:r>
              <a:t>Señal para avanzar: Cada solicitud puede cambiar una hipótesis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o episodio quedó excluido?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dependencias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cuáles piezas comparten origen.</a:t>
            </a:r>
          </a:p>
          <a:p xmlns:a="http://schemas.openxmlformats.org/drawingml/2006/main">
            <a:r>
              <a:t>Señal para avanzar: Se corrige al menos una falsa triangulación.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la afirmación se debilita?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del tribunal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toda explicación debe presentar evidencia contraria y supuesto crítico.</a:t>
            </a:r>
          </a:p>
          <a:p xmlns:a="http://schemas.openxmlformats.org/drawingml/2006/main">
            <a:r>
              <a:t>Señal para avanzar: Las tres hipótesis pueden fortalecerse o debilitarse.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permitiría refutar la explicación preferida?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Registro AED vacío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aceptar “pedir más datos” sin responsable, plazo ni decisión.</a:t>
            </a:r>
          </a:p>
          <a:p xmlns:a="http://schemas.openxmlformats.org/drawingml/2006/main">
            <a:r>
              <a:t>Señal para avanzar: La acción y la revisión están operacionalizadas.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tiene autoridad para cuestionar el dato?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Escala de verbos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cómo cambia el alcance sin suavizar el argumento.</a:t>
            </a:r>
          </a:p>
          <a:p xmlns:a="http://schemas.openxmlformats.org/drawingml/2006/main">
            <a:r>
              <a:t>Señal para avanzar: La frase final revela su estatus epistemológico.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observó esta fuente y qué sólo interpretó?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pudo hablar, medir, validar y objetar.</a:t>
            </a:r>
          </a:p>
          <a:p xmlns:a="http://schemas.openxmlformats.org/drawingml/2006/main">
            <a:r>
              <a:t>Señal para avanzar: Aparecen diferencias de poder, acceso y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produjo este número?</a:t>
            </a:r>
          </a:p>
          <a:p xmlns:a="http://schemas.openxmlformats.org/drawingml/2006/main">
            <a:r>
              <a:t>• ¿Qué tendría que ser verdad para que el rastro sostenga la conclusión?</a:t>
            </a:r>
          </a:p>
          <a:p xmlns:a="http://schemas.openxmlformats.org/drawingml/2006/main">
            <a:r>
              <a:t>• ¿Estas fuentes son independientes o repiten el mismo origen?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7a5147591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1ceb293df4d50" /><Relationship Type="http://schemas.openxmlformats.org/officeDocument/2006/relationships/slideLayout" Target="/ppt/slideLayouts/slideLayout1.xml" Id="R18566baf65a4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566baf65a4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49862fd69495d" /><Relationship Type="http://schemas.openxmlformats.org/officeDocument/2006/relationships/notesSlide" Target="/ppt/notesSlides/notesSlide1.xml" Id="R9e1067e3bdb2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59a39bde4990" /><Relationship Type="http://schemas.openxmlformats.org/officeDocument/2006/relationships/notesSlide" Target="/ppt/notesSlides/notesSlide2.xml" Id="R973189b5e5874a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90015181f4841" /><Relationship Type="http://schemas.openxmlformats.org/officeDocument/2006/relationships/notesSlide" Target="/ppt/notesSlides/notesSlide3.xml" Id="R55f751b2c0f945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1eafffe5044fc" /><Relationship Type="http://schemas.openxmlformats.org/officeDocument/2006/relationships/notesSlide" Target="/ppt/notesSlides/notesSlide4.xml" Id="R6b11aa11ddca4c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3f6e8c3b44e34" /><Relationship Type="http://schemas.openxmlformats.org/officeDocument/2006/relationships/notesSlide" Target="/ppt/notesSlides/notesSlide5.xml" Id="R09bd0cc5a52a47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80cec66f64c00" /><Relationship Type="http://schemas.openxmlformats.org/officeDocument/2006/relationships/notesSlide" Target="/ppt/notesSlides/notesSlide6.xml" Id="Rb80326cc674f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b99d4b59546b1" /><Relationship Type="http://schemas.openxmlformats.org/officeDocument/2006/relationships/notesSlide" Target="/ppt/notesSlides/notesSlide7.xml" Id="R93133988a793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c85e92f14c0e" /><Relationship Type="http://schemas.openxmlformats.org/officeDocument/2006/relationships/notesSlide" Target="/ppt/notesSlides/notesSlide8.xml" Id="Rff8fef4e771f4f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20df86544c77" /><Relationship Type="http://schemas.openxmlformats.org/officeDocument/2006/relationships/notesSlide" Target="/ppt/notesSlides/notesSlide9.xml" Id="R7e15b88c64c5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edcf1b0204356" /><Relationship Type="http://schemas.openxmlformats.org/officeDocument/2006/relationships/notesSlide" Target="/ppt/notesSlides/notesSlide10.xml" Id="Rc30ee6298a13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B68B2-C20E-4B82-A43A-D686D6A2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F2D2-3E28-4E15-A596-984384E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B5AEA-05AA-4077-9E52-B65292E1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5CDDB-C174-45B6-8F85-598D9C0B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9E92E-09E6-44B9-AB12-46493DC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38BB1-474E-45CA-9D87-E971F7FE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5473B-2401-40BC-AAFB-BEDC977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549BF-7D8E-4383-96F1-F19F9475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5FA6-19B9-4A33-A9F7-F02F8811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evitar que una afirmación convincente, una métrica precisa o una respuesta generada se conviertan prematuramente en “la verdad” del proyecto?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2B7A0-9C66-4EC5-8264-91A4BD0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324EC-CA04-4DE0-90BD-9325535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68549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F7D99-61C6-4F62-8509-0C6DAE3C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CE6C-E96E-4D25-BDBA-15313329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011B8-2C74-412A-A122-2B959273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8305C-411B-4201-80C4-474C073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3749E-E483-4A52-B97B-4D60DD9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2731C-5C78-41F4-8E6A-1B9C716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6A4B-122E-48B9-8457-03A8BDDF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08D5F-09F4-4BEC-BAA2-1CF493C6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Nueve enunciados sin 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4B4EB-FF75-4CF6-9EC6-0FB92D8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74C6D-3307-40C0-A7AC-80DC274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FF055-E98D-4620-8AE2-D5AF100B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2A767-EB0E-4AF3-A0B7-487B0C12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F3B6C-044D-45BB-B380-E437349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8F089-2640-45C3-9976-46B4EA6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8D8D0-967F-4709-934A-6A6C3BD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FA35B-8D92-4A1A-A126-907DFFD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D794C-B816-4736-B3FB-50DF649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F83AE-2653-4491-B8F5-B3B98017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54630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CAD94-3F67-4B60-A765-5522C3F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4AE96-FA28-45C3-A727-BF9FA47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14E38-8EC2-4961-950F-9FCE555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4A46-6F62-432D-BF82-C4DFD70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1D409-4ED6-492A-B94C-CEE5937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B1782-B4A1-47ED-8CC9-7A5FC78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FD89A-82FE-4B2F-9D4B-62E9259A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D02DE-BC4C-42FD-9BE5-CCED8A3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vacía de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FBC4-A0C3-45A0-B0D4-BC0003E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462D1-E3AB-4E93-8FC5-F479F7DD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AE18C-A726-42DA-B049-16EF06A8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0DEA4-0459-400A-97DC-BF722CA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D5797-174C-40ED-BD8E-5143A27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02254-937D-405B-B2D5-AD48396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0FB3C-6A57-44C2-8549-F9E0B27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FBCE3-ADFA-41B6-8316-68E3525F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A0ADD-5A7E-4D69-BC2D-02162047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1DFF5-FFA4-49D9-82E5-762A8B0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B5623-3023-473E-A22B-A4338B96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35CC0-6039-4F30-AC18-4E5EFF6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308462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7D24F-F977-4CE2-BD2F-E4B12B94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E441D-CF47-4C1E-BB69-5604045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47031-517C-44FE-B108-9FE3A726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D4DDB-451E-43F2-BDBF-8D1EC96D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23EDF-C08D-4FC6-99C0-A1BB1232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D7AD6-BCAC-4038-98BD-207CA363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7025F-E304-4CD4-8A52-6CD2211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F4496-42C4-4F61-9C1E-944EA1F4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controles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064C8-664E-465B-9B5D-581E9A87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B2F6F-5227-4CF6-AA00-540DF2A0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A2C6F-7D17-4194-AECC-5F7F4E0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B615D-9E07-4558-B769-932C50D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19255-53F6-44F6-9864-4516E75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3B3B1-EDAF-485E-AF79-10502CB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15196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F5E6E-BEAD-421D-B984-4498265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294D8-9759-4BF9-B545-DA78A8E7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351B9-6B13-4817-A9AE-F38905C1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17E23-973B-4E86-A725-1924536C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F251E-5B0B-43DC-B2DB-5A40A8D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CB0C8-5F90-4C70-9FC1-A5BD6C2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E20A8-DE3F-496F-BB13-4714353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012F9-1088-4D11-AEE3-92E9F4E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Catálogo de sobres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02C0A-51BD-4848-B3EE-91499EE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8F030-4EEE-4D26-9F5A-929A778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E3E9A-D9D2-4BA3-B8E4-4376DF4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D6963-252F-477B-9E7D-AC0F25E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D0C2C-A097-4062-9A5D-BE5BA8B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C67EA-B905-4C9B-AEC8-53EC4922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E1A27-2E56-4C92-BBE7-3A8F268D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50F10-3AD0-45AB-AC16-D0A2279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5A460-1525-49F2-B34D-D3723BBF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8899E-2E42-4766-8FCA-CD7046E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48643-5232-4C16-A1A2-5029BBC2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2A127-96B4-4D86-9CBB-0C8F053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68497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BB3DE-7656-4B5F-961A-A160157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DB8C8-F090-4463-96D5-FA6A17A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E5BB9-4F33-43F5-860A-260DFBC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8640A-BDE1-496F-8D5A-7E70483E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7A117-2CC7-4E0A-B2B2-55902060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D3D85-DCE7-4BC0-B883-749494F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084AB-7243-4B86-97B1-E80080B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10E11-9373-4EE2-804D-000BAAA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dependencias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BD860-8049-4C0B-9D34-89776F7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AB05F-3847-48F6-A11E-AFF7AEF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4030E-5DE3-4186-AD65-8D8B9878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E5409-E2C5-4F85-BEED-3C23A1A5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9147A-5885-46F8-AFA7-53677D18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6EA7C-5196-4C33-BDBB-AA0D882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993447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49198-7492-45E5-BA6D-0F82A163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A843-63BA-4762-98E2-880A090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AEDE4-A948-441F-B836-B13BEAC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B290-4954-40BF-8AE9-3847FB8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C19AE-3081-4B9F-8F37-DDD4292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B9E86-EE0B-4BF3-8A7B-9F107CE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C73AC-2F40-4004-AC88-4B07C38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AA091-CDCE-4ED0-9B54-BFA599D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Protocolo del tribunal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11C4-144F-4569-89E6-5AA5F853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ED0B5-7714-455C-8708-08B78FA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3A684-7255-4C11-860E-5A9C634F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637616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FFD38-087C-44C8-9436-A42122E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6AD6C-C2D5-42B5-BD17-6F9B7FA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18DD-1783-4783-A689-B52CBAFE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791B3-01E9-45B7-89FC-3B25C87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1CE6F-FFE1-417D-9F60-DD3C6EF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EBFAC-C4EA-486E-8E15-E2165A6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C36D3-03F2-4E67-8467-E9487948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90280-723D-4ED5-9D86-94A4A61A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AED vacío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02B9A-E541-4D2A-8016-8137F288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3E8FD-A1DA-4081-A6C7-38E445A7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A830D-CCA6-407B-9718-8267E2B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6C078-B8FF-4C7A-8BE7-E73C2A8E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F5E74-46EC-4CC2-809F-8948EF58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79FDC-44A6-41C1-9B20-562BD99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5FE71-1D40-425A-9F89-52586AA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74C32-B91C-45A0-A880-3CC79791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CD264-FF1B-474B-A327-929EF059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DA3CB-B607-48EF-B577-F707063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C7EB4-A8FB-4E88-AAB3-98FB7711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C2984-5F54-48BE-876C-0AAA88D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6912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630A9-58F0-4CF2-93AC-2A92115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6C68B-FD5D-4B9A-913E-C16EBA0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5C52-67DC-4E99-BE1F-2F6EAD2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DCCA5-8FAC-4DCC-85CC-3305F24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92535-141D-47CC-BAE8-3B817F4E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CDA05-8404-405E-8F8E-4D92BA57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B7F42-1F9C-4959-AD3A-2AE30BB8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74914-5D1A-4F56-8495-7FF70CBC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Escala de verbos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95B17-4731-4CF5-A491-4C7A1A3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89073-8E6C-497C-826A-A0926D6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2571A-DBBC-442A-A9BA-A41E65DB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B63B6-1D53-43C3-9E46-9F8178E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26246-8D19-4B18-9DC4-C4CA48B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16A5-D812-4128-A11A-D3C05FE7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6F03D-0AAE-410E-B7D3-7486D3DC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39F48-10B6-4337-A910-92FAABC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76B19-FE58-4B9B-81B3-CA394B98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09710-BEF2-4303-8DC1-E453444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8A16C-B1C0-4007-BAF8-2306F4F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F41F0-4A0D-432D-A03A-FD28FCB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2708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4DD48-AA36-4FFD-A85D-3078F38C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64BFF-FA16-404B-8054-C98F695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379B8-6142-4A8B-B72C-BC44752D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53B72-B3E8-4001-A543-BB6D7DF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146C6-9A65-4E33-823B-9F58225F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5F8F3-5D9C-4A8F-AF96-D9CCB88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75F8-C27D-448D-8EF0-BB83E20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4FB3A-7FB8-4DDD-A219-9097774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18BA-775C-403A-A5F1-5F03E6DA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E2BD7-DED6-49F9-9CED-D74EF4B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E9FFA-E97D-470A-ABC6-A6348CE8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4449D-FF2B-4A55-A63B-318F4F1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878E8-D47B-4D91-8657-793203A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E24E8-830A-4542-BB23-A205B5C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6D6D8-E200-4AE9-ACD8-44964A71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registro AED de HH-04 que conserva procedencia, contrasta explicaciones rivales y autoriza una decisión acotada con una condición explícita de revisión.</a:t>
            </a:r>
          </a:p>
        </p:txBody>
      </p:sp>
    </p:spTree>
    <p:extLst>
      <p:ext uri="{BB962C8B-B14F-4D97-AF65-F5344CB8AC3E}">
        <p14:creationId xmlns:p14="http://schemas.microsoft.com/office/powerpoint/2010/main" val="1184309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2026-09-12T16:22:45.7750000Z</dcterms:created>
  <dcterms:modified xsi:type="dcterms:W3CDTF">2026-09-12T16:22:45.7750000Z</dcterms:modified>
</coreProperties>
</file>