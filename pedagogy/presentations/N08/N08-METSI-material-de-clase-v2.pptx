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3dd2d91314921" /><Relationship Type="http://schemas.openxmlformats.org/officeDocument/2006/relationships/extended-properties" Target="/docProps/app.xml" Id="R16f33786a9ef4762" /><Relationship Type="http://schemas.openxmlformats.org/officeDocument/2006/relationships/officeDocument" Target="/ppt/presentation.xml" Id="Rf2aec0f715d847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72760951b4b70"/>
  </p:sldMasterIdLst>
  <p:notesMasterIdLst>
    <p:notesMasterId xmlns:r="http://schemas.openxmlformats.org/officeDocument/2006/relationships" r:id="Rb8595222efec46a5"/>
  </p:notesMasterIdLst>
  <p:sldIdLst>
    <p:sldId xmlns:r="http://schemas.openxmlformats.org/officeDocument/2006/relationships" id="256" r:id="R3b22f6a3acdc4d24"/>
    <p:sldId xmlns:r="http://schemas.openxmlformats.org/officeDocument/2006/relationships" id="257" r:id="Ra7760ea6c5d24509"/>
    <p:sldId xmlns:r="http://schemas.openxmlformats.org/officeDocument/2006/relationships" id="258" r:id="R89722c9761d44962"/>
    <p:sldId xmlns:r="http://schemas.openxmlformats.org/officeDocument/2006/relationships" id="259" r:id="Rbdb637d74a2d4d9b"/>
    <p:sldId xmlns:r="http://schemas.openxmlformats.org/officeDocument/2006/relationships" id="260" r:id="Rb89c371744aa4bce"/>
    <p:sldId xmlns:r="http://schemas.openxmlformats.org/officeDocument/2006/relationships" id="261" r:id="Rd62b17f895644520"/>
    <p:sldId xmlns:r="http://schemas.openxmlformats.org/officeDocument/2006/relationships" id="262" r:id="R069c00884ffb416e"/>
    <p:sldId xmlns:r="http://schemas.openxmlformats.org/officeDocument/2006/relationships" id="263" r:id="R738810c5927a4278"/>
    <p:sldId xmlns:r="http://schemas.openxmlformats.org/officeDocument/2006/relationships" id="264" r:id="Rae8d7d8d95b5408b"/>
    <p:sldId xmlns:r="http://schemas.openxmlformats.org/officeDocument/2006/relationships" id="265" r:id="R2048750cfc0549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74a64dc244acb" /><Relationship Type="http://schemas.openxmlformats.org/officeDocument/2006/relationships/slideMaster" Target="/ppt/slideMasters/slideMaster1.xml" Id="Re6772760951b4b70" /><Relationship Type="http://schemas.openxmlformats.org/officeDocument/2006/relationships/notesMaster" Target="/ppt/notesMasters/notesMaster1.xml" Id="Rb8595222efec46a5" /><Relationship Type="http://schemas.openxmlformats.org/officeDocument/2006/relationships/presProps" Target="/ppt/presProps.xml" Id="R8f350c93369147ce" /><Relationship Type="http://schemas.openxmlformats.org/officeDocument/2006/relationships/tableStyles" Target="/ppt/tableStyles.xml" Id="R873245629b984e1f" /><Relationship Type="http://schemas.openxmlformats.org/officeDocument/2006/relationships/slide" Target="/ppt/slides/slide1.xml" Id="R3b22f6a3acdc4d24" /><Relationship Type="http://schemas.openxmlformats.org/officeDocument/2006/relationships/slide" Target="/ppt/slides/slide2.xml" Id="Ra7760ea6c5d24509" /><Relationship Type="http://schemas.openxmlformats.org/officeDocument/2006/relationships/slide" Target="/ppt/slides/slide3.xml" Id="R89722c9761d44962" /><Relationship Type="http://schemas.openxmlformats.org/officeDocument/2006/relationships/slide" Target="/ppt/slides/slide4.xml" Id="Rbdb637d74a2d4d9b" /><Relationship Type="http://schemas.openxmlformats.org/officeDocument/2006/relationships/slide" Target="/ppt/slides/slide5.xml" Id="Rb89c371744aa4bce" /><Relationship Type="http://schemas.openxmlformats.org/officeDocument/2006/relationships/slide" Target="/ppt/slides/slide6.xml" Id="Rd62b17f895644520" /><Relationship Type="http://schemas.openxmlformats.org/officeDocument/2006/relationships/slide" Target="/ppt/slides/slide7.xml" Id="R069c00884ffb416e" /><Relationship Type="http://schemas.openxmlformats.org/officeDocument/2006/relationships/slide" Target="/ppt/slides/slide8.xml" Id="R738810c5927a4278" /><Relationship Type="http://schemas.openxmlformats.org/officeDocument/2006/relationships/slide" Target="/ppt/slides/slide9.xml" Id="Rae8d7d8d95b5408b" /><Relationship Type="http://schemas.openxmlformats.org/officeDocument/2006/relationships/slide" Target="/ppt/slides/slide10.xml" Id="R2048750cfc05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8fa3a9e7b49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c6489df314dce" /><Relationship Type="http://schemas.openxmlformats.org/officeDocument/2006/relationships/notesMaster" Target="/ppt/notesMasters/notesMaster1.xml" Id="R137f6225143a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6405864a9f4710" /><Relationship Type="http://schemas.openxmlformats.org/officeDocument/2006/relationships/notesMaster" Target="/ppt/notesMasters/notesMaster1.xml" Id="R68493f7ae202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d8f9892fc49cf" /><Relationship Type="http://schemas.openxmlformats.org/officeDocument/2006/relationships/notesMaster" Target="/ppt/notesMasters/notesMaster1.xml" Id="Rc884c7df5fe745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56e6228f842e1" /><Relationship Type="http://schemas.openxmlformats.org/officeDocument/2006/relationships/notesMaster" Target="/ppt/notesMasters/notesMaster1.xml" Id="R52ca042520f646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74ece691f4a8c" /><Relationship Type="http://schemas.openxmlformats.org/officeDocument/2006/relationships/notesMaster" Target="/ppt/notesMasters/notesMaster1.xml" Id="R9ed73a3e3d704f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bf156a2a404743" /><Relationship Type="http://schemas.openxmlformats.org/officeDocument/2006/relationships/notesMaster" Target="/ppt/notesMasters/notesMaster1.xml" Id="R6e42394814474e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fb28a8f0f74319" /><Relationship Type="http://schemas.openxmlformats.org/officeDocument/2006/relationships/notesMaster" Target="/ppt/notesMasters/notesMaster1.xml" Id="Raa2e11a0edb545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4b2f68b4e46c1" /><Relationship Type="http://schemas.openxmlformats.org/officeDocument/2006/relationships/notesMaster" Target="/ppt/notesMasters/notesMaster1.xml" Id="Re48a4fa7afd041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2c690e6ef2421b" /><Relationship Type="http://schemas.openxmlformats.org/officeDocument/2006/relationships/notesMaster" Target="/ppt/notesMasters/notesMaster1.xml" Id="R4c9402f3d5824a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3c8cdf51704445" /><Relationship Type="http://schemas.openxmlformats.org/officeDocument/2006/relationships/notesMaster" Target="/ppt/notesMasters/notesMaster1.xml" Id="R7611c901d527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cómo debería funcionar la escena.</a:t>
            </a:r>
          </a:p>
          <a:p xmlns:a="http://schemas.openxmlformats.org/drawingml/2006/main">
            <a:r>
              <a:t>Señal para avanzar: Queda una predicción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observación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explicación y recomendación durante la primera pasada.</a:t>
            </a:r>
          </a:p>
          <a:p xmlns:a="http://schemas.openxmlformats.org/drawingml/2006/main">
            <a:r>
              <a:t>Señal para avanzar: Los registros contienen eventos y tiempos.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focos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Distribuir tiempo, información, coordinación, autoridad y reparación.</a:t>
            </a:r>
          </a:p>
          <a:p xmlns:a="http://schemas.openxmlformats.org/drawingml/2006/main">
            <a:r>
              <a:t>Señal para avanzar: Las observaciones parciales pueden combinarse.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Capas vacías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recorrido, contacto, trabajo interno, sistemas y reglas.</a:t>
            </a:r>
          </a:p>
          <a:p xmlns:a="http://schemas.openxmlformats.org/drawingml/2006/main">
            <a:r>
              <a:t>Señal para avanzar: Cada tarjeta tiene posición y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>• ¿Qué cambia al retirar la práctica informal?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Primera reconstrucción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quedó invisible para cada observador.</a:t>
            </a:r>
          </a:p>
          <a:p xmlns:a="http://schemas.openxmlformats.org/drawingml/2006/main">
            <a:r>
              <a:t>Señal para avanzar: Aparecen transferencias y microdecisiones.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>• ¿Qué cambia al retirar la práctica informal?</a:t>
            </a:r>
          </a:p>
          <a:p xmlns:a="http://schemas.openxmlformats.org/drawingml/2006/main">
            <a:r>
              <a:t>• ¿Qué debería observarse después del rediseño?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Escena perturbada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una práctica que parecía informal.</a:t>
            </a:r>
          </a:p>
          <a:p xmlns:a="http://schemas.openxmlformats.org/drawingml/2006/main">
            <a:r>
              <a:t>Señal para avanzar: Se identifica la función que sostenía.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retirar la práctica informal?</a:t>
            </a:r>
          </a:p>
          <a:p xmlns:a="http://schemas.openxmlformats.org/drawingml/2006/main">
            <a:r>
              <a:t>• ¿Qué debería observarse después del rediseño?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Consulta no punitiva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decisión y restricción, no justificar conducta personal.</a:t>
            </a:r>
          </a:p>
          <a:p xmlns:a="http://schemas.openxmlformats.org/drawingml/2006/main">
            <a:r>
              <a:t>Señal para avanzar: Las interpretaciones pueden corregirse.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debería observarse después del rediseño?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transformación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Conservar capacidad y reducir riesgo o carga.</a:t>
            </a:r>
          </a:p>
          <a:p xmlns:a="http://schemas.openxmlformats.org/drawingml/2006/main">
            <a:r>
              <a:t>Señal para avanzar: El cambio incluye evidencia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Límite de inferencia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muestra, reactividad y condiciones observadas.</a:t>
            </a:r>
          </a:p>
          <a:p xmlns:a="http://schemas.openxmlformats.org/drawingml/2006/main">
            <a:r>
              <a:t>Señal para avanzar: No se generaliza desde un caso sin declarar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el episodio desde quien recibe el servicio.</a:t>
            </a:r>
          </a:p>
          <a:p xmlns:a="http://schemas.openxmlformats.org/drawingml/2006/main">
            <a:r>
              <a:t>Señal para avanzar: Aparecen barrera, asistencia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5f59acc7d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0268c93d742f3" /><Relationship Type="http://schemas.openxmlformats.org/officeDocument/2006/relationships/slideLayout" Target="/ppt/slideLayouts/slideLayout1.xml" Id="R79ae64df505f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ae64df505f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16cb8e384830" /><Relationship Type="http://schemas.openxmlformats.org/officeDocument/2006/relationships/notesSlide" Target="/ppt/notesSlides/notesSlide1.xml" Id="R8a05e9ecdd88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5652761634b3b" /><Relationship Type="http://schemas.openxmlformats.org/officeDocument/2006/relationships/notesSlide" Target="/ppt/notesSlides/notesSlide2.xml" Id="Rc3abf05a598045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add05b75a44e3" /><Relationship Type="http://schemas.openxmlformats.org/officeDocument/2006/relationships/notesSlide" Target="/ppt/notesSlides/notesSlide3.xml" Id="R747c2585546a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06ca7deb3487e" /><Relationship Type="http://schemas.openxmlformats.org/officeDocument/2006/relationships/notesSlide" Target="/ppt/notesSlides/notesSlide4.xml" Id="R50b727d930504a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6eb9fc51b4ca8" /><Relationship Type="http://schemas.openxmlformats.org/officeDocument/2006/relationships/notesSlide" Target="/ppt/notesSlides/notesSlide5.xml" Id="R160d8ed13e94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f0144f08d4c99" /><Relationship Type="http://schemas.openxmlformats.org/officeDocument/2006/relationships/notesSlide" Target="/ppt/notesSlides/notesSlide6.xml" Id="R086f08dcb27f42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ffab951fb451e" /><Relationship Type="http://schemas.openxmlformats.org/officeDocument/2006/relationships/notesSlide" Target="/ppt/notesSlides/notesSlide7.xml" Id="R6f01067aa59a48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464f9acd24973" /><Relationship Type="http://schemas.openxmlformats.org/officeDocument/2006/relationships/notesSlide" Target="/ppt/notesSlides/notesSlide8.xml" Id="Rd49f9afac0cf44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0354719904638" /><Relationship Type="http://schemas.openxmlformats.org/officeDocument/2006/relationships/notesSlide" Target="/ppt/notesSlides/notesSlide9.xml" Id="R47dce67dada74d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d79a499424be0" /><Relationship Type="http://schemas.openxmlformats.org/officeDocument/2006/relationships/notesSlide" Target="/ppt/notesSlides/notesSlide10.xml" Id="R7138cab07bb84b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4E416-63FB-457F-BABA-0CBB6C5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308CB-C19C-46A9-80F5-D605D37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8E548-2089-41DD-B5ED-7A18D234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8DCFF-6667-4117-8519-439857F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4EB5-96DF-4A3A-8CEF-ED159CF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1B696-0E4B-4A1B-B6CD-64326398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95F59-812F-4339-B673-1030949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15FDE-C141-4697-8529-8AC43C1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47B7-5C69-45E8-B0B6-1E431FD5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1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parte decisiva de un sistema sólo aparece cuando se deja de mirar el procedimiento y se sigue lo que las personas hacen, esperan, verifican, recuerdan, coordinan y reparan para que el servicio funcione?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F10C2-1B5F-4631-8D92-9CBA266C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41C3F-FF81-44E7-8EA5-EA041CE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90407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E2D29-2D15-48A9-BFFB-0CDBBCF7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CA11B-6A79-4A74-8CF4-E08B768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94232-074D-4189-805C-D7AF7E59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FB280-8BE9-4DAF-A835-109FB74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B99FB-4F4A-4374-A1FE-6B71C65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58768-5182-4C45-8D3E-50E20310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41770-E01E-421A-AC81-37C5795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AA363-1BF6-40E9-9C38-BD267E7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Reglas de observación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4EDAF-2381-4786-A9CC-62F29E2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0B4C2-BE00-4193-BA32-B1C60E99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95885-864F-4B4C-85A6-4CEEF9B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A5428-FEF0-4ADC-8A90-0094BC9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77863-263D-4EAB-BC92-ADA6C67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7FB16-10DA-43C5-831C-B340C38A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1ECD5-A960-4FA8-A526-9FA992D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8947E-2855-40B1-B41C-6FF18F72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6985C-04C6-43EA-B448-5F034D8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E3B1C-6115-4653-9E56-0A3BF58B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729612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5FF6D-FBCE-4754-B7D2-51C3A203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80D26-1F43-422F-99BB-6E543A4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D574F-8987-472D-8269-C312F0BB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E6F36-74DA-4851-B5A6-7264CE8B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80FFB-C021-4167-8138-AB676355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39BB6-DE19-4017-9B1D-7229077B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9D520-93B4-4092-A5E7-BD41F9B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E238-D45B-45D8-9DA7-879A2821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Cinco focos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AF5FE-CA49-4886-ACD4-F0D69D3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FA78E-ED7B-47E6-BAB6-4A50A9F6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F5472-AE18-4136-9187-04F0B353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8FA68-6F27-4A0E-8247-4691D68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94F99-B776-4974-964F-79D9946B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66209-2ECF-486B-B3AD-571CFA7C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6A7C5-C0AC-42C8-94D5-47EBBA6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535F7-54FA-4430-882F-220F0AF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8389E-63CC-4C08-A611-E00D94BE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E9D68-9DD8-466D-8E64-9DD3C86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28CD7-BF5F-4193-9563-76F89A7A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0765E-B8D3-4B77-84F2-A8BFE382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362126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592A5-41C1-43CC-A73B-70EA0F5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B8E9A-A2B2-47C7-AC34-0DAD7608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94BA6-684F-4210-A3B2-C1D300B3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A363-8C71-4A10-8938-D0E1CBF9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B47FA-A85B-4717-A8EC-77DFCB5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58F9-64AA-4514-8923-755B0DD6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03673-3EF6-49F6-94B9-A81DFA49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05D70-E668-4C9A-B39C-18739F86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Capas vacías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0D17E-C62A-4524-AFE5-6E46BBE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4B888-BDE3-4DE0-8068-6C741104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20758-00BB-4328-A308-C910CCB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C5624-468F-40D7-9D18-92B7B8C0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E6A83-673F-48E9-AABB-8F9B8BF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9D998-25F3-4D0D-9F6E-39906EE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693433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54FAD-E62E-49AF-8F67-B5D21045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F7C4B-76C5-4BC1-B5DA-862534F5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38015-22CD-4B86-A711-B98EFED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07028-76FA-4948-A52C-25EA3B3A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4385B-C127-42BB-9231-DC2E0AA3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8D10D-E7F8-4EC5-BECD-F77AA8B6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11E73-FE65-4302-B136-AEDB6438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E1BD9-65C7-4828-9615-B06B301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reconstrucción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4CB27-6A98-43D1-A099-23F897A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45DBB-564B-450A-A550-C7F5341F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C9796-7A4B-4D37-B645-253FB072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081D7-B037-4B54-A921-07905754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3F42E-81E4-435F-BC1F-A2508FEF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EFE8D-4D9A-49C5-BBFA-AF33E6A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6DE22-8BA0-4812-A498-BCB7E6C4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7EE28-3E5C-47C9-BBEE-A087407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B45FD-1519-498A-8F7E-FE92039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898E6-AB07-4C7E-9DF0-740977A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E9B34-5C51-4B8B-B670-130046A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92074-1192-4366-A5FB-EB202F4A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8446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33717-24C6-4AA0-80CD-4814CC41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8E4CE-2C24-4FF5-8184-AB536452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6035B-4436-4166-90C6-C3E6FE7B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A3596-1D89-4B98-94B0-6F74639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ED481-7815-4DA7-8A0D-DA5070C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20B3C-89E5-43F4-88B7-9B11AA1E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02CFB-47BD-42D3-94FD-68F5F50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FA610-F1D7-4A54-9934-932423F3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Escena perturbada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80090-B558-4A0A-B420-2806D2F4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ECEC8-2D93-4ABC-9F92-8EF223CC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E63B1-62E3-4CE2-B65F-3E84D131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44AD4-DB20-4AAB-98BE-3F277A7B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7F670-431D-4A1B-B8B9-2D8D67A4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C3FB0-2C92-4ED2-A512-085B99E6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85244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4451D-E0AC-4820-970B-0213091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9EE12-ED5F-40C0-A898-29580E09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4A0B9-46FF-4B3B-9230-DD204EB0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7EC6E-2EDC-4748-8BFF-4A27ED13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20A0C-1FD5-4B99-B62C-E29EA43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AF4FB-F585-4B9C-A7E4-C93A044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BAB5B-1CF0-4C57-804E-99E1348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E9C83-A358-489B-B424-71C8119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Consulta no punitiva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DA76F-B296-4B13-B6A1-D548BAD3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8AC50-7C8B-4160-82D0-C423C3B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A1C9-BFF9-46C0-8496-6A6F0D19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726068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3E621-E45B-4925-B7EE-D9095C1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72B2-A00D-4D17-B944-84EC9BA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A6EF5-318F-4EA9-A35F-EC46FA3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25C28-BCF2-46D8-995B-09CD14B4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B7601-39F9-4788-8AE0-C39F3A5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CB70B-5B08-4C36-B67E-5CA0EEC5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F4750-B4F9-4058-A989-62131F1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E2506-53C7-49E4-B2E7-68ACC11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transformación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D9675-1CC1-4CD5-B2E1-04BE1E3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7F54E-5C55-4691-AECC-08C9E061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48352-2F81-44F1-824B-210C67A2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67D51-4E27-4F95-B9F2-881641FA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6F6F3-0A8A-43F4-A619-1C1DFFD9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BEE7E-4FAE-4DB5-963A-37A8E3B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536D5-2D29-4144-9FCB-E8DCCEF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E449F-B765-4073-9F8F-7990DE4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889B2-4512-4857-90B0-E35EA66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34B7B-71DE-43C6-9BB1-656EBA2F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5E076-36F0-423B-9156-34D053D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B06A6-531A-4D84-8F5C-52D4029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4036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8EF71-7ABB-4080-A81A-2892877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B98D7-578C-458B-80E8-552EBB96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EBC3-64A6-4727-9C99-E666BE4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CD8F5-B5F3-4892-B847-36F1ADA4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BFCF0-2BB3-4EF1-B1FE-B1067198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8E211-C54F-4722-9931-680AB1D1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2AE54-C67A-4CC2-A704-C016E6F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31737-AE7B-4E5B-9767-01B3ACC8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Límite de inferencia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B2C6E-70F1-4F30-AA3F-D6B86CAA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F3058-B2FD-44F4-8029-B3054347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0477D-A480-473F-9432-4A205565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BAC63-4AEE-4136-B9BA-D068F47D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A4B59-8D53-4AA5-AB7D-2FD410DC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3156D-DE62-43BF-B674-DFC51CE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634CE-73B6-4791-AFAD-3F6FF10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573CF-36E3-4F3D-9A46-110BAF12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11A70-D195-4079-A934-ECCC971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82E4F-7A05-443B-B8FA-BECAFE6C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1233F-3D85-4D54-9D2C-A85C75F4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A616A-7DB8-4562-A1CE-FBEF7C8F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6041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9DA61-2A91-4ABA-984E-622A924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1F3EA-D688-4313-AE36-76AC128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3A8A3-A9E0-44CE-A8E9-68DE3FDD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5CB36-31AD-4578-B718-AFDD503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90252-44F1-46C5-A973-2FE0551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529E6-F468-4998-B86D-56DF47A5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60BE0-EF48-4650-A114-5357DB1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0423B-8113-4D35-946C-2759FEA1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DA9E-CB67-441A-812F-7166D9ED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08B8C-BC54-441B-84BE-37C313F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E9252-1B49-4996-A550-83AF6785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7567A-6CD0-4D6E-8842-C75EBC76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7659C-05D8-4F80-8D9E-9D4922B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321A8-9853-4964-B1D1-798CB51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1B4DD-D57B-473D-964B-7A64F043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</p:spTree>
    <p:extLst>
      <p:ext uri="{BB962C8B-B14F-4D97-AF65-F5344CB8AC3E}">
        <p14:creationId xmlns:p14="http://schemas.microsoft.com/office/powerpoint/2010/main" val="1297375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2026-09-12T16:22:51.8750000Z</dcterms:created>
  <dcterms:modified xsi:type="dcterms:W3CDTF">2026-09-12T16:22:51.8750000Z</dcterms:modified>
</coreProperties>
</file>