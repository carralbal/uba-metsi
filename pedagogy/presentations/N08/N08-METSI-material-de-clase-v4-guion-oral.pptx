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295c32a59e4383" /><Relationship Type="http://schemas.openxmlformats.org/officeDocument/2006/relationships/extended-properties" Target="/docProps/app.xml" Id="Raf1163df234d45f4" /><Relationship Type="http://schemas.openxmlformats.org/officeDocument/2006/relationships/officeDocument" Target="/ppt/presentation.xml" Id="Rb2280acff0ce48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d919975dfb4bcb"/>
  </p:sldMasterIdLst>
  <p:notesMasterIdLst>
    <p:notesMasterId xmlns:r="http://schemas.openxmlformats.org/officeDocument/2006/relationships" r:id="R59c32a937f444b55"/>
  </p:notesMasterIdLst>
  <p:sldIdLst>
    <p:sldId xmlns:r="http://schemas.openxmlformats.org/officeDocument/2006/relationships" id="256" r:id="Rddbf68b67b5c4f35"/>
    <p:sldId xmlns:r="http://schemas.openxmlformats.org/officeDocument/2006/relationships" id="257" r:id="R231004d6b56d4462"/>
    <p:sldId xmlns:r="http://schemas.openxmlformats.org/officeDocument/2006/relationships" id="258" r:id="R1e8e877330f8472f"/>
    <p:sldId xmlns:r="http://schemas.openxmlformats.org/officeDocument/2006/relationships" id="259" r:id="R29411dc189ba4593"/>
    <p:sldId xmlns:r="http://schemas.openxmlformats.org/officeDocument/2006/relationships" id="260" r:id="R2feb01c65e944a47"/>
    <p:sldId xmlns:r="http://schemas.openxmlformats.org/officeDocument/2006/relationships" id="261" r:id="Re9e3082a88ad446d"/>
    <p:sldId xmlns:r="http://schemas.openxmlformats.org/officeDocument/2006/relationships" id="262" r:id="Re898795d84994e6c"/>
    <p:sldId xmlns:r="http://schemas.openxmlformats.org/officeDocument/2006/relationships" id="263" r:id="R145669e2128543d6"/>
    <p:sldId xmlns:r="http://schemas.openxmlformats.org/officeDocument/2006/relationships" id="264" r:id="R208d84e415e64342"/>
    <p:sldId xmlns:r="http://schemas.openxmlformats.org/officeDocument/2006/relationships" id="265" r:id="R7429752972c748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0253eb5c234317" /><Relationship Type="http://schemas.openxmlformats.org/officeDocument/2006/relationships/slideMaster" Target="/ppt/slideMasters/slideMaster1.xml" Id="R7ad919975dfb4bcb" /><Relationship Type="http://schemas.openxmlformats.org/officeDocument/2006/relationships/notesMaster" Target="/ppt/notesMasters/notesMaster1.xml" Id="R59c32a937f444b55" /><Relationship Type="http://schemas.openxmlformats.org/officeDocument/2006/relationships/presProps" Target="/ppt/presProps.xml" Id="Ra5b19f630eba4a08" /><Relationship Type="http://schemas.openxmlformats.org/officeDocument/2006/relationships/tableStyles" Target="/ppt/tableStyles.xml" Id="Re2a566a2b5584b8d" /><Relationship Type="http://schemas.openxmlformats.org/officeDocument/2006/relationships/slide" Target="/ppt/slides/slide1.xml" Id="Rddbf68b67b5c4f35" /><Relationship Type="http://schemas.openxmlformats.org/officeDocument/2006/relationships/slide" Target="/ppt/slides/slide2.xml" Id="R231004d6b56d4462" /><Relationship Type="http://schemas.openxmlformats.org/officeDocument/2006/relationships/slide" Target="/ppt/slides/slide3.xml" Id="R1e8e877330f8472f" /><Relationship Type="http://schemas.openxmlformats.org/officeDocument/2006/relationships/slide" Target="/ppt/slides/slide4.xml" Id="R29411dc189ba4593" /><Relationship Type="http://schemas.openxmlformats.org/officeDocument/2006/relationships/slide" Target="/ppt/slides/slide5.xml" Id="R2feb01c65e944a47" /><Relationship Type="http://schemas.openxmlformats.org/officeDocument/2006/relationships/slide" Target="/ppt/slides/slide6.xml" Id="Re9e3082a88ad446d" /><Relationship Type="http://schemas.openxmlformats.org/officeDocument/2006/relationships/slide" Target="/ppt/slides/slide7.xml" Id="Re898795d84994e6c" /><Relationship Type="http://schemas.openxmlformats.org/officeDocument/2006/relationships/slide" Target="/ppt/slides/slide8.xml" Id="R145669e2128543d6" /><Relationship Type="http://schemas.openxmlformats.org/officeDocument/2006/relationships/slide" Target="/ppt/slides/slide9.xml" Id="R208d84e415e64342" /><Relationship Type="http://schemas.openxmlformats.org/officeDocument/2006/relationships/slide" Target="/ppt/slides/slide10.xml" Id="R7429752972c748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10ed27334e4b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1c2db7bf5a449e" /><Relationship Type="http://schemas.openxmlformats.org/officeDocument/2006/relationships/notesMaster" Target="/ppt/notesMasters/notesMaster1.xml" Id="R9d33aeda399642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a24231ee224294" /><Relationship Type="http://schemas.openxmlformats.org/officeDocument/2006/relationships/notesMaster" Target="/ppt/notesMasters/notesMaster1.xml" Id="R76d24a2bf85648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acc1216784477d" /><Relationship Type="http://schemas.openxmlformats.org/officeDocument/2006/relationships/notesMaster" Target="/ppt/notesMasters/notesMaster1.xml" Id="R296cc8335b0e43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4c3ac843c1453f" /><Relationship Type="http://schemas.openxmlformats.org/officeDocument/2006/relationships/notesMaster" Target="/ppt/notesMasters/notesMaster1.xml" Id="Rf72b2495786b44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6b81d80d464824" /><Relationship Type="http://schemas.openxmlformats.org/officeDocument/2006/relationships/notesMaster" Target="/ppt/notesMasters/notesMaster1.xml" Id="Rdaf181850af24b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383c093b1c466c" /><Relationship Type="http://schemas.openxmlformats.org/officeDocument/2006/relationships/notesMaster" Target="/ppt/notesMasters/notesMaster1.xml" Id="Rfdfa990d8aa247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cda529327e47ab" /><Relationship Type="http://schemas.openxmlformats.org/officeDocument/2006/relationships/notesMaster" Target="/ppt/notesMasters/notesMaster1.xml" Id="R6908e11a991f43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a8479abeca4834" /><Relationship Type="http://schemas.openxmlformats.org/officeDocument/2006/relationships/notesMaster" Target="/ppt/notesMasters/notesMaster1.xml" Id="Rbb253ac118db4f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2d52ab8e704e94" /><Relationship Type="http://schemas.openxmlformats.org/officeDocument/2006/relationships/notesMaster" Target="/ppt/notesMasters/notesMaster1.xml" Id="R7c63bbdb545645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c50ba9597e4e25" /><Relationship Type="http://schemas.openxmlformats.org/officeDocument/2006/relationships/notesMaster" Target="/ppt/notesMasters/notesMaster1.xml" Id="Rbbb414717f7345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Observar el trabajo invisible.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¿Qué parte decisiva de un sistema sólo aparece cuando se deja de mirar el procedimiento y se sigue lo que las personas hacen, esperan, verifican, recuerdan, coordinan y reparan para que el servicio funcione?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ocurrió y qué se está interpretando? ¿Qué esperaba el procedimiento que no ocurrió?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Sin observar la escena, cada equipo escribe cómo supone que debería resolverse el episodio. Distingan lo imaginado de lo documentado.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esperaba el procedimiento que no ocurrió? ¿Qué función conserva esta adaptación?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ejecuta HH-08. Cada persona registra sólo eventos visibles y tiempos desde un foco asignado. No puede explicar causas ni formular recomendaciones.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función conserva esta adaptación? ¿Qué información viaja y qué significado debe acompañarla?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comparar descripciones incompatibles para distinguir evento, interpretación, pregunta y función sostenida.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información viaja y qué significado debe acompañarla? ¿Quién autoriza esta microdecisión?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ordenan tarjetas y construyen un service blueprint con recorrido, contacto, trabajo visible, trabajo interno, sistemas y reglas. Marcan transferencias, esperas, verificaciones, microdecisiones y reparaciones.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autoriza esta microdecisión? ¿Qué cambia al retirar la práctica informal?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escena se repite sin una nota informal o sin la persona que conoce la excepción. El equipo observa qué capacidad desaparece, qué riesgo aparece y qué parte del procedimiento oficial resulta insuficiente.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cambia al retirar la práctica informal? ¿Qué debería observarse después del rediseño?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formulan preguntas sobre decisiones observadas, sin acusar ni romantizar la adaptación. La persona que representa el rol puede corregir interpretaciones y explicar restricciones.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debería observarse después del rediseño? ¿Qué ocurrió y qué se está interpretando?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propone un cambio que conserve la función útil y reduzca riesgo o carga. Declara qué deberá observarse después y qué no puede concluirse con una escena.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ocurrió y qué se está interpretando? ¿Qué esperaba el procedimiento que no ocurrió?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identifica una barrera vivida por quien recibe el servicio y una carga trasladada, preparando el recorrido de experiencia de N09.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esperaba el procedimiento que no ocurrió? ¿Qué función conserva esta adaptación?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registro estratificado de HH-08 y un service blueprint que hace visible trabajo, transferencias, adaptaciones, autoridad y reparación sin convertir la observación en auditoría punitiva.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9e0ea150840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913d54c5bf4db6" /><Relationship Type="http://schemas.openxmlformats.org/officeDocument/2006/relationships/slideLayout" Target="/ppt/slideLayouts/slideLayout1.xml" Id="R60b62af311b94a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b62af311b94a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df79931cf41c7" /><Relationship Type="http://schemas.openxmlformats.org/officeDocument/2006/relationships/notesSlide" Target="/ppt/notesSlides/notesSlide1.xml" Id="Rcbd4ea20659740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7ed6a7ca34cce" /><Relationship Type="http://schemas.openxmlformats.org/officeDocument/2006/relationships/notesSlide" Target="/ppt/notesSlides/notesSlide2.xml" Id="Rdf055fdaba724a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87fe9637442b6" /><Relationship Type="http://schemas.openxmlformats.org/officeDocument/2006/relationships/notesSlide" Target="/ppt/notesSlides/notesSlide3.xml" Id="R918c400ee1ed46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6f9bdea114d53" /><Relationship Type="http://schemas.openxmlformats.org/officeDocument/2006/relationships/notesSlide" Target="/ppt/notesSlides/notesSlide4.xml" Id="R27774cf919a244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6bfac90fa4279" /><Relationship Type="http://schemas.openxmlformats.org/officeDocument/2006/relationships/notesSlide" Target="/ppt/notesSlides/notesSlide5.xml" Id="Rab1840c3256842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53af4a2ac4d60" /><Relationship Type="http://schemas.openxmlformats.org/officeDocument/2006/relationships/notesSlide" Target="/ppt/notesSlides/notesSlide6.xml" Id="Rf900480e780d46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4b5eac0864398" /><Relationship Type="http://schemas.openxmlformats.org/officeDocument/2006/relationships/notesSlide" Target="/ppt/notesSlides/notesSlide7.xml" Id="R69aff5428e1c4c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5f8b1715c4eab" /><Relationship Type="http://schemas.openxmlformats.org/officeDocument/2006/relationships/notesSlide" Target="/ppt/notesSlides/notesSlide8.xml" Id="R986eb60fdd9743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b05b56ab74a94" /><Relationship Type="http://schemas.openxmlformats.org/officeDocument/2006/relationships/notesSlide" Target="/ppt/notesSlides/notesSlide9.xml" Id="R556067fe9b6345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2651459784104" /><Relationship Type="http://schemas.openxmlformats.org/officeDocument/2006/relationships/notesSlide" Target="/ppt/notesSlides/notesSlide10.xml" Id="R06a99a37e8e341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00DB9-F1BA-4953-92B1-3FD0E792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9BE56-8A60-473F-9E24-3A6E0BE1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34FAC-4EB8-48CF-A92C-D7779DC5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76657-7828-4BF9-A712-A6CEED7A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6E9F0-43E8-464C-9F03-A3C555D3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C1754-E366-4E5C-ACED-70A62298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D74A3-3846-436F-8C48-2470223A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618C2-2147-4538-8621-A3E10A5B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AF3EC-4E1C-4AF2-A262-E6012A9F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Observar el trabajo invisible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C209D-ACAC-445D-B84D-2913D2F7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971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parte decisiva de un sistema sólo aparece cuando se deja de mirar el procedimiento y se sigue lo que las personas hacen, esperan, verifican, recuerdan, coordinan y reparan para que el servicio funcione?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EC081-31F5-4775-A375-AF8317D0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D0674-992C-4561-882B-E7A11006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4976535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48300C-DADB-4B8F-BD78-A935A978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3E612-99EC-454B-8413-2D07CFDF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44FA9-72DF-48F3-86A2-0F805C21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05967-8800-4EA2-B555-2FCE336A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AE0CE-388A-4E62-B594-05A437DA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894A0-26ED-429F-B78E-449A5644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297A7-4942-46DC-A262-A4611035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9EF32-3D11-4311-9ED5-3306C9AC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Predicción del procedimiento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1C21D-85AF-4693-9882-EF2F7198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945D9-E59B-4B56-B708-575C10BB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8FBCA-D983-40BB-9872-E1230B81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Sin observar la escena, cada equipo escribe cómo supone que debería resolverse el episodio. Distingue lo imaginado de lo documentado.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44FF9-E837-48A7-9F84-BAE303C1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A0336-E561-46B7-9D2D-715AECC4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52513-8BC6-4965-AC0F-D516470C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B433F-3B23-4D0C-B2F9-DF54EF4B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F84CF-16D5-46C2-B66E-6E7BE398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52DEE-0107-4F93-8B23-2BECBB14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080ED-AD0E-4EA7-97A4-4F46EF79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4EE6B-73A9-41D6-BB9B-DC355410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4D4624-EEAC-4A19-92EE-232C81E0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75CC5-6EA0-449A-8EF6-F4FDED27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930561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749506-E669-4BCD-8701-C58C2E56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F6173-0E4C-4E22-A1DA-10A806E6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39301-E57E-433E-99CF-E17810F3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F11AC-BC67-4CA9-9BD8-76869EE3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6A8C0-C3FF-42E5-BE47-04C61788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7BCAE-4EEC-43A9-BCC8-C557CD2E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DE3BD-A14C-4FDD-8F0D-681C41B8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4B908-C209-4432-9677-5D750846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observación silenciosa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4D2DC-C0CE-4367-A655-C63E0CF5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25634-65BE-4E1C-BBFF-38538152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19ADA-3C4D-40CF-BE3D-1C54C4FB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ejecuta HH-08. Cada persona registra sólo eventos visibles y tiempos desde un foco asignado. No puede explicar causas ni formular recomendaciones.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934CD-70E9-4A81-A849-CF9AA48A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4A32C-4812-48C4-8F25-C394010B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C535C-6932-468A-AF29-A1C9091E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9CADF-3FBD-42E3-A8C9-39B3021D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457EA-E8A2-4B19-B7BA-7F12BD4F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36021-5B8D-4868-88E0-8748EE81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D7F8B-488F-4AD7-B542-F5F20D26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75942-CDD2-44D2-9467-EA4299F7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DB87A-1311-4D25-9406-3C14DFE8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C31A8-31DB-4EF4-AB37-577058E7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86B43-E299-4DB2-957A-8D2B95F6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E399F-345C-4BF8-8C6B-BFAC365A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87484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8AF43-E41B-4497-8ED8-C346C0AF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5DCF4-3C54-4E89-AE5E-D033F03F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C1835-7230-4480-AB15-CC98CD6B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42F6A-4650-4D71-9C6F-9ECEB9FA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5268A-3E15-4007-AB6C-A5578ABC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E2AEF-8D57-4DC6-8F5F-878E5A5E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08542-7215-4AA6-A925-1EC5ABEE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9EC48-F53D-4862-B193-1216E41B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capas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9366B-A7C0-47F7-B140-904DA513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96AC7-1EDE-4EBD-AB44-D7B7BD2A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0FEE9-00EF-4F53-B27B-635519AD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compara descripciones incompatibles para distinguir evento, interpretación, pregunta y función sostenida.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BB27D-83AA-4E44-830A-777DF4AE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F99C2-69CF-403D-B40E-FF989CC3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25EE1-0D7D-4823-A547-63705A16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13878-4181-4A8E-A851-2B42DABE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2FAFA-7D5C-4778-B188-580CDCDF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F36DD-86A0-409E-90CA-6943562F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4012919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4EF1EB-6839-47FA-8BF6-AD9BDCF6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A1CFA-11A5-4823-A04E-7BFE98EC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87059-20F5-41A1-95EC-F2D0637C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10874-4739-4622-8C8D-947583C1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CD543-B2F1-455F-9E16-2ECCB817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61C9D-1BB7-4F19-B94A-41C0A02B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0FC8B-E187-478B-B784-DB85C508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25E60-1D3B-45C2-9971-87FC532D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Reconstrucción con artefactos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0205F-4E0E-4F88-A0B3-B23E9A0A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ACEBC-1A42-4CA3-AE03-9E36A956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827EE-5B46-43DC-9330-0A4B637D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ordenan tarjetas y construyen un service blueprint con recorrido, contacto, trabajo visible, trabajo interno, sistemas y reglas. Marcan transferencias, esperas, verificaciones, microdecisiones y reparaciones.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2A2CF-4592-4518-AC28-D53086B0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D82AB-335F-4B59-96CC-640D4C95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B2A79-228C-4970-8C83-F78DAF5D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DA0EF-0214-47BF-9097-B3A20EF8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C7901-CF48-4D49-9687-FC6621A2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0C78B-0EE5-4193-ADBB-0D64011C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BFA4E-583A-43D2-A6FB-0FF99B96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797714-8018-4749-9949-F38904E7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E182A-9C29-4062-9698-9B8C3EA0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1A9855-CCD1-42FD-A47C-10D63B6B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628EB-2FE8-4667-8469-090308FA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17B1C-596C-463B-BA84-98962F86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476853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0939C-1ACC-46BA-AD95-70452DED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306B7-0FC6-4243-9CF8-562632D9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1061F-254E-4640-A820-BF3C2F8A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836FE-42B1-4817-AA8E-3886C39B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E123C-791D-4940-A8F8-9D3AF2A9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3754D-05FA-4117-9E48-35C569DF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1B30D-57FC-4CE9-BF7A-88D82B92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0BB4E-B6FF-4A15-987D-FD04E386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Segunda observación perturbada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89F03-C061-4F46-817C-7CC5B940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D6131-3E6E-4211-9403-A744088B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10FCF-F554-4C17-890A-D1D0029B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9A0A1-EFEC-41E9-9EF8-D0DB0FA2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34420-6DF9-4095-9DEF-53BABD03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Escena perturbada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E9DCD-A917-409A-A3EC-3A8C0A38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La escena se repite sin una nota informal o sin la persona que conoce la excepción. El equipo observa qué capacidad desaparece, qué riesgo aparece y qué parte del procedimiento oficial resulta insuficiente.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77255-6E33-4DE3-90CB-8E8C63EB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D8C59-A832-4BF4-BB0F-A6F20197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4745126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0C78B-E58C-46F9-A7C5-A070D8B7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D9655-B386-4EE5-8AF8-51EAABBC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5ECE0-6669-43C1-B94D-44E76B83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AF477-71E0-4410-885F-57E6E255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B6A2E-2803-4DF6-9E32-56CC620F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23D79-24BC-4CBE-A165-B197CE6C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027C0-D08C-4E05-8668-5458A2A8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C2F23-78C9-4774-AA17-F8407BA6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Consulta a quien realiza el trabajo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288CF-16FD-4C24-8D20-6E5CFE17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E030A-6EFF-483D-863D-3561A7BC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2B436-A3C5-47D3-9166-1BA80B56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40077-7294-4DBA-8DF3-B088C16C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B8850-B64B-4E4D-A023-91C52D4A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Los equipos formulan preguntas sobre decisiones observadas, sin acusar ni romantizar la adaptación. La persona que representa el rol puede corregir interpretaciones y explicar restricciones.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5E14C-801C-409C-93FA-9A3E38BC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289453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4D852-0FD2-42F0-9D9E-67FBA689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A0B3C-1462-4252-B61C-9B7E74A0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0DFA8-C166-4E8F-AA79-3AEBA7C4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48F74-E47B-4EDD-BF4A-3958CC37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9D179-489E-4BC3-8774-068DF390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6FD4C-F7E3-4DE3-88B4-B0C40F30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D865A-EC67-49B4-A653-C682A0DC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0A9FD-3516-450B-8884-84AF84AF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Transformación responsable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4BDBA-E7A3-4EBB-BDD6-1268979F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34661-E46E-4299-A299-CB083BF5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D8651-2FE9-4EF7-A8FA-D794E1B7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propone un cambio que conserve la función útil y reduzca riesgo o carga. Declara qué deberá observarse después y qué no puede concluirse con una escena.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FC582-1C7C-43CA-B23D-E1265AC0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5D627-C771-437A-99BB-736C5186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D76D3-F00B-48CD-A788-9880D081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B664F-B05D-448A-9B12-26D38E43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FDFEB-8B55-49C5-839D-02041DB2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F834E-1255-4E16-8AC6-0888A085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EB524-B98B-4F6F-8D42-6F94515B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5A2D1-A3EA-4739-B9F7-F45742AB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42B66F-FA57-4E43-A862-0AA6F7FA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DE76E9-FB0F-40AE-97F4-8CFAEB65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EEC22E-70DA-4CFF-85D5-D1EA918C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0586E-A9BD-4AF4-AB1E-B2AD1E5F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702781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66035-E163-4377-A31D-26A34020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3F544-5E70-4567-B970-0D335EE0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402E1-90E8-456D-A381-EC646B46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334D5-3B64-4322-92CE-5F9079E7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69877-D35A-407E-8F87-A14F0291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ECEF5-B9BE-4D28-B06F-45C61E8D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7D0E1-408B-4CB9-84B1-54FD2044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1F9E4-F315-4FB8-B626-103EA0AF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561FC-DB4D-48BE-897B-06924988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A8D2D-580E-4D17-B6B0-871D1A82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2E3F5-6EEA-4210-89C1-6360A034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una barrera vivida por quien recibe el servicio y una carga trasladada, preparando el recorrido de experiencia de N09.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1D047-177B-4623-9F08-9D96C11E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9752B-42CA-47DF-A273-DE557779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EB22C-5715-40FA-B52E-6227C36C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0CFF6-D76B-4F11-90B3-09F61B27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C0090-2A64-4CB1-8130-15F0B5BA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214D9-D490-4DA9-971D-85E62BDB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AEF4E-FDC5-4DFB-A597-496FEF04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F0BFB-1D24-453A-9442-E1C66D33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3F552-7D5C-4D52-BD08-6AFF0264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670EB-63A1-4608-83AF-CDBA51D0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897A88-83DD-442B-A6D7-968A35D2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CFB06-566D-4B96-8E35-9DC58647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928645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1FD28-F446-4DDB-8D19-8736D99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26E69-5C41-4026-ACB7-7581D2A4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B7A5C-AA4D-4980-A88D-36D157E0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71552-D0B4-4803-9448-72609F4D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91E3F-570D-481B-AF56-EB6747FF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13270-97AB-4C0C-BBD0-297554FB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FCA0D-E9B7-4CF4-96EF-E22A59AB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875EF-4F3A-42E6-8BEF-2594AB20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BC30A-677D-4F39-B270-3FD8D2B6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4CE89-B728-439F-B01E-40FF7AD4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23187-0451-4CDB-AEF5-FD1BD286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483EB-2488-407F-9910-7FFCD504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A4860-6126-413E-A0D7-0D39E3C3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C438C-BED2-4E71-A3FD-D0BB338C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2F9AB-ADEB-4995-B843-1A85EFD1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</p:spTree>
    <p:extLst>
      <p:ext uri="{BB962C8B-B14F-4D97-AF65-F5344CB8AC3E}">
        <p14:creationId xmlns:p14="http://schemas.microsoft.com/office/powerpoint/2010/main" val="1389043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2026-09-15T15:52:24.7570000Z</dcterms:created>
  <dcterms:modified xsi:type="dcterms:W3CDTF">2026-09-15T15:52:24.7570000Z</dcterms:modified>
</coreProperties>
</file>