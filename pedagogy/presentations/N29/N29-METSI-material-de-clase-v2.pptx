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03fc906a64fbe" /><Relationship Type="http://schemas.openxmlformats.org/officeDocument/2006/relationships/extended-properties" Target="/docProps/app.xml" Id="Rc5f5204805e0437f" /><Relationship Type="http://schemas.openxmlformats.org/officeDocument/2006/relationships/officeDocument" Target="/ppt/presentation.xml" Id="Rcc9c09ebaf3f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c859ab2cf443f"/>
  </p:sldMasterIdLst>
  <p:notesMasterIdLst>
    <p:notesMasterId xmlns:r="http://schemas.openxmlformats.org/officeDocument/2006/relationships" r:id="R1538ddc4310d4f54"/>
  </p:notesMasterIdLst>
  <p:sldIdLst>
    <p:sldId xmlns:r="http://schemas.openxmlformats.org/officeDocument/2006/relationships" id="256" r:id="Rbc8bbb6555cb464d"/>
    <p:sldId xmlns:r="http://schemas.openxmlformats.org/officeDocument/2006/relationships" id="257" r:id="R5635be87a45e4e17"/>
    <p:sldId xmlns:r="http://schemas.openxmlformats.org/officeDocument/2006/relationships" id="258" r:id="Rbb8dba6503c749d3"/>
    <p:sldId xmlns:r="http://schemas.openxmlformats.org/officeDocument/2006/relationships" id="259" r:id="R0b506653eb864e6e"/>
    <p:sldId xmlns:r="http://schemas.openxmlformats.org/officeDocument/2006/relationships" id="260" r:id="Ra1d33bb459dd45e3"/>
    <p:sldId xmlns:r="http://schemas.openxmlformats.org/officeDocument/2006/relationships" id="261" r:id="Rc31b3e26a9424932"/>
    <p:sldId xmlns:r="http://schemas.openxmlformats.org/officeDocument/2006/relationships" id="262" r:id="Ra21a4425165d4e4c"/>
    <p:sldId xmlns:r="http://schemas.openxmlformats.org/officeDocument/2006/relationships" id="263" r:id="Rd591fd29cf2d40f5"/>
    <p:sldId xmlns:r="http://schemas.openxmlformats.org/officeDocument/2006/relationships" id="264" r:id="R539552a91a1947f9"/>
    <p:sldId xmlns:r="http://schemas.openxmlformats.org/officeDocument/2006/relationships" id="265" r:id="Rf9771882721f43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dfe1d01b84479" /><Relationship Type="http://schemas.openxmlformats.org/officeDocument/2006/relationships/slideMaster" Target="/ppt/slideMasters/slideMaster1.xml" Id="R0d6c859ab2cf443f" /><Relationship Type="http://schemas.openxmlformats.org/officeDocument/2006/relationships/notesMaster" Target="/ppt/notesMasters/notesMaster1.xml" Id="R1538ddc4310d4f54" /><Relationship Type="http://schemas.openxmlformats.org/officeDocument/2006/relationships/presProps" Target="/ppt/presProps.xml" Id="R5790b107a5e244c3" /><Relationship Type="http://schemas.openxmlformats.org/officeDocument/2006/relationships/tableStyles" Target="/ppt/tableStyles.xml" Id="R40f01712c8be424e" /><Relationship Type="http://schemas.openxmlformats.org/officeDocument/2006/relationships/slide" Target="/ppt/slides/slide1.xml" Id="Rbc8bbb6555cb464d" /><Relationship Type="http://schemas.openxmlformats.org/officeDocument/2006/relationships/slide" Target="/ppt/slides/slide2.xml" Id="R5635be87a45e4e17" /><Relationship Type="http://schemas.openxmlformats.org/officeDocument/2006/relationships/slide" Target="/ppt/slides/slide3.xml" Id="Rbb8dba6503c749d3" /><Relationship Type="http://schemas.openxmlformats.org/officeDocument/2006/relationships/slide" Target="/ppt/slides/slide4.xml" Id="R0b506653eb864e6e" /><Relationship Type="http://schemas.openxmlformats.org/officeDocument/2006/relationships/slide" Target="/ppt/slides/slide5.xml" Id="Ra1d33bb459dd45e3" /><Relationship Type="http://schemas.openxmlformats.org/officeDocument/2006/relationships/slide" Target="/ppt/slides/slide6.xml" Id="Rc31b3e26a9424932" /><Relationship Type="http://schemas.openxmlformats.org/officeDocument/2006/relationships/slide" Target="/ppt/slides/slide7.xml" Id="Ra21a4425165d4e4c" /><Relationship Type="http://schemas.openxmlformats.org/officeDocument/2006/relationships/slide" Target="/ppt/slides/slide8.xml" Id="Rd591fd29cf2d40f5" /><Relationship Type="http://schemas.openxmlformats.org/officeDocument/2006/relationships/slide" Target="/ppt/slides/slide9.xml" Id="R539552a91a1947f9" /><Relationship Type="http://schemas.openxmlformats.org/officeDocument/2006/relationships/slide" Target="/ppt/slides/slide10.xml" Id="Rf9771882721f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873eac127c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f9d643c714093" /><Relationship Type="http://schemas.openxmlformats.org/officeDocument/2006/relationships/notesMaster" Target="/ppt/notesMasters/notesMaster1.xml" Id="R5c598dd9efd3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8c913e44b46c9" /><Relationship Type="http://schemas.openxmlformats.org/officeDocument/2006/relationships/notesMaster" Target="/ppt/notesMasters/notesMaster1.xml" Id="Rcedffd54dca6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bb32f01334cae" /><Relationship Type="http://schemas.openxmlformats.org/officeDocument/2006/relationships/notesMaster" Target="/ppt/notesMasters/notesMaster1.xml" Id="R53ac10dfcbb240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3cd477e53c4fa4" /><Relationship Type="http://schemas.openxmlformats.org/officeDocument/2006/relationships/notesMaster" Target="/ppt/notesMasters/notesMaster1.xml" Id="Rbec1c557b80645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209376fd248a0" /><Relationship Type="http://schemas.openxmlformats.org/officeDocument/2006/relationships/notesMaster" Target="/ppt/notesMasters/notesMaster1.xml" Id="Rdb837a16f80445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68e8bde3b24523" /><Relationship Type="http://schemas.openxmlformats.org/officeDocument/2006/relationships/notesMaster" Target="/ppt/notesMasters/notesMaster1.xml" Id="R6769b7572d34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deddeec25423b" /><Relationship Type="http://schemas.openxmlformats.org/officeDocument/2006/relationships/notesMaster" Target="/ppt/notesMasters/notesMaster1.xml" Id="R812b3ce8a0f940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4469feef34b35" /><Relationship Type="http://schemas.openxmlformats.org/officeDocument/2006/relationships/notesMaster" Target="/ppt/notesMasters/notesMaster1.xml" Id="R6870821f117e42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ecb652c8da4148" /><Relationship Type="http://schemas.openxmlformats.org/officeDocument/2006/relationships/notesMaster" Target="/ppt/notesMasters/notesMaster1.xml" Id="Rbfaaaea09e644a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c53ea677d844ee" /><Relationship Type="http://schemas.openxmlformats.org/officeDocument/2006/relationships/notesMaster" Target="/ppt/notesMasters/notesMaster1.xml" Id="R2e4cbb92a3d44e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puede detener.</a:t>
            </a:r>
          </a:p>
          <a:p xmlns:a="http://schemas.openxmlformats.org/drawingml/2006/main">
            <a:r>
              <a:t>Señal para avanzar: La cadena incluye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Issue a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Rastrear propósito y evidencia.</a:t>
            </a:r>
          </a:p>
          <a:p xmlns:a="http://schemas.openxmlformats.org/drawingml/2006/main">
            <a:r>
              <a:t>Señal para avanzar: Cada transición tiene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Historia Git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Diferenciar versión de justificación.</a:t>
            </a:r>
          </a:p>
          <a:p xmlns:a="http://schemas.openxmlformats.org/drawingml/2006/main">
            <a:r>
              <a:t>Señal para avanzar: Los commits conservan procedencia.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Pull request en GitHub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y decisión.</a:t>
            </a:r>
          </a:p>
          <a:p xmlns:a="http://schemas.openxmlformats.org/drawingml/2006/main">
            <a:r>
              <a:t>Señal para avanzar: La revisión excede estilo.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Artefacto inmutable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reconstrucción por ambiente.</a:t>
            </a:r>
          </a:p>
          <a:p xmlns:a="http://schemas.openxmlformats.org/drawingml/2006/main">
            <a:r>
              <a:t>Señal para avanzar: La misma unidad se promueve.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con cadena verde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evidencia faltante.</a:t>
            </a:r>
          </a:p>
          <a:p xmlns:a="http://schemas.openxmlformats.org/drawingml/2006/main">
            <a:r>
              <a:t>Señal para avanzar: La automatización no decide 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Exposición HH-29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despliegue y liberación.</a:t>
            </a:r>
          </a:p>
          <a:p xmlns:a="http://schemas.openxmlformats.org/drawingml/2006/main">
            <a:r>
              <a:t>Señal para avanzar: Hay población, señal y bandera.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Rollback imposible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datos y terceros.</a:t>
            </a:r>
          </a:p>
          <a:p xmlns:a="http://schemas.openxmlformats.org/drawingml/2006/main">
            <a:r>
              <a:t>Señal para avanzar: Surge reparación realista.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operacional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apoyo y documentar riesgo.</a:t>
            </a:r>
          </a:p>
          <a:p xmlns:a="http://schemas.openxmlformats.org/drawingml/2006/main">
            <a:r>
              <a:t>Señal para avanzar: Operaciones puede sostener.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señales y objetivos.</a:t>
            </a:r>
          </a:p>
          <a:p xmlns:a="http://schemas.openxmlformats.org/drawingml/2006/main">
            <a:r>
              <a:t>Señal para avanzar: Se conectan técnica, servicio y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383842296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45b804b934639" /><Relationship Type="http://schemas.openxmlformats.org/officeDocument/2006/relationships/slideLayout" Target="/ppt/slideLayouts/slideLayout1.xml" Id="R1f76e71c50e7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76e71c50e7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4c9488db8415a" /><Relationship Type="http://schemas.openxmlformats.org/officeDocument/2006/relationships/notesSlide" Target="/ppt/notesSlides/notesSlide1.xml" Id="Rc308f7fa540347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9bd7489204492" /><Relationship Type="http://schemas.openxmlformats.org/officeDocument/2006/relationships/notesSlide" Target="/ppt/notesSlides/notesSlide2.xml" Id="R9e0b1d86efb34c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603fae8ef4cd9" /><Relationship Type="http://schemas.openxmlformats.org/officeDocument/2006/relationships/notesSlide" Target="/ppt/notesSlides/notesSlide3.xml" Id="R26af0bb0ce4d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d5833017a4b87" /><Relationship Type="http://schemas.openxmlformats.org/officeDocument/2006/relationships/notesSlide" Target="/ppt/notesSlides/notesSlide4.xml" Id="R62b77507c7b7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2f79df2e643e6" /><Relationship Type="http://schemas.openxmlformats.org/officeDocument/2006/relationships/notesSlide" Target="/ppt/notesSlides/notesSlide5.xml" Id="R4bfd20e403ae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c2ffd549042c4" /><Relationship Type="http://schemas.openxmlformats.org/officeDocument/2006/relationships/notesSlide" Target="/ppt/notesSlides/notesSlide6.xml" Id="Raa3f4f7b43d4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142ed2297455a" /><Relationship Type="http://schemas.openxmlformats.org/officeDocument/2006/relationships/notesSlide" Target="/ppt/notesSlides/notesSlide7.xml" Id="R6df6dbe6da0445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1e28606d146ec" /><Relationship Type="http://schemas.openxmlformats.org/officeDocument/2006/relationships/notesSlide" Target="/ppt/notesSlides/notesSlide8.xml" Id="R277cb00d089240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fccdb62d54ed4" /><Relationship Type="http://schemas.openxmlformats.org/officeDocument/2006/relationships/notesSlide" Target="/ppt/notesSlides/notesSlide9.xml" Id="R4e74b10fad554b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52d055794ffc" /><Relationship Type="http://schemas.openxmlformats.org/officeDocument/2006/relationships/notesSlide" Target="/ppt/notesSlides/notesSlide10.xml" Id="R87adba30c3a142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16307-215E-45BE-B45D-28CE039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76E64-4674-4524-B74F-C180AA3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B8E18-EC6C-46C1-9915-83E990D0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BBA81-D325-4DB2-84EF-5D599C87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6DE8C-C2FD-4FF5-9094-B30D051A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CE80C-C8B1-422C-A2A7-C0D2BB64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0D11A-7C78-4227-AA30-C659176A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5657B-1266-4435-AE26-0997402A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8BA35-BC98-4D6E-B7F5-F6DCDE22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liberar cambios con velocidad responsable cuando código, configuración, infraestructura, datos y autoridad deben avanzar juntos y poder recuperarse?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0936A-0772-4550-8F26-62E6C5D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F703D-E343-4DE5-A69C-ED8A64F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070001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1207B-7081-4FE8-ACF1-DBC1F130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91743-994D-4769-872B-734111F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8C901-4254-42E0-ACCC-5ED81375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0DC09-032F-4056-AAE2-43B4285E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5C2E-929B-40D3-BAD2-F650567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3FA92-2CC1-49B8-8219-51870B0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97564-4B0E-4878-8B06-8247146C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B5FD7-9712-48F5-87EB-A9480AF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Issue a producción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0EDA1-FF8A-4AC1-9A6E-E923B5F7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6AF78-ED87-4911-8184-E699FBE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D2FAA-A932-4D1E-A0E2-873F2E99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FA625-D18E-49D8-8675-48E4A14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ACCB3-B5B8-43FF-9EFE-C98817BB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B280-FB01-47A4-B9D9-6CEDC85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5805-594E-458A-943D-593D2773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C70B6-922C-4C57-9834-94ECA87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EF3BD-A3FD-4C8C-A0E4-60DA8AC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C063F-9A7A-4597-A330-6C28363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98509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B9274-0531-4D20-9F46-13280F3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03843-3F7C-4A80-B2F9-2D025CF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C2568-EA8A-4340-8605-B609EAB6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989F3-1A4A-43A3-8347-84BB82EF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A51BE-9752-4AB2-95F0-F852B05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E6B48-09B9-419D-B3BC-C9EB0DE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2DAB4-6228-4C6E-9BA8-31859FB7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04BBD-7DCA-4724-AB52-39F63E4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Historia 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F6767-346C-4B36-B633-B535A16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6CF32-850E-465C-AFF0-E45E7A41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03F7C-6650-4F65-858A-4B8DC24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604BE-FA17-4057-98CC-5AC8162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5409D-A426-4EAF-A1A2-2DB936D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30353-6D14-495D-8618-62F5866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41D91-0720-4D56-ADC1-4740C36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BE104-1BA7-4658-B8A0-010BA93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140B2-338E-43EC-83E9-94034719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21981-6B21-4238-85F2-4C0B0B0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BCDE9-6FC2-4C13-9528-A72AEC1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1550F-4E17-468F-A33C-7BBBDC1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897051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742E5-7B42-4051-8131-7DD439A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774AE-79D1-43B9-A23F-4F68D244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BBC44-2814-48F6-8C02-240B770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44701-0E36-46B5-9166-3DC968DF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6473F-3AEF-430E-9C92-5106E3C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45309-353E-4DC3-A1C6-A584468B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2BF73-4457-4591-A679-361CBBB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86D2D-0651-4DC7-9BD6-578D13C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Pull request en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053F7-9795-4F6C-92E5-7A6637E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41AAA-CE75-48A4-B46E-A2C0396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368FD-DB39-42F1-B3DA-883E63E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8577F-FD97-45F9-AB4B-62C0B305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8543F-FCFD-4FF0-9F85-2F46C11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F89E2-8B5B-420C-84FA-6EF62BF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413964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8D54F-5B05-4C71-910D-3C7FF9C8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350B4-D7A6-4924-ADC5-DFDF49E8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03F1E-6965-4B3D-8866-3BCD5D1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BFC4-B8E1-42B1-A30D-0074E47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E3DAB-C6B1-4255-9510-01ACA34D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EB9A9-5C7D-4DD5-B4D4-37006CD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46DF-B51D-4816-B442-E0346B8C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5A862-EAFF-4307-A6EE-4529B1E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inmutable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DC41A-AE4B-44EF-82CB-5B6F047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619AC-EE0D-4B47-B8D9-9A8FAE9F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551B1-39EF-4E5F-9F61-83F32FD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698CA-8384-424A-975D-F7FBCC27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C56E3-7B56-4172-9626-980C50A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4EFCD-061E-49DB-A197-D6B1AB8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6E78A-AFED-4A73-8314-F32B945A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20FE3-DA7C-4F46-9D9B-A07CA65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BCF2A-F97C-421D-A6D7-61D92AE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36351-C50B-40AB-8BF7-E1E13525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7FFFB-5585-4A88-95CE-1F246E9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078E2-463D-466F-99B9-319679B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0808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C8A8D-1CED-47CD-8419-383F5B1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B1793-1936-4327-992F-86CEC74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8AD0C-3C83-44EB-886B-860A193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8593E-EECA-45E6-8BFA-F91F6424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67D59-A4AB-40ED-BA1A-2EB6C9B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E44B2-AC89-475A-BC1E-DDDEA36B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4BF8C-D465-42A2-A221-E8058300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9AEAF-9DC1-48FB-9ED2-D89FEC1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con cadena verde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2D97A-334A-4A85-A735-1C1AE24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A0E40-5A95-4365-8286-8748CF34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D8D37-BE86-4D8F-A7CE-3E9C5BC8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07254-65FA-41E2-90C7-9B59D94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EFF69-3D50-41D6-8941-8E02A544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E8C42-CB2C-45DE-BC89-EBCC29A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872247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22494-0DD2-4F60-8C7F-54F8182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51FEA-A68B-49BF-A805-FACF8061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77039-547B-4140-8CB4-5BCDEEC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DBBF1-6835-4167-9A86-D8A16DC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D9F60-4C75-4C6E-A9A6-E462A8B0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2B802-9681-4C29-AFB2-B305E1EA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2993-5221-4B36-B35C-5823993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EC9EF-DD9C-413F-AA9E-2D39DD7E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Exposición HH-29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B9E3B-178B-400A-A61B-5FC62211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EA2D0-D856-46C7-9B8B-0E9CE59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4F38F-B7DD-499A-A117-0219C02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133755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8B0C8-C709-4351-ABEF-49A7F5E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10A2B-3D9E-4B81-B3FB-49D7268B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5A2D4-5CAE-4781-BC5C-BEC19799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0A817-38F2-4D59-88BB-DF6A427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6C7BA-4409-4DEF-A823-461DF76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B5411-3474-4974-BE0D-553D1BD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7AEF1-89BF-460B-AD6F-DD82D4A6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2C183-B242-4257-9905-2BFFA078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Rollback imposible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52EED-D334-4B82-9CD3-FF49AAFC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72B8D-2711-4772-9D59-59E7C16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A90DC-1C05-41AA-AAEC-6C0BBA7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29FDD-DC0C-4E34-97CF-1BFB338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D7318-1083-4B1B-BB3C-3001053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A00C6-EB01-4E1D-9CC6-E972A43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D1D7C-E306-4C73-8E05-23661CB4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8755E-F6EE-4DDA-8114-EFC23A54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77564-CBD5-4B15-8A24-AC57389A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12248-2812-4824-9AC0-DAC95974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38A4C-1D6B-4207-99B1-446BDED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38529-291A-4AE6-BAD1-D9A5EFA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3441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61241-0900-4C7D-BBB3-9D6826F1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5F5C-65AC-4433-8EF6-26BFCB7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40906-E1A3-46A7-A81C-AFDA9E7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C1013-F139-479C-A8BF-6CA6D9E1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0DC31-AC10-4EA4-A5EC-0FA8EDF3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8BE11-6F6C-43EC-B363-9F1BC97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5742C-B8D8-4BB5-95D2-B6B5F39F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D5C8B-9E0D-4B27-B0DB-543A8FE8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5C847-B143-476D-9DFA-19BCF76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A8A4C-0C9D-424E-8E2C-EC47C6B0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BA73B-D4DF-4F43-896B-8752E48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8EF7E-55FC-450D-A0C6-EF71A08F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EAF29-71E1-48CC-8D57-F781A5AD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5AE9A-EEBA-46DA-8BBB-A80BA14C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B8345-A6E8-405E-B376-328C0BC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C5C71-B6D6-46B0-A8E2-2E05F00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92903-EAEC-4901-A9E8-65AFC25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C76DD-8D94-41E3-A173-B96C20DB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F6511-7A2A-4AD4-A17B-49EB8B5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18B74-3BD7-4C6D-9107-518D9DD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79317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60FAC-B94E-4AEE-9CC5-7DF08217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C1DA-F9DF-41DD-B1B3-B0911AD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6BB7E-0A2B-46F3-88E6-575A917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98A3A-8A66-42BB-852D-A14950D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43977-421F-4539-AA03-291DE909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D9BA3-F2C3-4411-B419-0A8C78D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12174-34DF-4E59-9C2F-12C9B258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0824B-4CDD-436C-9FD1-D78CE619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9332C-9163-4685-B2C5-CDFBA107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9C4D9-81B2-4303-9B2D-EDEDBC0B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F9472-C90D-45C3-BDD8-A0F44202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10606-E7EF-4FAD-BE48-BBAA4F0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1134-BB7D-424A-B1DB-5A708FE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C80A0-8B0C-44DD-BC94-8EBD20D2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C05BA-C2AB-412C-91A8-C3A8FD63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HH-29 que conecta Git, GitHub, integración, aprobación, despliegue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1791027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2026-09-12T16:23:23.5080000Z</dcterms:created>
  <dcterms:modified xsi:type="dcterms:W3CDTF">2026-09-12T16:23:23.5080000Z</dcterms:modified>
</coreProperties>
</file>