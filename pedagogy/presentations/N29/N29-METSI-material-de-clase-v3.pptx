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0265d1dc1f42d3" /><Relationship Type="http://schemas.openxmlformats.org/officeDocument/2006/relationships/extended-properties" Target="/docProps/app.xml" Id="R5b858df37900423c" /><Relationship Type="http://schemas.openxmlformats.org/officeDocument/2006/relationships/officeDocument" Target="/ppt/presentation.xml" Id="Rd3248e4fbc1848a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cae2e5b597e4a3c"/>
  </p:sldMasterIdLst>
  <p:notesMasterIdLst>
    <p:notesMasterId xmlns:r="http://schemas.openxmlformats.org/officeDocument/2006/relationships" r:id="R4bc49129e4b54353"/>
  </p:notesMasterIdLst>
  <p:sldIdLst>
    <p:sldId xmlns:r="http://schemas.openxmlformats.org/officeDocument/2006/relationships" id="256" r:id="R5fc50313f31a4baf"/>
    <p:sldId xmlns:r="http://schemas.openxmlformats.org/officeDocument/2006/relationships" id="257" r:id="R7a105d241fbb42ec"/>
    <p:sldId xmlns:r="http://schemas.openxmlformats.org/officeDocument/2006/relationships" id="258" r:id="R89a05d078d814106"/>
    <p:sldId xmlns:r="http://schemas.openxmlformats.org/officeDocument/2006/relationships" id="259" r:id="Rc7870b61d92e4cfc"/>
    <p:sldId xmlns:r="http://schemas.openxmlformats.org/officeDocument/2006/relationships" id="260" r:id="Rdc70a95e41634903"/>
    <p:sldId xmlns:r="http://schemas.openxmlformats.org/officeDocument/2006/relationships" id="261" r:id="R678fad119b4f467f"/>
    <p:sldId xmlns:r="http://schemas.openxmlformats.org/officeDocument/2006/relationships" id="262" r:id="R454178b940b247aa"/>
    <p:sldId xmlns:r="http://schemas.openxmlformats.org/officeDocument/2006/relationships" id="263" r:id="Rf218531320144ebf"/>
    <p:sldId xmlns:r="http://schemas.openxmlformats.org/officeDocument/2006/relationships" id="264" r:id="R6cab5c4143d0467b"/>
    <p:sldId xmlns:r="http://schemas.openxmlformats.org/officeDocument/2006/relationships" id="265" r:id="Rfeb292f3760c4f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edbe74f0054286" /><Relationship Type="http://schemas.openxmlformats.org/officeDocument/2006/relationships/slideMaster" Target="/ppt/slideMasters/slideMaster1.xml" Id="R0cae2e5b597e4a3c" /><Relationship Type="http://schemas.openxmlformats.org/officeDocument/2006/relationships/notesMaster" Target="/ppt/notesMasters/notesMaster1.xml" Id="R4bc49129e4b54353" /><Relationship Type="http://schemas.openxmlformats.org/officeDocument/2006/relationships/presProps" Target="/ppt/presProps.xml" Id="Re7c200108c624446" /><Relationship Type="http://schemas.openxmlformats.org/officeDocument/2006/relationships/tableStyles" Target="/ppt/tableStyles.xml" Id="Rfdd9bdaace9144d7" /><Relationship Type="http://schemas.openxmlformats.org/officeDocument/2006/relationships/slide" Target="/ppt/slides/slide1.xml" Id="R5fc50313f31a4baf" /><Relationship Type="http://schemas.openxmlformats.org/officeDocument/2006/relationships/slide" Target="/ppt/slides/slide2.xml" Id="R7a105d241fbb42ec" /><Relationship Type="http://schemas.openxmlformats.org/officeDocument/2006/relationships/slide" Target="/ppt/slides/slide3.xml" Id="R89a05d078d814106" /><Relationship Type="http://schemas.openxmlformats.org/officeDocument/2006/relationships/slide" Target="/ppt/slides/slide4.xml" Id="Rc7870b61d92e4cfc" /><Relationship Type="http://schemas.openxmlformats.org/officeDocument/2006/relationships/slide" Target="/ppt/slides/slide5.xml" Id="Rdc70a95e41634903" /><Relationship Type="http://schemas.openxmlformats.org/officeDocument/2006/relationships/slide" Target="/ppt/slides/slide6.xml" Id="R678fad119b4f467f" /><Relationship Type="http://schemas.openxmlformats.org/officeDocument/2006/relationships/slide" Target="/ppt/slides/slide7.xml" Id="R454178b940b247aa" /><Relationship Type="http://schemas.openxmlformats.org/officeDocument/2006/relationships/slide" Target="/ppt/slides/slide8.xml" Id="Rf218531320144ebf" /><Relationship Type="http://schemas.openxmlformats.org/officeDocument/2006/relationships/slide" Target="/ppt/slides/slide9.xml" Id="R6cab5c4143d0467b" /><Relationship Type="http://schemas.openxmlformats.org/officeDocument/2006/relationships/slide" Target="/ppt/slides/slide10.xml" Id="Rfeb292f3760c4f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132d386afde4f7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0ea52e4a684db1" /><Relationship Type="http://schemas.openxmlformats.org/officeDocument/2006/relationships/notesMaster" Target="/ppt/notesMasters/notesMaster1.xml" Id="R8ce12fd91d334f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6a5c455ba74251" /><Relationship Type="http://schemas.openxmlformats.org/officeDocument/2006/relationships/notesMaster" Target="/ppt/notesMasters/notesMaster1.xml" Id="R7707cfd77d9c4ec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7fac50a6114f9b" /><Relationship Type="http://schemas.openxmlformats.org/officeDocument/2006/relationships/notesMaster" Target="/ppt/notesMasters/notesMaster1.xml" Id="R518225fdfc764a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149a5bb6fea4cc0" /><Relationship Type="http://schemas.openxmlformats.org/officeDocument/2006/relationships/notesMaster" Target="/ppt/notesMasters/notesMaster1.xml" Id="R3cc6c9fa5d1346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a1d34d85fc4e85" /><Relationship Type="http://schemas.openxmlformats.org/officeDocument/2006/relationships/notesMaster" Target="/ppt/notesMasters/notesMaster1.xml" Id="Rf829c95063d14a1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d054b79c6a640cc" /><Relationship Type="http://schemas.openxmlformats.org/officeDocument/2006/relationships/notesMaster" Target="/ppt/notesMasters/notesMaster1.xml" Id="R01234039f2d0429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06db113671400b" /><Relationship Type="http://schemas.openxmlformats.org/officeDocument/2006/relationships/notesMaster" Target="/ppt/notesMasters/notesMaster1.xml" Id="Recda34e27c9b471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5aee75064eb4077" /><Relationship Type="http://schemas.openxmlformats.org/officeDocument/2006/relationships/notesMaster" Target="/ppt/notesMasters/notesMaster1.xml" Id="R2c50236808f040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8276e762ed4d59" /><Relationship Type="http://schemas.openxmlformats.org/officeDocument/2006/relationships/notesMaster" Target="/ppt/notesMasters/notesMaster1.xml" Id="R15c931e62af74dd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eb8b13859814e62" /><Relationship Type="http://schemas.openxmlformats.org/officeDocument/2006/relationships/notesMaster" Target="/ppt/notesMasters/notesMaster1.xml" Id="Ree91ffd4adb944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quién puede detener.</a:t>
            </a:r>
          </a:p>
          <a:p xmlns:a="http://schemas.openxmlformats.org/drawingml/2006/main">
            <a:r>
              <a:t>Señal para avanzar: La cadena incluye autoridad.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cambio trazable desde una decisión hasta despliegue, exposición, recuperación y cierre.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originó este commit?</a:t>
            </a:r>
          </a:p>
          <a:p xmlns:a="http://schemas.openxmlformats.org/drawingml/2006/main">
            <a:r>
              <a:t>• ¿Qué evidencia revisó el pull request?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Issue a producción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Arqueología del cambio · 12 minutos</a:t>
            </a:r>
          </a:p>
          <a:p xmlns:a="http://schemas.openxmlformats.org/drawingml/2006/main">
            <a:r>
              <a:t>Los equipos reconstruyen desde producción hasta decisión usando issue, commit, revisión, artefacto y aprobación.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Rastrear propósito y evidencia.</a:t>
            </a:r>
          </a:p>
          <a:p xmlns:a="http://schemas.openxmlformats.org/drawingml/2006/main">
            <a:r>
              <a:t>Señal para avanzar: Cada transición tiene registro.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cambio trazable desde una decisión hasta despliegue, exposición, recuperación y cierre.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revisó el pull request?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Historia Git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pull request · 14 minutos</a:t>
            </a:r>
          </a:p>
          <a:p xmlns:a="http://schemas.openxmlformats.org/drawingml/2006/main">
            <a:r>
              <a:t>Se evalúan alcance, evidencia, independencia, riesgos y decisión. Aprobar estilo no alcanza.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Diferenciar versión de justificación.</a:t>
            </a:r>
          </a:p>
          <a:p xmlns:a="http://schemas.openxmlformats.org/drawingml/2006/main">
            <a:r>
              <a:t>Señal para avanzar: Los commits conservan procedencia.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cambio trazable desde una decisión hasta despliegue, exposición, recuperación y cierre.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>• ¿Qué población recibe la liberación?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Pull request en GitHub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Cadena de artefacto · 14 minutos</a:t>
            </a:r>
          </a:p>
          <a:p xmlns:a="http://schemas.openxmlformats.org/drawingml/2006/main">
            <a:r>
              <a:t>Se sella una compilación y se rastrean dependencias, configuración, firma y procedencia hasta ambientes.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riesgo y decisión.</a:t>
            </a:r>
          </a:p>
          <a:p xmlns:a="http://schemas.openxmlformats.org/drawingml/2006/main">
            <a:r>
              <a:t>Señal para avanzar: La revisión excede estilo.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cambio trazable desde una decisión hasta despliegue, exposición, recuperación y cierre.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>• ¿Qué población recibe la liberación?</a:t>
            </a:r>
          </a:p>
          <a:p xmlns:a="http://schemas.openxmlformats.org/drawingml/2006/main">
            <a:r>
              <a:t>• ¿Qué efecto no puede revertirse?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Artefacto inmutable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Puerta de riesgo · 18 minutos</a:t>
            </a:r>
          </a:p>
          <a:p xmlns:a="http://schemas.openxmlformats.org/drawingml/2006/main">
            <a:r>
              <a:t>La automatización pasa, pero falta evidencia de una población crítica. Se decide detener, limitar o pedir prueba.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Evitar reconstrucción por ambiente.</a:t>
            </a:r>
          </a:p>
          <a:p xmlns:a="http://schemas.openxmlformats.org/drawingml/2006/main">
            <a:r>
              <a:t>Señal para avanzar: La misma unidad se promueve.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cambio trazable desde una decisión hasta despliegue, exposición, recuperación y cierre.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población recibe la liberación?</a:t>
            </a:r>
          </a:p>
          <a:p xmlns:a="http://schemas.openxmlformats.org/drawingml/2006/main">
            <a:r>
              <a:t>• ¿Qué efecto no puede revertirse?</a:t>
            </a:r>
          </a:p>
          <a:p xmlns:a="http://schemas.openxmlformats.org/drawingml/2006/main">
            <a:r>
              <a:t>• ¿Qué decisión originó este commit?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Puerta con cadena verde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Liberación progresiva HH-29 · 18 minutos</a:t>
            </a:r>
          </a:p>
          <a:p xmlns:a="http://schemas.openxmlformats.org/drawingml/2006/main">
            <a:r>
              <a:t>Se expone por población y turno, con bandera, señales y autoridad de reversión.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Introducir evidencia faltante.</a:t>
            </a:r>
          </a:p>
          <a:p xmlns:a="http://schemas.openxmlformats.org/drawingml/2006/main">
            <a:r>
              <a:t>Señal para avanzar: La automatización no decide sola.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cambio trazable desde una decisión hasta despliegue, exposición, recuperación y cierre.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efecto no puede revertirse?</a:t>
            </a:r>
          </a:p>
          <a:p xmlns:a="http://schemas.openxmlformats.org/drawingml/2006/main">
            <a:r>
              <a:t>• ¿Qué decisión originó este commit?</a:t>
            </a:r>
          </a:p>
          <a:p xmlns:a="http://schemas.openxmlformats.org/drawingml/2006/main">
            <a:r>
              <a:t>• ¿Qué evidencia revisó el pull request?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Exposición HH-29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Rollback imposible · 18 minutos</a:t>
            </a:r>
          </a:p>
          <a:p xmlns:a="http://schemas.openxmlformats.org/drawingml/2006/main">
            <a:r>
              <a:t>Una migración y un tercero ya produjeron efectos. Se elige rollforward, compensación o modo degradado.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despliegue y liberación.</a:t>
            </a:r>
          </a:p>
          <a:p xmlns:a="http://schemas.openxmlformats.org/drawingml/2006/main">
            <a:r>
              <a:t>Señal para avanzar: Hay población, señal y bandera.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cambio trazable desde una decisión hasta despliegue, exposición, recuperación y cierre.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decisión originó este commit?</a:t>
            </a:r>
          </a:p>
          <a:p xmlns:a="http://schemas.openxmlformats.org/drawingml/2006/main">
            <a:r>
              <a:t>• ¿Qué evidencia revisó el pull request?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Rollback imposible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Revisión del gobierno DevOps · 18 minutos</a:t>
            </a:r>
          </a:p>
          <a:p xmlns:a="http://schemas.openxmlformats.org/drawingml/2006/main">
            <a:r>
              <a:t>Se contrasta velocidad con cambio fallido, recuperación, seguridad y cierre operacional. GitHub queda integrado al sistema de responsabilidad.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Incluir datos y terceros.</a:t>
            </a:r>
          </a:p>
          <a:p xmlns:a="http://schemas.openxmlformats.org/drawingml/2006/main">
            <a:r>
              <a:t>Señal para avanzar: Surge reparación realista.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cambio trazable desde una decisión hasta despliegue, exposición, recuperación y cierre.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evidencia revisó el pull request?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Cierre operacional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Se definen señales técnicas, de servicio y de negocio que N30 deberá observar.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Retirar apoyo y documentar riesgo.</a:t>
            </a:r>
          </a:p>
          <a:p xmlns:a="http://schemas.openxmlformats.org/drawingml/2006/main">
            <a:r>
              <a:t>Señal para avanzar: Operaciones puede sostener.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cambio trazable desde una decisión hasta despliegue, exposición, recuperación y cierre.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¿Es el mismo artefacto aprobado?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>• ¿Qué población recibe la liberación?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N30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Nombrar señales y objetivos.</a:t>
            </a:r>
          </a:p>
          <a:p xmlns:a="http://schemas.openxmlformats.org/drawingml/2006/main">
            <a:r>
              <a:t>Señal para avanzar: Se conectan técnica, servicio y negocio.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cadena de cambio trazable desde una decisión hasta despliegue, exposición, recuperación y cierre.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detiene una cadena verde?</a:t>
            </a:r>
          </a:p>
          <a:p xmlns:a="http://schemas.openxmlformats.org/drawingml/2006/main">
            <a:r>
              <a:t>• ¿Qué población recibe la liberación?</a:t>
            </a:r>
          </a:p>
          <a:p xmlns:a="http://schemas.openxmlformats.org/drawingml/2006/main">
            <a:r>
              <a:t>• ¿Qué efecto no puede revertirse?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expediente HH-29 que conecta Git, GitHub, integración, aprobación, despliegue y recuperación.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edb26497a54d6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0bfb4726d8243e2" /><Relationship Type="http://schemas.openxmlformats.org/officeDocument/2006/relationships/slideLayout" Target="/ppt/slideLayouts/slideLayout1.xml" Id="Rbff1dfaf36ff46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f1dfaf36ff46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0efabe425499d" /><Relationship Type="http://schemas.openxmlformats.org/officeDocument/2006/relationships/notesSlide" Target="/ppt/notesSlides/notesSlide1.xml" Id="Rda8a99ceb19a456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945685b1149f3" /><Relationship Type="http://schemas.openxmlformats.org/officeDocument/2006/relationships/notesSlide" Target="/ppt/notesSlides/notesSlide2.xml" Id="R8f3ae3e3206840b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f09e646824ce4" /><Relationship Type="http://schemas.openxmlformats.org/officeDocument/2006/relationships/notesSlide" Target="/ppt/notesSlides/notesSlide3.xml" Id="R98bb6c1d612d4c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d4d9244d54a1d" /><Relationship Type="http://schemas.openxmlformats.org/officeDocument/2006/relationships/notesSlide" Target="/ppt/notesSlides/notesSlide4.xml" Id="Ra911897d8af94a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bed1a8ec2d4cf1" /><Relationship Type="http://schemas.openxmlformats.org/officeDocument/2006/relationships/notesSlide" Target="/ppt/notesSlides/notesSlide5.xml" Id="Rb4452186d3b541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f86e8cac646fe" /><Relationship Type="http://schemas.openxmlformats.org/officeDocument/2006/relationships/notesSlide" Target="/ppt/notesSlides/notesSlide6.xml" Id="R3b3a21cef0f9429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289445575c4bf4" /><Relationship Type="http://schemas.openxmlformats.org/officeDocument/2006/relationships/notesSlide" Target="/ppt/notesSlides/notesSlide7.xml" Id="Rda3cfb2ac5cf4ca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aa27e3ac4b4784" /><Relationship Type="http://schemas.openxmlformats.org/officeDocument/2006/relationships/notesSlide" Target="/ppt/notesSlides/notesSlide8.xml" Id="Rb7c4295daa0d42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05a5ae37e4a03" /><Relationship Type="http://schemas.openxmlformats.org/officeDocument/2006/relationships/notesSlide" Target="/ppt/notesSlides/notesSlide9.xml" Id="Re10086d8dcd843a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7811f2ce034b7f" /><Relationship Type="http://schemas.openxmlformats.org/officeDocument/2006/relationships/notesSlide" Target="/ppt/notesSlides/notesSlide10.xml" Id="R69df6b85463445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F07948-611D-42BD-BB98-03DB3382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658825-39D7-4889-A560-78711D49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7D442-32D5-4F82-BAC7-FFC89238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437428-309B-4204-B1CB-4D2B50AB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8D6EF-41DD-4C8F-BC3F-18217192D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4B0DED-777C-487A-8BAC-5DAEE0AA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281EC2-7C6A-4274-B108-D63C030B4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B0C7C-52B8-477F-9D1F-C27F48C04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8EDD8D-C60D-4650-A019-274943C1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Gobernar integración, despliegue, infraestructura, aprobación y recuperación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D037BF-62E1-4475-BEBF-ACFE3AF9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¿Cómo liberar cambios con rapidez sin perder control cuando código, configuración, infraestructura, datos y decisiones deben avanzar juntos y poder recuperarse?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305A19-B9AC-40AC-ACBC-000453E0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07D46A-1A73-4994-A05A-92C9DCE9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49625001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4EC840-08B8-4C65-BD0F-81EE597E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BC092A-E36E-4A3F-A473-74F9CD11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C85F1C-7410-4706-924C-AD024F92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AFD98E-046C-4FAF-96EA-66DA2615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CDF7A-04DB-4B37-AED2-A13A2FD0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A4298B-062B-4551-A030-B680E2D88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E1C01F-2366-47B2-A96C-F9BE8669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579419-6A57-4C8C-8ACD-8B92344E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Arqueología del cambio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82642C-0A2F-4C49-8EDA-7BA44F9CA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F6140D-A534-492E-A81D-93D3D38B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12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5FFF34-661B-4A09-BD30-E34226C7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reconstruyen desde producción hasta decisión usando issue, commit, revisión, artefacto y aprobación.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300EFE-5B48-4EEA-9178-E2B5F085D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B9800-F648-47FC-A1A5-E1448C7C1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70D20-0761-428E-8F3C-E122E1A9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77D5BA-780E-4607-9755-3ACF8CF2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0FFBEE-EF70-487E-9372-795EA254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392844-E9B2-4016-BBDB-08C282535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A37438-17CA-4475-9664-91892D1B8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F2407-4D3B-4151-80B7-19ED5F03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56BD03-8949-4547-B615-D5044DD38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597F01-1546-4D12-8DA2-195C0F69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2785795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D3C598-BF96-437D-A90B-480F49E0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9A565A-F85F-4C92-B930-7BE0D8AD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62F25-9FC1-4947-9527-A69051F3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58A79-CEF9-48F6-806C-18771C58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30042-C003-44B6-A623-B4E6DE69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62388F-EA6B-4FF5-9996-1D9C760C2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2F8AFE-065B-479D-AC2A-A52F63906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4EE304-6089-4F20-97B6-19B7C052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pull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AD4737-1430-4D81-BB9F-3A232C4C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29BE82-5F4F-46C4-A27D-4AE7E02DB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C6AA7-6A58-46B4-B562-57552C121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evalúan alcance, evidencia, independencia, riesgos y decisión. Aprobar estilo no alcanza.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2AF02-019F-407D-98C5-F558F5E99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805A7-456A-4DAE-B25C-C9304BB4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36765-2141-42AF-B0BA-94EB3B29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B1C4BF-0471-451B-ACC6-2B429A00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EC208C-42FA-4A5F-9D6E-C97EF427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293558-BBA9-4BEF-82D0-793C68C4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28363C-EFBB-488E-87C7-BC7AC316E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C167AD-AFEC-46AD-8191-BAC57187B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7D9AF1-CAA6-4BBB-8325-6AF2DE29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C79E27-3FB7-4312-8391-BE67E580F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FCB2C4-7594-4E6D-A7CC-81FF9FB4D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592F2F-FA7F-4640-B603-DB494DDF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1886524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91A059-C007-4BCE-B344-85EC231A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EF1E90-F3A9-43D0-A00F-F627374F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59B91B-4C5E-457B-BC69-CBA2BBEA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E4CC5B-621F-47F3-AD99-8204D97B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97C32-9628-4F50-9F1E-68EF4EF5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774E52-B034-4AA3-86FA-717AC9F67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DBAE38-08DF-4B37-AF0D-C27C7A4B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344F5C-94E3-4460-A164-CB8FAB4F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Cadena de artefacto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94BBF-7368-4B48-8908-1A75D4A3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7441E-580B-46E6-AAA8-D7804971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14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884892-29B4-4E21-B651-065FBE3F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sella una compilación y se rastrean dependencias, configuración, firma y procedencia hasta ambientes.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F8C5CB-9CCD-4609-92AC-F298BD40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7A966F-F781-451A-A7D6-35CDCD95A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FE199A-4F33-443E-8E92-84FA1E31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9CE45-5C09-4902-ABBB-00A8B799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41BF22-56AF-4A98-A2D3-1FB4DA9E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74DAD5-77E5-4110-BBA0-670A4F30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12119293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C884C4-1D39-464F-B081-BED2FC665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05A8C7-55B7-47A6-9149-01A6CA92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CFAE65-2FE0-4BB5-9359-F8ED2E13E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79129-DF78-44A1-896D-77236BFA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D894AF-9B9B-4151-A33B-B0CD46C13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56D084-31C0-4F0C-B83B-2D06955D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2A3A7-E516-4639-8380-97BA3ECB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B03733-9B2A-45FB-8809-68FD8891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Puerta de riesgo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74791-63CA-455E-8834-6FBD2FA6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FA24A1-8E9E-4B99-A1F6-0235C78B6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FAD1A2-F8BB-459A-B830-EBCCCE35C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La automatización pasa, pero falta evidencia de una población crítica. Se decide detener, limitar o pedir prueba.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D3719-A654-4317-ACA1-AA410FA3D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6D38F1-F2F5-420B-937A-4BB5DC527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97E3DE-6DD6-48E3-A2C5-3BA8CBBE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4B79CE-3219-401D-B3D2-E0985B6F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C917F0-CEE7-4969-AECF-CC149828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960E8-28B7-449B-919D-DA53DD94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16A3D-C927-4380-9279-E3ADD787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93FD7F-852F-43FB-B29A-2EE13A6C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802E5E-6A40-47D4-B5BA-C5047FDA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FF9866-0C9A-4F08-94E0-73466EA94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4B07F-37AD-4993-A93C-B7C3E7B9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A684AF-659B-4B8F-B8EF-8D64F4F4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7322049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25EC0-7206-48BE-962B-42D94316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867D8-CAA3-40A9-8D29-5D045172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24A1DF-9A06-47CD-8AAA-E4A2C65F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848FD5-EC91-4F3D-A855-37F39705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057976-064F-43B2-98F9-426D4C4E4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C4FB7B-5E32-42E9-9906-9836B5A89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4A1920-68D4-427E-9DB1-F6CF0D7B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FFA4E5-444E-445B-ADCC-0318347E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Liberación progresiva HH-29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5315B-6C9F-4B4A-BC14-A3590EDB8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EFDCE-240C-4B39-BB01-489300D9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DFBE58-22C0-40DB-BD24-68A1E4BBB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97F632-3A19-48C8-9FF6-C735D2EC9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F743AA-8F75-4ACC-B43F-5B6A6548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Puerta con cadena verde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387B35-2518-41A3-BA10-B4867079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Se expone por población y turno, con bandera, señales y autoridad de reversión.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6DC77A-190B-4C4C-85CE-D9FF5C38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253759-2BE9-4CDC-9D1E-67D04715A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3081241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14FCC0-66EE-4594-AFC5-5E5BB9B3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12D37-FCFE-469B-9C2B-F2559DCB7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90B05-DDD5-4EE8-9024-C11AC40CF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38A5A4-8CB2-4FB4-BB03-491B3963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ECA435-93A0-4B38-AD18-9B4F7AF5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B9C312-0CCD-4997-83C8-D235C15B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29D6C-303B-41A8-ADF6-8404E002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AAFA38-958B-4DF5-8243-1C27A82BE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Rollback imposible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D21457-1071-40FF-9B9E-93541E20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DA10E-28E8-4849-959C-092BD2491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6EF5C-20B3-4C1E-BA92-0E4F4004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1417BC-0763-42B7-93DF-43C630CB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58373E-C9CC-4301-A325-583948EF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Una migración y un tercero ya produjeron efectos. Se elige rollforward, compensación o modo degradado.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67DD51-3C36-4053-9AA5-A88D8005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73371821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6EF7478-81CA-4815-AB69-32BF2B7F8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D33F6-7B41-4E08-8BBB-00DC8277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88E018-B5DE-42C7-97B9-1D545B8F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7219B-E3AC-4BCD-9F73-A5B7B474E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D96DE2-34A4-4CC6-A509-6B60AA01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0302B4-1EE5-469A-ABED-E876B83F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9D061A-7F84-421C-A906-4DC268C2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536F71-5301-4A62-A32E-848D515E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Revisión del gobierno DevOps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EB2CE-2F5F-4A6E-A0C6-ACC03034B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A3247-94C0-49EF-BCBF-1A5520BE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AE097B-44C4-4A87-9325-EFAAA2D7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contrasta velocidad con cambio fallido, recuperación, seguridad y cierre operacional. GitHub queda integrado al sistema de responsabilidad.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A61012-FF7E-4F3E-8F9C-A5ACCA33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09801-C4FB-4A50-BC0B-B3966472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4915DB-51E6-454A-A9E7-DE2D88B0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C9947A-3535-4469-B9DF-A005020B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980DB6-3B82-4136-9E19-773D001E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AE2B6C-F781-457F-B2F7-2E370E75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A4495-E168-4F90-9D19-8B9D3559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DB12B-AD93-49B4-9584-7C14FD37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0F3B90-550C-491E-80CD-6006EA74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151C3-703E-4788-A578-B169A1C1A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88848A-25F0-46FB-AD4C-EE6ACBCC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701296-2508-4845-B21D-ADFF3ECE0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7806727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0C80E6-5333-4F32-990C-8DB059502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12BC2-0642-42DD-9988-BAF1AE99F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5A0735-BA03-43A3-BCEF-62AA1E94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9017BD-A651-4907-82DB-C30F9A661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02C9C-4FA3-4B92-9D73-E7D5B8E5C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E73224-A1F6-4838-AA9F-30662B08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846E6-9B36-40B4-A211-B8D12E34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A2245C-0E8A-4E06-95B1-08FC9B8E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AFEEAB-40CF-4141-86F4-E774E541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DE170-588C-436C-8EAC-CDB409536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FA5C9-DBA2-4DAE-A5AA-266DB2B62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definen señales técnicas, de servicio y de negocio que N30 deberá observar.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832DD2-3326-4A30-B3CA-B2391AE8C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04D6EE-5B8D-4CF7-8963-26D80960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658C25-EC70-4F97-A90C-95924533A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2194F7-3A47-4D1B-BBCA-00115175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2DF625-806C-40C3-9976-310AEBD7E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3902A-EAED-471E-83C1-6643A919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CE8EA3-D7C0-442A-A3EA-222E41CC1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8DC28C-BB13-4D23-A66D-E70D3DD3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E6BFA5-B39B-400E-8F12-3E5ADB686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11ECC-A52B-43B0-8BA4-B64361844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E4EA25-3C57-4C39-BB71-A07FA51C1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2B03F1-299F-4B29-BB4B-1D4EAB49B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8592711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849BA6-5DD0-4BB6-9E0E-D42D003D8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F70EDB-76C8-4D17-8B7F-A1889D6C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N29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23B813-DADA-4F93-979A-310396A8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DB0135-E665-4E68-ACE4-F25C1CFD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F · OPERACIÓN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607AA2-8BE2-453C-82EE-9CAAC5BF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6518E3-1D0D-4D44-A11B-B6276CB2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EEAB2-EAE1-4627-AABF-D933C8DB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99AE1-7E5D-4A55-965A-856895DEF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32050-45FF-4CC6-A30A-BD56CB9B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72D42-9DC4-4C31-A993-13541B8F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180F9E-9BC5-4302-90AE-56863983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18904-3188-435A-892A-1D8B1AE5E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3A3515-9547-42BA-A88B-D41DEA52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9D60D-8EAC-45B2-8C37-A4D34411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47D4E-B63F-429C-9C7E-40F2777F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expediente HH-29 que conecta Git, GitHub, integración, aprobación, despliegue y recuperación.</a:t>
            </a:r>
          </a:p>
        </p:txBody>
      </p:sp>
    </p:spTree>
    <p:extLst>
      <p:ext uri="{BB962C8B-B14F-4D97-AF65-F5344CB8AC3E}">
        <p14:creationId xmlns:p14="http://schemas.microsoft.com/office/powerpoint/2010/main" val="17444867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2026-09-14T03:54:50.0600000Z</dcterms:created>
  <dcterms:modified xsi:type="dcterms:W3CDTF">2026-09-14T03:54:50.0600000Z</dcterms:modified>
</coreProperties>
</file>