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67a893d3bf456d" /><Relationship Type="http://schemas.openxmlformats.org/officeDocument/2006/relationships/extended-properties" Target="/docProps/app.xml" Id="R8e7d9d4ddcbc447b" /><Relationship Type="http://schemas.openxmlformats.org/officeDocument/2006/relationships/officeDocument" Target="/ppt/presentation.xml" Id="Rf89bfeef2c7a42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dfef4cc574a65"/>
  </p:sldMasterIdLst>
  <p:notesMasterIdLst>
    <p:notesMasterId xmlns:r="http://schemas.openxmlformats.org/officeDocument/2006/relationships" r:id="R153ece33291244d7"/>
  </p:notesMasterIdLst>
  <p:sldIdLst>
    <p:sldId xmlns:r="http://schemas.openxmlformats.org/officeDocument/2006/relationships" id="256" r:id="Rfeb35d4f300a4ea1"/>
    <p:sldId xmlns:r="http://schemas.openxmlformats.org/officeDocument/2006/relationships" id="257" r:id="R709011ddb449442f"/>
    <p:sldId xmlns:r="http://schemas.openxmlformats.org/officeDocument/2006/relationships" id="258" r:id="R921b0045126e4a9d"/>
    <p:sldId xmlns:r="http://schemas.openxmlformats.org/officeDocument/2006/relationships" id="259" r:id="R2d4c2456eb664f6c"/>
    <p:sldId xmlns:r="http://schemas.openxmlformats.org/officeDocument/2006/relationships" id="260" r:id="R65b83327450548fc"/>
    <p:sldId xmlns:r="http://schemas.openxmlformats.org/officeDocument/2006/relationships" id="261" r:id="R9b8e2f654ed24051"/>
    <p:sldId xmlns:r="http://schemas.openxmlformats.org/officeDocument/2006/relationships" id="262" r:id="R98ac6664577f4cff"/>
    <p:sldId xmlns:r="http://schemas.openxmlformats.org/officeDocument/2006/relationships" id="263" r:id="R7e5256631a8c454e"/>
    <p:sldId xmlns:r="http://schemas.openxmlformats.org/officeDocument/2006/relationships" id="264" r:id="R203dc68be860427b"/>
    <p:sldId xmlns:r="http://schemas.openxmlformats.org/officeDocument/2006/relationships" id="265" r:id="R4618d1e7f01c4c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140d8025c54f4f" /><Relationship Type="http://schemas.openxmlformats.org/officeDocument/2006/relationships/slideMaster" Target="/ppt/slideMasters/slideMaster1.xml" Id="R522dfef4cc574a65" /><Relationship Type="http://schemas.openxmlformats.org/officeDocument/2006/relationships/notesMaster" Target="/ppt/notesMasters/notesMaster1.xml" Id="R153ece33291244d7" /><Relationship Type="http://schemas.openxmlformats.org/officeDocument/2006/relationships/presProps" Target="/ppt/presProps.xml" Id="R11fa81b6b53849c7" /><Relationship Type="http://schemas.openxmlformats.org/officeDocument/2006/relationships/tableStyles" Target="/ppt/tableStyles.xml" Id="Rc86f56dc9eff4442" /><Relationship Type="http://schemas.openxmlformats.org/officeDocument/2006/relationships/slide" Target="/ppt/slides/slide1.xml" Id="Rfeb35d4f300a4ea1" /><Relationship Type="http://schemas.openxmlformats.org/officeDocument/2006/relationships/slide" Target="/ppt/slides/slide2.xml" Id="R709011ddb449442f" /><Relationship Type="http://schemas.openxmlformats.org/officeDocument/2006/relationships/slide" Target="/ppt/slides/slide3.xml" Id="R921b0045126e4a9d" /><Relationship Type="http://schemas.openxmlformats.org/officeDocument/2006/relationships/slide" Target="/ppt/slides/slide4.xml" Id="R2d4c2456eb664f6c" /><Relationship Type="http://schemas.openxmlformats.org/officeDocument/2006/relationships/slide" Target="/ppt/slides/slide5.xml" Id="R65b83327450548fc" /><Relationship Type="http://schemas.openxmlformats.org/officeDocument/2006/relationships/slide" Target="/ppt/slides/slide6.xml" Id="R9b8e2f654ed24051" /><Relationship Type="http://schemas.openxmlformats.org/officeDocument/2006/relationships/slide" Target="/ppt/slides/slide7.xml" Id="R98ac6664577f4cff" /><Relationship Type="http://schemas.openxmlformats.org/officeDocument/2006/relationships/slide" Target="/ppt/slides/slide8.xml" Id="R7e5256631a8c454e" /><Relationship Type="http://schemas.openxmlformats.org/officeDocument/2006/relationships/slide" Target="/ppt/slides/slide9.xml" Id="R203dc68be860427b" /><Relationship Type="http://schemas.openxmlformats.org/officeDocument/2006/relationships/slide" Target="/ppt/slides/slide10.xml" Id="R4618d1e7f01c4c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b1635866d5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dbe5f3bd164cc7" /><Relationship Type="http://schemas.openxmlformats.org/officeDocument/2006/relationships/notesMaster" Target="/ppt/notesMasters/notesMaster1.xml" Id="Rfc79890d75c846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c60da71bec4566" /><Relationship Type="http://schemas.openxmlformats.org/officeDocument/2006/relationships/notesMaster" Target="/ppt/notesMasters/notesMaster1.xml" Id="R9adce8063ece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5bd194d53f4232" /><Relationship Type="http://schemas.openxmlformats.org/officeDocument/2006/relationships/notesMaster" Target="/ppt/notesMasters/notesMaster1.xml" Id="R2646bee60f08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ee5c7565ac45db" /><Relationship Type="http://schemas.openxmlformats.org/officeDocument/2006/relationships/notesMaster" Target="/ppt/notesMasters/notesMaster1.xml" Id="R0c5837f55d554c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e261a99c824f4f" /><Relationship Type="http://schemas.openxmlformats.org/officeDocument/2006/relationships/notesMaster" Target="/ppt/notesMasters/notesMaster1.xml" Id="Rf6a2dfe7aaad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8d5de199194845" /><Relationship Type="http://schemas.openxmlformats.org/officeDocument/2006/relationships/notesMaster" Target="/ppt/notesMasters/notesMaster1.xml" Id="R0ea9db7ec8b54b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b5670e6350467f" /><Relationship Type="http://schemas.openxmlformats.org/officeDocument/2006/relationships/notesMaster" Target="/ppt/notesMasters/notesMaster1.xml" Id="Rcad67fc0aa124e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634a63d33847eb" /><Relationship Type="http://schemas.openxmlformats.org/officeDocument/2006/relationships/notesMaster" Target="/ppt/notesMasters/notesMaster1.xml" Id="Rbc558a1b4bf64b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8e331d8aea4cf9" /><Relationship Type="http://schemas.openxmlformats.org/officeDocument/2006/relationships/notesMaster" Target="/ppt/notesMasters/notesMaster1.xml" Id="Ra06d1f43b0c243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416aad91f14289" /><Relationship Type="http://schemas.openxmlformats.org/officeDocument/2006/relationships/notesMaster" Target="/ppt/notesMasters/notesMaster1.xml" Id="R1af055d0c35c48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Gobernar integración, despliegue, infraestructura, aprobación y recuperación.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liberar cambios con rapidez sin perder control cuando código, configuración, infraestructura, datos y decisiones deben avanzar juntos y poder recuperarse?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originó este commit? ¿Qué evidencia revisó el pull request?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reconstruyen desde producción hasta decisión usando issue, commit, revisión, artefacto y aprobación.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revisó el pull request? ¿Es el mismo artefacto aprobado?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evalúan alcance, evidencia, independencia, riesgos y decisión. Aprobar estilo no alcanza.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¿Es el mismo artefacto aprobado? ¿Quién detiene una cadena verde?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sella una compilación y se rastrean dependencias, configuración, firma y procedencia hasta ambientes.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detiene una cadena verde? ¿Qué población recibe la liberación?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automatización pasa, pero falta evidencia de una población crítica. Se decide detener, limitar o pedir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población recibe la liberación? ¿Qué efecto no puede revertirse?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expone por población y turno, con bandera, señales y autoridad de reversión.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efecto no puede revertirse? ¿Qué decisión originó este commit?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migración y un tercero ya produjeron efectos. Se elige rollforward, compensación o modo degradado.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originó este commit? ¿Qué evidencia revisó el pull request?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contrasta velocidad con cambio fallido, recuperación, seguridad y cierre operacional. GitHub queda integrado al sistema de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revisó el pull request? ¿Es el mismo artefacto aprobado?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definen señales técnicas, de servicio y de negocio que N30 deberá observar.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¿Es el mismo artefacto aprobado? ¿Quién detiene una cadena verde?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expediente HH-29 que conecta Git, GitHub, integración, aprobación, despliegue y recuperación.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277c816e145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18f6ce2ff44a6" /><Relationship Type="http://schemas.openxmlformats.org/officeDocument/2006/relationships/slideLayout" Target="/ppt/slideLayouts/slideLayout1.xml" Id="Rfa4fba5a86214c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4fba5a86214c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7f69858634685" /><Relationship Type="http://schemas.openxmlformats.org/officeDocument/2006/relationships/notesSlide" Target="/ppt/notesSlides/notesSlide1.xml" Id="R55fb4b2fa78f41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3604bbdc24e9d" /><Relationship Type="http://schemas.openxmlformats.org/officeDocument/2006/relationships/notesSlide" Target="/ppt/notesSlides/notesSlide2.xml" Id="R9e33dccaa80844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8d4e3c6fd4d38" /><Relationship Type="http://schemas.openxmlformats.org/officeDocument/2006/relationships/notesSlide" Target="/ppt/notesSlides/notesSlide3.xml" Id="R6fa046c752ba4c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8e070fda84988" /><Relationship Type="http://schemas.openxmlformats.org/officeDocument/2006/relationships/notesSlide" Target="/ppt/notesSlides/notesSlide4.xml" Id="Rd3357dcc160b40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7c19a695f443e" /><Relationship Type="http://schemas.openxmlformats.org/officeDocument/2006/relationships/notesSlide" Target="/ppt/notesSlides/notesSlide5.xml" Id="Rbab12421805d4c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a64e3dedf4932" /><Relationship Type="http://schemas.openxmlformats.org/officeDocument/2006/relationships/notesSlide" Target="/ppt/notesSlides/notesSlide6.xml" Id="R92c9302a6cd847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736023fbf41a7" /><Relationship Type="http://schemas.openxmlformats.org/officeDocument/2006/relationships/notesSlide" Target="/ppt/notesSlides/notesSlide7.xml" Id="Rd08f4045655a46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11748d5504621" /><Relationship Type="http://schemas.openxmlformats.org/officeDocument/2006/relationships/notesSlide" Target="/ppt/notesSlides/notesSlide8.xml" Id="Rcb9375752d164f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c7340e20a4f8d" /><Relationship Type="http://schemas.openxmlformats.org/officeDocument/2006/relationships/notesSlide" Target="/ppt/notesSlides/notesSlide9.xml" Id="Rea5e5609f6894e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bc60045b74d73" /><Relationship Type="http://schemas.openxmlformats.org/officeDocument/2006/relationships/notesSlide" Target="/ppt/notesSlides/notesSlide10.xml" Id="R40999082bf9d44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F6DC2-BCA9-4BD3-ABDA-87A6C482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E05A5-2CE6-4D69-AE42-B767FFC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E67E4-0147-49C9-8A15-04678FC0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EC89A-DE0B-4B75-8152-7086BEF0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51D79-1389-4794-8EF2-DF2D164C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E55BB-BFA8-4AF4-96E2-2E7831F4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E53C3-A6A9-4C03-AD35-C2D8D610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B9A67-DD01-492D-93A6-4E587AE2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7404C-2BDA-42D3-A3F8-CD59C18D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Gobernar integración, despliegue, infraestructura, aprobación y recuperación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8DA50-50CB-4746-9024-06AAB915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liberar cambios con rapidez sin perder control cuando código, configuración, infraestructura, datos y decisiones deben avanzar juntos y poder recuperarse?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FCEE3-ABDC-45A3-ABD7-1AFD94D1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8978E-83C3-43E4-A097-72E37839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324446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81912-BEF5-407F-ACF9-F9676928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F0E0A-47C4-48D4-BC6A-5F787898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2E426-07AC-461A-A5D2-66DAC4BF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DD827-FF7E-4425-AA34-789995BE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BA60F-F9AE-4B00-8856-16155E2D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6006D-3F94-4BC0-AC75-AF1989F2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ABA50-306E-418B-8D3C-64ECFB7B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A33B5-70F7-4C1F-A8A9-D03E3672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Arqueología del cambio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44310-8AD1-42A7-86CB-541DD2B6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8C0CA-1576-4160-BC6A-AB2B74AD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91765-33DF-4B7A-86AC-1299B461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reconstruyen desde producción hasta decisión usando issue, commit, revisión, artefacto y aprobación.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30567-FCE4-4EFA-A619-3D3BEED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5448D-4E2D-4A2B-A931-70CC3B68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44953-3893-4F32-B8E7-9A53D33B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7E06F-079C-4F8A-931A-F933DD72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BF3BF-1970-4AEB-981B-0279DE4F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E44AA-A80F-47E3-923D-8E6AB0BC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4A3FC-2EC1-4B3C-845B-E494C400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309B0-6A1D-4CCB-8866-499FD826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E5D19-7644-4660-B20E-18B276CB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D5F46-9C58-4B7B-ACF9-BF65661C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87473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51C61-DDB7-4DFC-9E76-C6F73457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D45F3-4E5E-4054-851B-C28B7EF5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842C4-2E79-44A7-92D8-9C96D80D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00784-6E4E-4A7A-B8EA-3B2FEE44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B09A9-9327-4B16-B80F-A0E39B3C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BAEC4-3B59-4014-AC81-72FA3C4A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DBE0F-FA43-4D92-9A38-3F185249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083F2-5A82-4798-A0D7-69E6742A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pull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A3EB0-6DAE-498C-9761-78D35DB8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2F3805-9CF5-4555-A933-35253CF0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7E342-F93F-435C-A3B8-B7DC597D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evalúan alcance, evidencia, independencia, riesgos y decisión. Aprobar estilo no alcanza.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C001F-BD18-4B21-A7EA-FD44B63D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CC0DE-420B-42D1-8B7D-80327B0A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68A2F-2483-4830-81DB-27310102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096B1-F914-49EB-B435-54E624B4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5F8A26-A182-4339-8EBA-6C3456B9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9554F-E371-4910-B6AC-54410E81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EFF6E-2DE1-40A6-A1C8-8E2A9180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010F5-B714-42B4-BA47-7193A6AF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5A6E2-7186-4DC9-9B94-7B798E3A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2B60D-BF20-45B1-9564-C50E015B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C480B-32B3-4CC4-85A5-B0901762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6DAC5-2CA5-4E7F-B7B7-9E1236C1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305868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73BA6-55EA-42F2-A69E-9135C902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7D0ED-BFCA-4D40-AE7A-884E0FFB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E4013-D18F-4E79-9A3A-9C5A87C7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13699-5773-4B63-AB4A-F6F8D4B1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9540A-66CE-4224-A7E2-D3811073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57B1D-CFF1-4270-9ECA-7E4DD0E6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0C53C-2FE8-49F6-A95A-5FF13DC4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D5876-727A-4FE9-A083-82E1C166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artefacto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1008B-F933-4634-8C56-DB74B0D4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C2817-3E8B-4E77-894C-90F2571B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F3D18-A760-4BDF-ACDC-54E22CF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sella una compilación y se rastrean dependencias, configuración, firma y procedencia hasta ambientes.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3743F-DF93-4FEC-9133-7E16F9C7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834C2-C297-4F22-82B4-75B2656A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DB92D-97CE-489E-A7B0-C823221F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89CCF-8408-4537-A261-B2C69DB9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70A32-79FF-4570-AE99-C2345B66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EBE26-3C5A-49E4-BC02-143D3B5C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338464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A7BF3-0DFC-4340-B931-DDE72815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8FA81-DCA1-415E-89F8-CDDA2B9C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A75A7-5A04-4F59-9E38-1F682663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D0FD1-6EAB-497A-ACB9-6579426E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DF88F-D096-486E-98E8-E85DE5B1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8C8F7-CD32-401D-AEC4-87CCD183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1BDE5-2637-45D6-AD6A-7033CE25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D0894-0C45-47BB-8FDA-57A8714A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 de riesgo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C73CC-434C-43BC-8BF5-6A770484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341C1-6543-44EF-B2E2-6B2E233A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2FC6C-9F03-4ED3-B118-F112BC60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 automatización pasa, pero falta evidencia de una población crítica. Se decide detener, limitar o pedir prueba.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6AAD7-284A-4155-BDB0-5DF57A95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53813-490B-46C5-AE31-EDEE47C0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8E18F-C5F2-4C76-A98D-E597BE2D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47089-B8ED-4DD0-9924-31F45292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51710-26AF-47DD-9162-2BE2EBEC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3922A-D643-45F6-A4F9-6F9B4221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FBBCF-F6C7-4B3B-ACF7-BB9A54B3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4D868-B58F-4855-A4FA-40544F5F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88947-FC09-42DE-9EE4-54B0C014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705CF-0A18-4659-9D0D-F61ABBE6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445BD-9EE5-4766-B6BC-D6154F8B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BB46F3-5DD1-4E13-A9C1-4F9925ED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02677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D8FF0-5AD0-4348-8B45-8D3B116C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6FF6D-AFE4-4820-B454-2379B82D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CF195-5AB8-4AC3-A0E4-14017C91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82EC3-841E-477C-9643-21BFBF70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56120-2A68-4EDE-8A97-67206B79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81A38-EF89-4AB6-9E7A-A11653A6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D81FB-F028-4C69-B3EE-C61CCA19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DDE32-025E-4A87-98BA-BD5FCB7E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Liberación progresiva HH-29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67079-3FC8-4DFC-8DCE-9153DB96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ADBB9-B5AB-42FD-A0BD-39D0AE70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0831D-8BCE-4B3A-9C9E-A228D0DF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6111A-3F83-4880-9DF9-32ACC971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C9F78-AE78-4A5A-BB51-A56E804A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 con cadena verde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5620F-E4AA-4E43-B7BF-346D47D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expone por población y turno, con bandera, señales y autoridad de reversión.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3B6B1-39B6-44D6-AA07-1923DF89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E6FA8-25FA-47C7-8FDE-3095F7D7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542638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E14D0-EF3A-4D98-A784-553800F6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FD550-CD31-4033-96C6-DD37D4B0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4CEE4-5763-4344-B647-19BD2159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AB93A-876C-4535-B684-BDA8A139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E6A85-12E1-4C9E-BC13-7F0B4DC6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4E35D-1285-46A8-B3AA-8BB78C11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0D37D-4B31-4999-A2CD-07E025F0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1D717-0365-40FE-A8B7-A6CFCF77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Rollback imposible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71D23-002E-4C3C-ACE4-287CF0CF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1E410-9740-4DD5-97E7-4480F2DD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309F5-09C6-46FB-AFF3-07D25450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8BA65-201E-439A-AC95-BD531B3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8D366-586F-4A15-A9E8-36544687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migración y un tercero ya produjeron efectos. Se elige rollforward, compensación o modo degradado.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D3159-C553-4746-BD6E-123835D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189221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B7308-79E8-4BF7-A6EF-810EC0D7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1F54F-5973-43B6-9751-B3618E9B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B3289-FF9D-40EC-B614-DC3335F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66B79-D900-40DD-81F8-007A50E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012D0-CB17-46E9-B34B-FCC23395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68E52-BC06-4D2F-9CD7-0A8E6E48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BEE0E-2008-4742-9C31-F83E2953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6C37D-38C6-4780-9C92-8203F9E4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del gobierno DevOps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AE8DC-1523-4324-BAED-E706E769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D5F62-659D-4D14-B7FB-75747B5D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C178C-C712-4426-962A-143A70E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contrasta velocidad con cambio fallido, recuperación, seguridad y cierre operacional. GitHub queda integrado al sistema de responsabilidad.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3E04C-466F-41CC-9C26-F2C539E7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24E2C-FAE8-48B1-A80C-36D7D279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85BFF-4ED7-49DA-ACD7-72B53874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3AF3B-E1C4-4534-85AA-D2D3BB12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00559-77F3-4238-AC81-25F3269D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55E04-8395-4B5C-BFB8-DDF2B2C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4AA0D-19F7-4E00-8963-D4571635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2A8C1-5E64-41A3-86A8-4A14774C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3D842-4346-4842-9086-E8EA2AC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57A52-3E83-4C2C-A33B-FCC66C98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A3E69-E2D4-461F-B29C-428D1D0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AA369-AD3B-4834-A056-1036351D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91859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4F1BC-967C-4D5A-BF88-3CED1049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21213-CE85-49BF-BE54-63EA3F5E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40203-3D86-4DA3-AEC9-EDD49859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6216D-4325-4279-9495-DA92D359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645D6-AEBE-47C7-B7A2-F69DB110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CB2BD-2915-4E07-944C-CD3B3A71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A89F2-39C6-4F15-8BCB-C9FED443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F7F70-9509-4B17-8563-987CF353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EA5C0-CB64-4232-8919-D2E8E1DC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668BF-C1AC-4AEC-88FB-6A4F1978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246F7-EB14-402B-86E8-5CAD8B26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definen señales técnicas, de servicio y de negocio que N30 deberá observar.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6D1AB-F5D9-4392-B24E-5E3EC3F0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29511-3248-4E01-82CD-A511633E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AB6BA-5810-40D3-B57A-964AB4E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3DC0F-972F-44DE-98D0-45702BB5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295AA-6FF9-42C0-8BCB-52670364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916D5-A579-46AF-83A1-1CA799D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6D956-7D7F-4D2D-A042-F93D139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EA830-27B7-49A7-BB44-408CB487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6541D-B556-4712-950C-E45A7BEB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A2C09-4397-4464-95E7-217205F3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E1B48-051B-4158-A651-CE90E134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97EA09-952A-4F4A-A724-28C30A08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559442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10CD8-25B1-41AE-8C68-A2002A36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9C358-FE4B-4E89-B405-494D0459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47787-1A90-4B31-A6C8-49D9A82D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FF659-F2CE-4DF3-BB65-50CB672B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9A7D3-2A34-457C-85B7-176AF5AF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22A5C-3E1E-4B6E-BF6E-41200922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EDF08-C68A-4CE4-8C53-4547B592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0C5D0-0094-45C6-847F-7C32CF8D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2AE4F-4A11-4468-A8A5-C67A3C91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C419F-F992-4EFF-AA29-8431052F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90938-18BF-4175-A173-FEEB2A0E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37FC2-5FE4-4A90-9524-2F4C2B6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17F5B-3152-4A52-BC94-248CBDA1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324F1-56DC-40D1-BAF6-2BDC68A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C4039-E7BF-4355-89CA-091A653E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HH-29 que conecta Git, GitHub, integración, aprobación, despliegue y recuperación.</a:t>
            </a:r>
          </a:p>
        </p:txBody>
      </p:sp>
    </p:spTree>
    <p:extLst>
      <p:ext uri="{BB962C8B-B14F-4D97-AF65-F5344CB8AC3E}">
        <p14:creationId xmlns:p14="http://schemas.microsoft.com/office/powerpoint/2010/main" val="1215366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2026-09-15T15:47:26.8070000Z</dcterms:created>
  <dcterms:modified xsi:type="dcterms:W3CDTF">2026-09-15T15:47:26.8070000Z</dcterms:modified>
</coreProperties>
</file>