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d100ddb64b44ef" /><Relationship Type="http://schemas.openxmlformats.org/officeDocument/2006/relationships/extended-properties" Target="/docProps/app.xml" Id="Rb92c2286baeb4610" /><Relationship Type="http://schemas.openxmlformats.org/officeDocument/2006/relationships/officeDocument" Target="/ppt/presentation.xml" Id="R14b4a3652246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56ca027f94a24"/>
  </p:sldMasterIdLst>
  <p:notesMasterIdLst>
    <p:notesMasterId xmlns:r="http://schemas.openxmlformats.org/officeDocument/2006/relationships" r:id="Rc41ac8e568fb4d80"/>
  </p:notesMasterIdLst>
  <p:sldIdLst>
    <p:sldId xmlns:r="http://schemas.openxmlformats.org/officeDocument/2006/relationships" id="256" r:id="R84e42423ef6249c1"/>
    <p:sldId xmlns:r="http://schemas.openxmlformats.org/officeDocument/2006/relationships" id="257" r:id="R702219bb2f314597"/>
    <p:sldId xmlns:r="http://schemas.openxmlformats.org/officeDocument/2006/relationships" id="258" r:id="R822ddcd16bf644c8"/>
    <p:sldId xmlns:r="http://schemas.openxmlformats.org/officeDocument/2006/relationships" id="259" r:id="Rb7480936f3fd4d4e"/>
    <p:sldId xmlns:r="http://schemas.openxmlformats.org/officeDocument/2006/relationships" id="260" r:id="R98dc60f030494ff1"/>
    <p:sldId xmlns:r="http://schemas.openxmlformats.org/officeDocument/2006/relationships" id="261" r:id="R78a58e522baa4be2"/>
    <p:sldId xmlns:r="http://schemas.openxmlformats.org/officeDocument/2006/relationships" id="262" r:id="Re7ca18ab666749e2"/>
    <p:sldId xmlns:r="http://schemas.openxmlformats.org/officeDocument/2006/relationships" id="263" r:id="Rb297160bb3454d2e"/>
    <p:sldId xmlns:r="http://schemas.openxmlformats.org/officeDocument/2006/relationships" id="264" r:id="R53c41d5f6b2949ba"/>
    <p:sldId xmlns:r="http://schemas.openxmlformats.org/officeDocument/2006/relationships" id="265" r:id="Ree2454a78b9947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07026173d40dd" /><Relationship Type="http://schemas.openxmlformats.org/officeDocument/2006/relationships/slideMaster" Target="/ppt/slideMasters/slideMaster1.xml" Id="R30d56ca027f94a24" /><Relationship Type="http://schemas.openxmlformats.org/officeDocument/2006/relationships/notesMaster" Target="/ppt/notesMasters/notesMaster1.xml" Id="Rc41ac8e568fb4d80" /><Relationship Type="http://schemas.openxmlformats.org/officeDocument/2006/relationships/presProps" Target="/ppt/presProps.xml" Id="R51b8585e71c842e5" /><Relationship Type="http://schemas.openxmlformats.org/officeDocument/2006/relationships/tableStyles" Target="/ppt/tableStyles.xml" Id="R1a8263e5e5694edf" /><Relationship Type="http://schemas.openxmlformats.org/officeDocument/2006/relationships/slide" Target="/ppt/slides/slide1.xml" Id="R84e42423ef6249c1" /><Relationship Type="http://schemas.openxmlformats.org/officeDocument/2006/relationships/slide" Target="/ppt/slides/slide2.xml" Id="R702219bb2f314597" /><Relationship Type="http://schemas.openxmlformats.org/officeDocument/2006/relationships/slide" Target="/ppt/slides/slide3.xml" Id="R822ddcd16bf644c8" /><Relationship Type="http://schemas.openxmlformats.org/officeDocument/2006/relationships/slide" Target="/ppt/slides/slide4.xml" Id="Rb7480936f3fd4d4e" /><Relationship Type="http://schemas.openxmlformats.org/officeDocument/2006/relationships/slide" Target="/ppt/slides/slide5.xml" Id="R98dc60f030494ff1" /><Relationship Type="http://schemas.openxmlformats.org/officeDocument/2006/relationships/slide" Target="/ppt/slides/slide6.xml" Id="R78a58e522baa4be2" /><Relationship Type="http://schemas.openxmlformats.org/officeDocument/2006/relationships/slide" Target="/ppt/slides/slide7.xml" Id="Re7ca18ab666749e2" /><Relationship Type="http://schemas.openxmlformats.org/officeDocument/2006/relationships/slide" Target="/ppt/slides/slide8.xml" Id="Rb297160bb3454d2e" /><Relationship Type="http://schemas.openxmlformats.org/officeDocument/2006/relationships/slide" Target="/ppt/slides/slide9.xml" Id="R53c41d5f6b2949ba" /><Relationship Type="http://schemas.openxmlformats.org/officeDocument/2006/relationships/slide" Target="/ppt/slides/slide10.xml" Id="Ree2454a78b9947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6b8c66f70c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8f40242ffb4c54" /><Relationship Type="http://schemas.openxmlformats.org/officeDocument/2006/relationships/notesMaster" Target="/ppt/notesMasters/notesMaster1.xml" Id="Rfc740c4ab5cd42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447e2b705c47b8" /><Relationship Type="http://schemas.openxmlformats.org/officeDocument/2006/relationships/notesMaster" Target="/ppt/notesMasters/notesMaster1.xml" Id="R01b344d24ee645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57b49e49734e50" /><Relationship Type="http://schemas.openxmlformats.org/officeDocument/2006/relationships/notesMaster" Target="/ppt/notesMasters/notesMaster1.xml" Id="Ree128000a12243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55961adee0402a" /><Relationship Type="http://schemas.openxmlformats.org/officeDocument/2006/relationships/notesMaster" Target="/ppt/notesMasters/notesMaster1.xml" Id="R5a0d6ce1f3cf47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981506b85c47cc" /><Relationship Type="http://schemas.openxmlformats.org/officeDocument/2006/relationships/notesMaster" Target="/ppt/notesMasters/notesMaster1.xml" Id="R0ec9872e100141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ae025847824b42" /><Relationship Type="http://schemas.openxmlformats.org/officeDocument/2006/relationships/notesMaster" Target="/ppt/notesMasters/notesMaster1.xml" Id="R742ff7609ad54a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a49b03dbaf475a" /><Relationship Type="http://schemas.openxmlformats.org/officeDocument/2006/relationships/notesMaster" Target="/ppt/notesMasters/notesMaster1.xml" Id="R64be4a6b912f42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f9b98559694d28" /><Relationship Type="http://schemas.openxmlformats.org/officeDocument/2006/relationships/notesMaster" Target="/ppt/notesMasters/notesMaster1.xml" Id="R40e78ad4bc7d42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56e533b6c649c8" /><Relationship Type="http://schemas.openxmlformats.org/officeDocument/2006/relationships/notesMaster" Target="/ppt/notesMasters/notesMaster1.xml" Id="R5490156cedb14e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bea671d8be41f9" /><Relationship Type="http://schemas.openxmlformats.org/officeDocument/2006/relationships/notesMaster" Target="/ppt/notesMasters/notesMaster1.xml" Id="Rbeafd44efd0949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elección inmediata después de la demo.</a:t>
            </a:r>
          </a:p>
          <a:p xmlns:a="http://schemas.openxmlformats.org/drawingml/2006/main">
            <a:r>
              <a:t>Señal para avanzar: Quedan supuestos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cubre realmente la demo?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Capacidad descompuesta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Decisión después de la demo · 10 minutos</a:t>
            </a:r>
          </a:p>
          <a:p xmlns:a="http://schemas.openxmlformats.org/drawingml/2006/main">
            <a:r>
              <a:t>Cada persona elige una oferta y registra qué capacidad cree haber 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operación, integración y reparación.</a:t>
            </a:r>
          </a:p>
          <a:p xmlns:a="http://schemas.openxmlformats.org/drawingml/2006/main">
            <a:r>
              <a:t>Señal para avanzar: La solución deja de ser indivisible.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Seis opciones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Despiece de capacidad · 15 minutos</a:t>
            </a:r>
          </a:p>
          <a:p xmlns:a="http://schemas.openxmlformats.org/drawingml/2006/main">
            <a:r>
              <a:t>Los equipos separan flujo ordinario, integración, excepción, autoridad y reparación antes de comparar productos.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manual y no automatizar.</a:t>
            </a:r>
          </a:p>
          <a:p xmlns:a="http://schemas.openxmlformats.org/drawingml/2006/main">
            <a:r>
              <a:t>Señal para avanzar: Se amplía el espacio de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Costo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opciones · 10 minutos</a:t>
            </a:r>
          </a:p>
          <a:p xmlns:a="http://schemas.openxmlformats.org/drawingml/2006/main">
            <a:r>
              <a:t>El docente distingue configurar, integrar, construir, tercerizar, mantener trabajo manual y no automatizar.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Agregar operación, cambio, salida y daño.</a:t>
            </a:r>
          </a:p>
          <a:p xmlns:a="http://schemas.openxmlformats.org/drawingml/2006/main">
            <a:r>
              <a:t>Señal para avanzar: El precio pierde centralidad.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>• ¿Qué obligación no puede delegarse?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Demo adversa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Laboratorio comparativo · 20 minutos</a:t>
            </a:r>
          </a:p>
          <a:p xmlns:a="http://schemas.openxmlformats.org/drawingml/2006/main">
            <a:r>
              <a:t>Cada equipo evalúa cobertura, tiempo, costo, control, seguridad, dependencia y operación con evidencia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Probar excepciones y caída.</a:t>
            </a:r>
          </a:p>
          <a:p xmlns:a="http://schemas.openxmlformats.org/drawingml/2006/main">
            <a:r>
              <a:t>Señal para avanzar: Aparecen límites y trabajo oculto.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>• ¿Qué obligación no puede delegarse?</a:t>
            </a:r>
          </a:p>
          <a:p xmlns:a="http://schemas.openxmlformats.org/drawingml/2006/main">
            <a:r>
              <a:t>• ¿Qué capacidad cubre realmente la demo?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Dependencia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Demostración adversa · 18 minutos</a:t>
            </a:r>
          </a:p>
          <a:p xmlns:a="http://schemas.openxmlformats.org/drawingml/2006/main">
            <a:r>
              <a:t>Se repite la demo con identidad rectificada, accesibilidad y caída de canal. El equipo registra qué no puede decidir ni reparar el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decisión controla cada parte.</a:t>
            </a:r>
          </a:p>
          <a:p xmlns:a="http://schemas.openxmlformats.org/drawingml/2006/main">
            <a:r>
              <a:t>Señal para avanzar: El poder contractual se hace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obligación no puede delegarse?</a:t>
            </a:r>
          </a:p>
          <a:p xmlns:a="http://schemas.openxmlformats.org/drawingml/2006/main">
            <a:r>
              <a:t>• ¿Qué capacidad cubre realmente la demo?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Portabilidad probada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portabilidad · 19 minutos</a:t>
            </a:r>
          </a:p>
          <a:p xmlns:a="http://schemas.openxmlformats.org/drawingml/2006/main">
            <a:r>
              <a:t>Los equipos exportan reglas y eventos simulados y reconstruyen casos en un entorno alternativo. Identifican significado perdido y cooperación necesaria.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reglas, historial y significado.</a:t>
            </a:r>
          </a:p>
          <a:p xmlns:a="http://schemas.openxmlformats.org/drawingml/2006/main">
            <a:r>
              <a:t>Señal para avanzar: La salida puede demostrarse.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cubre realmente la demo?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Obligación no delegable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Arquitectura de realización · 20 minutos</a:t>
            </a:r>
          </a:p>
          <a:p xmlns:a="http://schemas.openxmlformats.org/drawingml/2006/main">
            <a:r>
              <a:t>Se combinan opciones por capacidad. Otro equipo verifica obligación no delegable, trabajo humano, salida y condición de reapertura.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ejecución y rendición de cuentas.</a:t>
            </a:r>
          </a:p>
          <a:p xmlns:a="http://schemas.openxmlformats.org/drawingml/2006/main">
            <a:r>
              <a:t>Señal para avanzar: La responsabilidad permanece asignada.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Arquitectura combinada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transforma la arquitectura en una dependencia metodológica para N20.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criterio de permanencia y reapertura.</a:t>
            </a:r>
          </a:p>
          <a:p xmlns:a="http://schemas.openxmlformats.org/drawingml/2006/main">
            <a:r>
              <a:t>Señal para avanzar: Cada opción tiene ciclo de 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Identificar dependencias de aprendizaje y gobierno.</a:t>
            </a:r>
          </a:p>
          <a:p xmlns:a="http://schemas.openxmlformats.org/drawingml/2006/main">
            <a:r>
              <a:t>Señal para avanzar: Surge una secuencia metodológica.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espacio de opciones para realizar una capacidad sin reducir la decisión a comprar o construir.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>• ¿Qué obligación no puede delegarse?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8662624494f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b950d4aa14b86" /><Relationship Type="http://schemas.openxmlformats.org/officeDocument/2006/relationships/slideLayout" Target="/ppt/slideLayouts/slideLayout1.xml" Id="Rd4fea117e3504b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ea117e3504b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dcb2e55bd4db8" /><Relationship Type="http://schemas.openxmlformats.org/officeDocument/2006/relationships/notesSlide" Target="/ppt/notesSlides/notesSlide1.xml" Id="R9dc6cd69ed0d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44aff5b104e40" /><Relationship Type="http://schemas.openxmlformats.org/officeDocument/2006/relationships/notesSlide" Target="/ppt/notesSlides/notesSlide2.xml" Id="R8cc0a094b8a5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7711e994a4bb5" /><Relationship Type="http://schemas.openxmlformats.org/officeDocument/2006/relationships/notesSlide" Target="/ppt/notesSlides/notesSlide3.xml" Id="R80bbd402dc55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5c44ad5b74ced" /><Relationship Type="http://schemas.openxmlformats.org/officeDocument/2006/relationships/notesSlide" Target="/ppt/notesSlides/notesSlide4.xml" Id="Rcc6d69fc167b48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70addc6da4c2c" /><Relationship Type="http://schemas.openxmlformats.org/officeDocument/2006/relationships/notesSlide" Target="/ppt/notesSlides/notesSlide5.xml" Id="Rc570d6b64b7247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b7f04fd9f4ea5" /><Relationship Type="http://schemas.openxmlformats.org/officeDocument/2006/relationships/notesSlide" Target="/ppt/notesSlides/notesSlide6.xml" Id="Rfc078d4345d440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1ef5f7567442f" /><Relationship Type="http://schemas.openxmlformats.org/officeDocument/2006/relationships/notesSlide" Target="/ppt/notesSlides/notesSlide7.xml" Id="R14ce6364e03e4d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a0903a59c4a37" /><Relationship Type="http://schemas.openxmlformats.org/officeDocument/2006/relationships/notesSlide" Target="/ppt/notesSlides/notesSlide8.xml" Id="R35149778174e49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4b8fe3deb49f2" /><Relationship Type="http://schemas.openxmlformats.org/officeDocument/2006/relationships/notesSlide" Target="/ppt/notesSlides/notesSlide9.xml" Id="R9420d48b80d949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bd5eea33b4bbe" /><Relationship Type="http://schemas.openxmlformats.org/officeDocument/2006/relationships/notesSlide" Target="/ppt/notesSlides/notesSlide10.xml" Id="Rb5253f1eebc642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9A789-0746-4740-BEC9-F7B38F57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30A7F-8152-426A-99EF-AFE3C6C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BF98B-438E-41D1-9508-C7D27726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19F91-144E-429C-ACA3-4878F9A5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40FB3-84B4-4E21-BE86-17841A73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7D09F-5559-41C3-BA2A-06841950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2835A-3217-4D97-BB34-95209C1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E13C6-2468-4137-AAB8-CD173C26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F9A75-1DDD-4D09-AD54-BBFDC2EA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Alternativas de realización: configurar, integrar, construir y no automatizar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EA5BB-4E8E-4C93-A252-A74E11D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elegir la forma de realizar una capacidad sin reducir todo a construir o comprar ni trasladar riesgos invisibles a proveedores, operación o personas?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3A7DD-F4F1-46D7-B341-3DCDF4D1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6831F-C863-43B4-910C-8C015DA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766951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4BA44-3393-4614-8B47-3AD49E78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CD42B-173D-4502-A76B-3E1EA170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77EC6-BAD7-4110-89A2-3ED42502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BB2EB-BA46-4DA0-BEC3-1514021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1E138-10CA-47B7-9C3F-F5CEA395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3A3F4-6825-433E-A6FE-D6F4E55F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917D9-F867-4802-B374-A82634B0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F38BE-EE48-4DCC-8C65-9BFF0627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después de la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BD211-A1CD-468B-81EB-9DF276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70428-759F-4EBE-9881-74C04A17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8CE92-EE13-4F36-A74A-636499AE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elige una oferta y registra qué capacidad cree haber visto.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EC46-FB1A-4661-A4FF-D7F0ADE2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3F751-D5E6-4E38-8296-F91125BC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00F74-DA31-489A-BC1D-28780642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83A6A-439C-4BA9-8041-55F44455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EAD2B-B90C-4D2A-A993-3426F1C7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2E5D0-4EEB-4AA9-94C2-820AA3C5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C5CD2-4647-4515-B215-527A327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689EE-F87F-457E-BDFF-411E2119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58AAB-4EA3-4E85-92EB-2CDD74D8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AEB8B-E44A-44AD-B499-9DEC4D7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717119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A000B-59E2-4F28-92D1-78ADA16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7C2AB-AD22-4175-AF8F-11630579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D6F34-7084-4518-A61E-8BDE954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35E86-CBA7-48E1-83D9-CC4E75F3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531EB-2BD1-4B95-8372-6442CD0D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1B3FB-D491-4FA5-945A-8DFF914A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653FD-258B-4E09-B575-7E8948DC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304C2-708D-4EF0-BA4A-2832AF79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Despiece de capacidad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6F63C-D9BC-4DE9-ADCD-CA18D73E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4AD13-5ED9-4BDF-A56B-5FEC043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0CE3C-DEF7-4215-84CA-9713940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separan flujo ordinario, integración, excepción, autoridad y reparación antes de comparar productos.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FB226-F50C-4CCC-9C31-C33CD84F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67265-A60F-48D1-BC8F-1C58CF2F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7B025-3D3D-4B15-A122-9F290494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321C4-A444-4635-8CDF-161A3FC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17EA2-3D71-4810-A5C2-A14878DC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848F9-71D2-442D-BE34-1A37F07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763DA-9E42-41A1-A663-DC1244D7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C2A54-176A-4D48-B562-8DB9F44C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03DAB-8FC8-4479-92D9-5132EA97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BD629-F417-4ACD-8A2B-F592E3B9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FB636-11E0-422B-9A0F-A275C1B9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6117E-79AD-4A5C-911C-EC33364A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12807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706F1-3568-4CF4-A25C-1A8B9919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6778C-F5E2-437D-8D24-1E0CECAA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64FB3-7D1F-4885-B351-1E428C87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DC629-8D53-4ACB-8C58-AC7D1AD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83C4C-0572-4E20-AFAE-1FFEBBE2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7D7E4-7099-4D84-93E2-2052A63E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C63C4-6AF0-4F57-BF2F-F890E42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3C391-0DEB-4F76-8AB7-6468C82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opciones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8345D-6DF5-4FBC-B1F7-2F8DF054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2766B-6B2A-4673-8D54-212B210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12ECD-BF68-4BF1-90D6-8D5CFCFA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configurar, integrar, construir, tercerizar, mantener trabajo manual y no automatizar.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C428C-3F58-432D-9F97-DB916E5B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9A351-5F4E-4664-8322-EB857AFF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7DCB4-7A0D-4AC8-9C58-E6A0F388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F34EA-7289-401D-B6F1-DDD6FDBA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68053-B2F7-4EF2-88E1-AA0685F4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D7412-99BF-4959-BD57-814D89D6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383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E733C-B964-4877-A279-6651A567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BF47B-864B-44CD-92C1-36346EB2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3B417-9FEF-4FD3-8365-DEA84EB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56D9D-6E7A-438B-8F06-ABD3A3F7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4BFF7-8ECD-49BE-8B4C-B5DD18A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B3CB9-2289-4143-AAAF-2E3BD526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94C0C-04B9-4D29-9D46-E9850458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2217E-E04C-46BF-8E4E-F9D8C779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comparativo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C5CC0-8A0A-46E1-90CD-270B5D81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7C781-655D-4061-8EE1-5B2B467B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8CD93-CE8F-4EB6-8D9D-E131EC2D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evalúa cobertura, tiempo, costo, control, seguridad, dependencia y operación con evidencia explícita.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A743A-7086-4878-A88F-480FF7BB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79CC3-8C73-46FE-94A6-88CBAF4A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FF4A7-AC70-4B91-AA6C-896C9CE2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8A747-E252-45DC-BB17-AB384CFB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2A307-9ED5-4B65-8CCD-8775A53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9DE11-E5A3-49BB-B0CA-9AA97BB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D5FE5-F44C-4C01-81F6-32DB9F8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4FB14-5B86-46A0-B384-31C09838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638D0-D3E7-48F6-A270-AD75760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192F8-197D-4AED-9396-B79B5264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87152-2E2E-4893-94E1-83ACF1E7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A73E8-7014-49EA-9280-E8AF7054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38998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5206C-B2DB-41CA-8366-D1C26321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ECA6F-3DB7-4F94-84F1-DCF899DE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99760-E403-40F4-9985-8DF6EDCA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DDB18-6433-4A80-A6DA-E35FCD3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A667B-88B6-4B31-9AF1-D3CE09FA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77626-C20E-4D4D-9A4F-F507BCB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5C76B-3ADC-4A60-B08A-F34481C3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03D3D-BECF-49D8-BD71-9257C142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Demostración adversa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56E0A-20B7-467A-B3B6-B0271293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B6E22-FD25-4D03-9EC3-5B91AE83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E869C-A1CC-4C6F-BE4C-87833A3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79FC8-FF13-44E8-A1D9-8B9E1C6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C7921-AC44-48FB-AF1A-5A6AFF8F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Dependencia del proveedor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500B7-4744-4227-A0E0-E6D63FE7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repite la demo con identidad rectificada, accesibilidad y caída de canal. El equipo registra qué no puede decidir ni reparar el proveedor.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ACB5F-C844-47BD-A585-E38F318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ADB6C-6AAD-4A95-BD75-5B9AFD63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2022538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A78FA-90F2-4E0C-9D3B-C9363938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16FB3-4087-4A20-8354-E6C96828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8B74E-D4B3-46F3-B9CB-8D432B9B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A8549-2882-4D6A-8994-694B7D62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AD33F-045E-4717-A6DC-53831B7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D4259-2E41-460E-B09D-8918BCA7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B6AC4-5A0E-4395-8DDF-552F219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B26FB-C2C5-404C-ABC6-88BC1262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portabilidad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ECD9B-19D5-44AB-AFEA-E73DFC0A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BF6ED-1C8B-42AF-90BD-69FE071D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4396E-F577-4E91-A739-9F03EFB5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D86B9-EB01-4747-B9E4-295E7B7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F2AD3-FB50-4133-802D-F90B55EC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Los equipos exportan reglas y eventos simulados y reconstruyen casos en un entorno alternativo. Identifican significado perdido y cooperación necesaria.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A729E-A6DF-4828-B28D-134E6FEC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870030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71F671-0421-4C23-9B8E-8D7D28C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ADE63-C81B-422F-A97E-54BA9D3E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00D6A-5715-4E7A-876F-EB1223E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47E5C-5C98-4465-94EA-41964C5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E65F5-1375-4C3D-A771-81DC814B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3BEA9-7B7B-438B-A7EE-EF7F36C3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A5E54-F9D3-491D-AAA1-F50FABD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FFE64-C062-4DAF-AF19-9642FE4A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Arquitectura de realización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A8810-34DD-4301-9027-49392DBC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81A95-2E18-405A-8192-7FD0E038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4148C-CAF9-49FA-B9E1-D13BF16C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combinan opciones por capacidad. Otro equipo verifica obligación no delegable, trabajo humano, salida y condición de reapertura.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5A247-B85A-4007-91B8-DD5D4FEE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F236D-6696-4168-BF29-22108FF5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29211-F218-46EE-94A5-119EB831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AF8BA-651B-482B-B89C-09C4AD50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989D6-38E6-4927-8697-37FCA87E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AC440-A69E-4D80-AA64-8A14BFC2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C3BB4-16EC-44F7-AAB0-F0734034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39C0E-5434-4AD3-96E4-0FEF8181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F099E-7269-425F-B233-9F69E5D2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CDF9B-0AF5-40FB-A4DD-FC75F4B2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5F866-A611-4C0B-B004-CCE782E1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02F38-5E4A-438E-8A47-22532AFA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045824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43572-B844-4F0A-A40B-010047A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C913D-A4B6-416B-A743-614DA18C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79EEF-6838-4945-BC16-6E2CEF36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7A2F6-8BEF-4CA4-8604-5D8974B0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93959-85E5-429C-BF3A-BF454C79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143A2-A517-419E-8031-77D98EF3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9455E-4A3F-44A4-80EB-DA89AE31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DD608-4D5A-469A-A3B7-86015FB1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27AE9-1C51-4548-8180-B3E96867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41068-4A08-4072-936F-772032DD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94420-F51A-4B92-98F8-E049FBA1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transforma la arquitectura en una dependencia metodológica para N20.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1DB21-58F3-4492-8868-E9EB7A08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C90F3-484D-4C15-B58B-8989F85C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17A76-520D-468E-9330-FA50D378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4FB47-69F9-4876-A058-0232A1C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DB05E-445F-49EB-8636-99A5EB6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CC862-6291-4B82-9BEC-119273E8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E8007-CF67-4836-BE94-5E266197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FCD9C-FAFC-4D3E-ACE2-6D1B610B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C6460-9DC1-4CCC-83CA-DA9EA0DD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6BD4A-6F0F-48A2-B47B-B3D0CFA9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73A81-B48E-4783-848B-8DA22BFF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CAFBF-B0ED-487A-AF33-1AE3476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1918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43691-A7D8-4E90-897F-A85B54AE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36723-8801-4ED8-A2D4-64222020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009CE-EDCC-42D0-BD64-9CDA2FFA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4B1C2-E3CA-4E72-9ECB-7035F484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D1700-1578-455D-A437-EDA2525B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8393C-4FC6-4989-8085-FABC560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15EF0-A962-4692-BD22-D6BCE14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4A744-12DF-4627-A1C2-6B1437E4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BFFF3-FFD7-4635-BD9B-B644E599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5F67D-EA21-4BEC-93AA-2C6BFAB8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1FC99-B442-412B-87C3-48623898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006AC-1053-47C2-9438-3E8F80E8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4495B-1107-45BF-B571-F21F540A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4DF08-308B-4210-A3FA-40205886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13698-EB7B-4D11-8E79-B9DF79C6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arquitectura provisional de realización para HH-19 con responsabilidades, dependencias, pruebas y salidas explícitas.</a:t>
            </a:r>
          </a:p>
        </p:txBody>
      </p:sp>
    </p:spTree>
    <p:extLst>
      <p:ext uri="{BB962C8B-B14F-4D97-AF65-F5344CB8AC3E}">
        <p14:creationId xmlns:p14="http://schemas.microsoft.com/office/powerpoint/2010/main" val="510999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2026-09-14T03:54:33.7920000Z</dcterms:created>
  <dcterms:modified xsi:type="dcterms:W3CDTF">2026-09-14T03:54:33.7920000Z</dcterms:modified>
</coreProperties>
</file>