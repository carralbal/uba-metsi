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0b7d7fa60d483b" /><Relationship Type="http://schemas.openxmlformats.org/officeDocument/2006/relationships/extended-properties" Target="/docProps/app.xml" Id="Rb46b020eacdf41e9" /><Relationship Type="http://schemas.openxmlformats.org/officeDocument/2006/relationships/officeDocument" Target="/ppt/presentation.xml" Id="R8f55cc6b019e45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46fa73fb214e0c"/>
  </p:sldMasterIdLst>
  <p:notesMasterIdLst>
    <p:notesMasterId xmlns:r="http://schemas.openxmlformats.org/officeDocument/2006/relationships" r:id="R66e451755038465f"/>
  </p:notesMasterIdLst>
  <p:sldIdLst>
    <p:sldId xmlns:r="http://schemas.openxmlformats.org/officeDocument/2006/relationships" id="256" r:id="Rafe1379a2c2c42fe"/>
    <p:sldId xmlns:r="http://schemas.openxmlformats.org/officeDocument/2006/relationships" id="257" r:id="R94f0b0e06dbf4fe1"/>
    <p:sldId xmlns:r="http://schemas.openxmlformats.org/officeDocument/2006/relationships" id="258" r:id="R1e15e1d3731f4b98"/>
    <p:sldId xmlns:r="http://schemas.openxmlformats.org/officeDocument/2006/relationships" id="259" r:id="R38aabb984d8b4f50"/>
    <p:sldId xmlns:r="http://schemas.openxmlformats.org/officeDocument/2006/relationships" id="260" r:id="R569862d4907c4c46"/>
    <p:sldId xmlns:r="http://schemas.openxmlformats.org/officeDocument/2006/relationships" id="261" r:id="Rb5c80aa28f6a453c"/>
    <p:sldId xmlns:r="http://schemas.openxmlformats.org/officeDocument/2006/relationships" id="262" r:id="R5ac21458bf0140ed"/>
    <p:sldId xmlns:r="http://schemas.openxmlformats.org/officeDocument/2006/relationships" id="263" r:id="R934284cf807f4623"/>
    <p:sldId xmlns:r="http://schemas.openxmlformats.org/officeDocument/2006/relationships" id="264" r:id="Ra5995ea12ab94bd5"/>
    <p:sldId xmlns:r="http://schemas.openxmlformats.org/officeDocument/2006/relationships" id="265" r:id="Rc85fccbab6ce48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4544330ddb405c" /><Relationship Type="http://schemas.openxmlformats.org/officeDocument/2006/relationships/slideMaster" Target="/ppt/slideMasters/slideMaster1.xml" Id="Ra146fa73fb214e0c" /><Relationship Type="http://schemas.openxmlformats.org/officeDocument/2006/relationships/notesMaster" Target="/ppt/notesMasters/notesMaster1.xml" Id="R66e451755038465f" /><Relationship Type="http://schemas.openxmlformats.org/officeDocument/2006/relationships/presProps" Target="/ppt/presProps.xml" Id="Rf8af85eead404b08" /><Relationship Type="http://schemas.openxmlformats.org/officeDocument/2006/relationships/tableStyles" Target="/ppt/tableStyles.xml" Id="Rc8c060a0560c4d2e" /><Relationship Type="http://schemas.openxmlformats.org/officeDocument/2006/relationships/slide" Target="/ppt/slides/slide1.xml" Id="Rafe1379a2c2c42fe" /><Relationship Type="http://schemas.openxmlformats.org/officeDocument/2006/relationships/slide" Target="/ppt/slides/slide2.xml" Id="R94f0b0e06dbf4fe1" /><Relationship Type="http://schemas.openxmlformats.org/officeDocument/2006/relationships/slide" Target="/ppt/slides/slide3.xml" Id="R1e15e1d3731f4b98" /><Relationship Type="http://schemas.openxmlformats.org/officeDocument/2006/relationships/slide" Target="/ppt/slides/slide4.xml" Id="R38aabb984d8b4f50" /><Relationship Type="http://schemas.openxmlformats.org/officeDocument/2006/relationships/slide" Target="/ppt/slides/slide5.xml" Id="R569862d4907c4c46" /><Relationship Type="http://schemas.openxmlformats.org/officeDocument/2006/relationships/slide" Target="/ppt/slides/slide6.xml" Id="Rb5c80aa28f6a453c" /><Relationship Type="http://schemas.openxmlformats.org/officeDocument/2006/relationships/slide" Target="/ppt/slides/slide7.xml" Id="R5ac21458bf0140ed" /><Relationship Type="http://schemas.openxmlformats.org/officeDocument/2006/relationships/slide" Target="/ppt/slides/slide8.xml" Id="R934284cf807f4623" /><Relationship Type="http://schemas.openxmlformats.org/officeDocument/2006/relationships/slide" Target="/ppt/slides/slide9.xml" Id="Ra5995ea12ab94bd5" /><Relationship Type="http://schemas.openxmlformats.org/officeDocument/2006/relationships/slide" Target="/ppt/slides/slide10.xml" Id="Rc85fccbab6ce48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b0eab6562b4d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f333c4b24042f4" /><Relationship Type="http://schemas.openxmlformats.org/officeDocument/2006/relationships/notesMaster" Target="/ppt/notesMasters/notesMaster1.xml" Id="R48e71ef7540144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2c925070504374" /><Relationship Type="http://schemas.openxmlformats.org/officeDocument/2006/relationships/notesMaster" Target="/ppt/notesMasters/notesMaster1.xml" Id="Rc772c8cebbb04f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c84a189ac749c1" /><Relationship Type="http://schemas.openxmlformats.org/officeDocument/2006/relationships/notesMaster" Target="/ppt/notesMasters/notesMaster1.xml" Id="R5183100ae83642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7b98c3bc6945c9" /><Relationship Type="http://schemas.openxmlformats.org/officeDocument/2006/relationships/notesMaster" Target="/ppt/notesMasters/notesMaster1.xml" Id="R526a5de1bf3242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8dee49f94f43c1" /><Relationship Type="http://schemas.openxmlformats.org/officeDocument/2006/relationships/notesMaster" Target="/ppt/notesMasters/notesMaster1.xml" Id="R3f76ce4f97dd49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739af21de541f8" /><Relationship Type="http://schemas.openxmlformats.org/officeDocument/2006/relationships/notesMaster" Target="/ppt/notesMasters/notesMaster1.xml" Id="R397cdcbe2f1f45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044d057d044110" /><Relationship Type="http://schemas.openxmlformats.org/officeDocument/2006/relationships/notesMaster" Target="/ppt/notesMasters/notesMaster1.xml" Id="Re6eb10caa92b49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5b97e0fb024d3e" /><Relationship Type="http://schemas.openxmlformats.org/officeDocument/2006/relationships/notesMaster" Target="/ppt/notesMasters/notesMaster1.xml" Id="R7220d84cdfb14c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c2911ab20b4d73" /><Relationship Type="http://schemas.openxmlformats.org/officeDocument/2006/relationships/notesMaster" Target="/ppt/notesMasters/notesMaster1.xml" Id="R8c0f7b73b38543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b21f6878144e06" /><Relationship Type="http://schemas.openxmlformats.org/officeDocument/2006/relationships/notesMaster" Target="/ppt/notesMasters/notesMaster1.xml" Id="Rd3d7f1e5aed747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Alternativas de realización: configurar, integrar, construir y no automatizar.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elegir la forma de realizar una capacidad sin reducir todo a construir o comprar ni trasladar riesgos invisibles a proveedores, operación o personas?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capacidad cubre realmente la demo? ¿Qué excepción queda fuera?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elige una oferta y registra qué capacidad cree haber 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excepción queda fuera? ¿Quién opera y repara?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separan flujo ordinario, integración, excepción, autoridad y reparación antes de comparar productos.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opera y repara? ¿Qué costo aparece después de comprar?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distinguir configurar, integrar, construir, tercerizar, mantener trabajo manual y no automatizar.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costo aparece después de comprar? ¿Qué significado exporta el proveedor?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evalúa cobertura, tiempo, costo, control, seguridad, dependencia y operación con evidencia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significado exporta el proveedor? ¿Qué obligación no puede delegarse?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repite la demo con identidad rectificada, accesibilidad y caída de canal. El equipo registra qué no puede decidir ni reparar el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obligación no puede delegarse? ¿Qué capacidad cubre realmente la demo?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exportan reglas y eventos simulados y reconstruyen casos en un entorno alternativo. Identifican significado perdido y cooperación necesaria.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19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capacidad cubre realmente la demo? ¿Qué excepción queda fuera?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combinan opciones por capacidad. Otro equipo verifica obligación no delegable, trabajo humano, salida y condición de reapertura.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excepción queda fuera? ¿Quién opera y repara?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transforma la arquitectura en una dependencia metodológica para N20.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opera y repara? ¿Qué costo aparece después de comprar?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una arquitectura provisional de realización para HH-19 con responsabilidades, dependencias, pruebas y salidas explícitas.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d350ec2cb44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c2443f82614f22" /><Relationship Type="http://schemas.openxmlformats.org/officeDocument/2006/relationships/slideLayout" Target="/ppt/slideLayouts/slideLayout1.xml" Id="Rc133982524a241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33982524a241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c0e8f09cd4d6a" /><Relationship Type="http://schemas.openxmlformats.org/officeDocument/2006/relationships/notesSlide" Target="/ppt/notesSlides/notesSlide1.xml" Id="R045dca1e9cfb40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6b874d8c046ab" /><Relationship Type="http://schemas.openxmlformats.org/officeDocument/2006/relationships/notesSlide" Target="/ppt/notesSlides/notesSlide2.xml" Id="Rdbdb3dc3b6fb4f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37ae4f78f423f" /><Relationship Type="http://schemas.openxmlformats.org/officeDocument/2006/relationships/notesSlide" Target="/ppt/notesSlides/notesSlide3.xml" Id="R9b21ce5e23f44d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17718e38e4631" /><Relationship Type="http://schemas.openxmlformats.org/officeDocument/2006/relationships/notesSlide" Target="/ppt/notesSlides/notesSlide4.xml" Id="Ra47b36aea03148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ce1226a494740" /><Relationship Type="http://schemas.openxmlformats.org/officeDocument/2006/relationships/notesSlide" Target="/ppt/notesSlides/notesSlide5.xml" Id="R101c65e86d6d44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11bd748cf4aa3" /><Relationship Type="http://schemas.openxmlformats.org/officeDocument/2006/relationships/notesSlide" Target="/ppt/notesSlides/notesSlide6.xml" Id="Reb693e9b19f046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16efccaea455a" /><Relationship Type="http://schemas.openxmlformats.org/officeDocument/2006/relationships/notesSlide" Target="/ppt/notesSlides/notesSlide7.xml" Id="R23d280b2daca4e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91ebda34f4c26" /><Relationship Type="http://schemas.openxmlformats.org/officeDocument/2006/relationships/notesSlide" Target="/ppt/notesSlides/notesSlide8.xml" Id="R0c271dc22ae34b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cb6fe6db1472d" /><Relationship Type="http://schemas.openxmlformats.org/officeDocument/2006/relationships/notesSlide" Target="/ppt/notesSlides/notesSlide9.xml" Id="R02b82769dad346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edd91ae6d4b06" /><Relationship Type="http://schemas.openxmlformats.org/officeDocument/2006/relationships/notesSlide" Target="/ppt/notesSlides/notesSlide10.xml" Id="R8c1930ae11eb4c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4BA4C-B236-48D3-8464-985F8686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9F86E-4707-40F4-9F48-A3BE55BF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C09F6-AD9A-4D4B-8862-7431AFE5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91D3B-857E-4D6F-A255-73888108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A56D3-EBE4-4772-A4D7-14B6045D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4CA1E-CD2A-459C-95EE-FA005E16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E5C80-A910-484C-8D09-43AD2BB7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83D70-192A-4551-8BF8-DFB8BDF8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B75D5-0E8E-44D6-85AC-792C290E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Alternativas de realización: configurar, integrar, construir y no automatizar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BB711-8D5B-4A5C-96D5-3FA648BC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elegir la forma de realizar una capacidad sin reducir todo a construir o comprar ni trasladar riesgos invisibles a proveedores, operación o personas?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18A76-5291-4141-9806-D919ECF4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CD158-5BE3-45B3-81DF-FFFD0DE6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662488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D5D305-7C75-492F-B5CF-A427E645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71886-BA14-4E8D-BC67-5592344B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48101-D1CA-4066-A439-948707E8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52701-CE90-4375-B5A9-181D0732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61BD7-56D6-4F79-8CE0-1214A938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CA103-B7B7-4359-8216-6FF0E33D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1EBA2-4DF3-4D02-9F94-371CD8D8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2088E-7881-4197-ADFD-C809C1A3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 después de la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EE53D-6291-4E1A-999E-42735274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40ADD-D550-43B8-B9EE-655DD75A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13159-B59D-4665-9823-7A7DBE70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elige una oferta y registra qué capacidad cree haber visto.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50CF5-5942-43AE-94F4-8E431E70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05550-A454-4BBD-861F-98207C01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4A48B-4D4A-4C02-9A37-80EEF9DA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C2C99-5A28-4FA2-99AD-9EEF0094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92607-D1D7-444C-B465-9839F2BC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5E076-67A1-40E6-8F0D-F4C503FA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319E8-7251-4C05-822D-B25EF75B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DFE71-B3D0-40C2-A9CD-6F679C12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01E83-BF5C-44DD-B151-91453B5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C31A5-63B4-4D10-A053-D035AC0B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007885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936B5A-0479-4E87-9EFB-DA8FF09F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3A124-37B0-46B8-ABBF-80D7A807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7B20E-AA32-4C38-9FF4-FA5FBB03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743F2-0B9F-4B68-980B-E13A2577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CE825-F633-4762-8657-F7DAB6EA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D6F21-B259-4FE3-AEE4-E03E7D36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DF69E-1692-4184-8ACB-B32E84A6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FBE74-9F5B-4A73-9EEE-10A08357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Despiece de capacidad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B9528-1872-410B-B4FD-6EABCE95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C520F-FEAD-4757-B8B0-9F89F919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49079-66C1-4020-816C-14B2DAE7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separan flujo ordinario, integración, excepción, autoridad y reparación antes de comparar productos.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DB2D9-A64E-434C-8BEC-E9291FCF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34F8B-4A1D-4292-8A36-842AEFEF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8921F-030E-4902-9540-CED5143B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D3797-345A-445D-94A6-BC96BF93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29FA1-AE8F-49D4-AA75-BF59B7F1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53B30-CFFE-413A-A824-693FBCA1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8E84B-4636-4D95-A4FB-450ED131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88A21-F65E-4CA1-8467-052C8219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7E683A-9875-4D88-86B2-6811253A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38D9AC-20C9-406B-ABAA-B6EC2AA9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30381-E40A-44FF-9867-B730F0DE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524B9-1C59-4731-ABA4-E7E27FC3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30034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425A2-E8AD-4F2E-BF64-80351D2F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33D26-25FD-4513-97EA-4145B120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ACE4C-74FF-49FE-80E9-61FF8995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740C6-F420-4A8D-9CE9-C696238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629D9-997B-45F7-8EB2-1BBC086F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D9433-0B60-4F24-A3F3-7E336B84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EBC5E-93EA-4F4E-B1CC-9B3BD3BD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18957-025E-4B26-9BDB-151108D5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opciones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80DBF-65C1-46FA-A9DC-FCEE90A6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5E1C2-0A36-4AE6-9C77-263C69F4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CFC76-FDE9-4E52-BB25-8B585EDD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distingue configurar, integrar, construir, tercerizar, mantener trabajo manual y no automatizar.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24F77-9586-42AA-B6F2-92185365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48E6F-BA46-4232-A969-752C18EC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0653F-72EE-4FC7-91BC-B4F5DA6B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5DCF6-D4F7-4E73-B03A-7A9F8EEA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2DA63-8985-402C-A2F5-6C46BCEC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8A150-2E75-4067-9F6E-2AA357B5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2013762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44414-BE66-45C0-B899-75077D6B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27435-F5A1-4DC6-8463-93386AD5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7B31F-BC49-47E7-BFAD-C4C0CFE8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ED232-8C54-4471-B07E-630ECF2C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872D3-6651-45C2-8C35-DB455AB2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06E64-8082-47A2-BF20-ADC16A6A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17A77-F175-43A6-A048-4866E55E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5D7F2-11A5-40F0-A75F-FAAF1DF1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Laboratorio comparativo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DD066-D073-4DC9-AF2E-8CDAA850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DFCF5-D715-43B7-BDD0-D0D6BE98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36943-1BB2-4D57-87E6-D6507902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evalúa cobertura, tiempo, costo, control, seguridad, dependencia y operación con evidencia explícita.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53194-93B2-4AEB-BFDD-27B12F56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5589A-D2D2-4FCE-AA46-6BA0B334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2E1CC-7021-4BC4-8AB3-5416977F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61DEE-C7EF-48B9-962C-FE3DF579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13E92-0CD9-4B05-AD5A-F9F17B35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D7221-EB94-4E27-80B6-67DBDBD4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8E202-3DE7-4EC6-9908-F38C8B21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7FDA92-BD96-4E6A-8148-6AE8CAB4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58C44-0A6E-4E2D-9DFA-26BCA0FF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B07E08-0DFD-4F7C-A878-3F964674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D51C9-7E90-4D70-B35F-159CA473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4C8C1-62EE-4DCD-A470-60031467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032648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F543B-22B6-492F-B5CB-E13636DD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D887E-BE69-45F9-99D9-60B656FB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76CB6-C0AE-4103-B2BC-D628C87D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670D6-6C42-4AF4-88EB-90E0FC5E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9EF86-0A40-4563-B7DD-D8B464B0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EC73F-6325-4E14-B6F3-A603D4FE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565DF-2B31-461D-A12B-9AEAF235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110A9-F784-4878-B2A5-6910622B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Demostración adversa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7DB7E-03A6-43D7-B02D-FC382497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19D32-77C5-4068-A0D8-B5A91964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BB254-240F-460F-B432-5B7AC5AC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2FC3B-6E4C-4891-A2DA-EA1432D6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90E82-EBDF-4756-9544-D959A021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Dependencia del proveedor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544C4-8C3B-4A2C-8BA8-0BADBAFC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repite la demo con identidad rectificada, accesibilidad y caída de canal. El equipo registra qué no puede decidir ni reparar el proveedor.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00EBF-FDF9-4199-AD52-3086B790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284D4-EEA5-423B-A05E-7CB9ABDD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492110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74E39-0BE7-4246-9E03-0AB73F50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C4F82-7101-4CC2-A2D5-7634C1E7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11A54-55E3-4D66-B07E-882C5AEA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C3C92-B193-483B-A4FC-5079DA70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67644-2A15-40E1-AC04-B53A957F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F5E69-C042-452C-B251-220FF631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17A7C-553E-4D38-929D-060E5F30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EE7BA-7229-4202-9054-397E62F6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portabilidad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F82BA-CD38-47F0-8300-D12BA53D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25B10-0082-49EE-A73E-0E498519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189C3-4357-4D2D-8088-20CBFA47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0F3B8-9D38-4039-A29F-D73013A2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9E45C-2916-4EBC-A064-08252D54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Los equipos exportan reglas y eventos simulados y reconstruyen casos en un entorno alternativo. Identifican significado perdido y cooperación necesaria.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AAB19-8C54-49FC-B3AB-00FDD91B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2027426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06F8EF-321A-4E09-9C50-C046F569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4DCD6-966F-4AC0-B0F2-CA2ACC29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BA32A-4F1E-401C-ACED-10414B5C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96234-57D2-416F-9592-448ED4C9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CD6F0-08AB-4822-BBE7-C94548AA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153BB-9615-411D-87CE-9B00A07D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D470B-89E3-479B-A2BB-2567C403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B821A-BB2A-40BE-B76C-3EECDD03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Arquitectura de realización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A9576-07C6-450A-AC12-A7EF79C4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9CB85-2199-4B12-B254-FC257470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CDE2A-6891-453E-A1D3-6CBE39EB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combinan opciones por capacidad. Otro equipo verifica obligación no delegable, trabajo humano, salida y condición de reapertura.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4005E-66A2-422D-A965-332D7A75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65030-EEDD-4922-8A06-2365207A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687A5-1971-4AC6-B082-780FDCA3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B8DC7-09FE-45AE-B20A-91C4DE7E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6E56A-7465-410E-9D3A-420479B1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1FD25-3E6F-4AEF-B256-CD5E3276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D6AB5-E766-4E3F-9DF8-FF00E198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9635D-47F8-4EE0-8BE5-E13F02C6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32B94-FA7C-418A-9287-F1C2E239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66046-9460-4131-A139-F7531DB6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FA5CB0-9652-44F6-BFC5-EFD88852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0ACC3-4037-4D55-B9E3-9B62CD1C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074541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CF2A47-02A4-4D0A-87E8-4744D940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D0CA7-1692-4C21-BED4-BFC5CDB1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8B2AB-A40C-4675-89AB-6E28D6F6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A8A28-8384-4841-B2F0-C0A81463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449FE-BC86-4EF3-A730-768B3D63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B1C36-BE26-4B1F-9AFB-5CAA8355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D5047-3313-4F35-9040-E281FF76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500E9-BFC0-45A7-A4FC-460860AC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86868-D6EA-488F-9805-5F2E27D0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B4ED5-05AE-4604-88E5-C14B1C91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38BAE-13CE-4171-892E-3D30EAAF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transforma la arquitectura en una dependencia metodológica para N20.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16234-32BE-4F10-98C7-08CC5ECD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76C25-3B12-463B-85E0-1DEAD94C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9DA60-8127-4783-B7BC-33FAAE1A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CFEFA-FA8C-4A9D-A115-2F374C15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FAEEB-746C-41B2-BEFE-AFB138B3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7482D-C7F2-450B-BC13-A53943BA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67FDD-3ECB-4112-907F-A3B00F00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C6001C-7207-4CD9-9EA4-26E4FD6E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C1703-D178-4C65-AAA0-C94AE0BF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5F84D-2092-482E-AF17-B83CCDE1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F4DE2-0398-4987-AEFA-FDF473F0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60AF24-214B-4D28-8307-DC8639AE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328485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1D4E2-7500-413D-BE11-BD0CAAE8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8CDE9-C08D-41A5-878B-2263CFEC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71B3B-DFA0-4070-8A11-0F170D21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7952B-1CED-4669-AB1C-4ADEE64C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A0DC4-0CE3-4051-BBCE-33160286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DE124-A691-4391-A833-F6330F8B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BA8FD-3708-4250-B9B5-46DE9C1D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6E31D-3707-4D50-999E-D8327DB5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3BE0C-988D-43E8-A209-C36F27C8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6CEFE-0515-470E-A72E-06230D3C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F486A-D189-4A08-B30D-51440353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1A10C-3F4C-4DE7-9983-42CC82F8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BB203-E88A-473E-ACFE-0672605F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481E0-7F61-4DEE-B214-65239F22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10E98-59EB-4936-8BF4-1A15DBE6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arquitectura provisional de realización para HH-19 con responsabilidades, dependencias, pruebas y salidas explícitas.</a:t>
            </a:r>
          </a:p>
        </p:txBody>
      </p:sp>
    </p:spTree>
    <p:extLst>
      <p:ext uri="{BB962C8B-B14F-4D97-AF65-F5344CB8AC3E}">
        <p14:creationId xmlns:p14="http://schemas.microsoft.com/office/powerpoint/2010/main" val="1752973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2026-09-15T15:47:10.6090000Z</dcterms:created>
  <dcterms:modified xsi:type="dcterms:W3CDTF">2026-09-15T15:47:10.6090000Z</dcterms:modified>
</coreProperties>
</file>