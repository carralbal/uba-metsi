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93f85f00742aa" /><Relationship Type="http://schemas.openxmlformats.org/officeDocument/2006/relationships/extended-properties" Target="/docProps/app.xml" Id="R511b77f78c804435" /><Relationship Type="http://schemas.openxmlformats.org/officeDocument/2006/relationships/officeDocument" Target="/ppt/presentation.xml" Id="R8c4a69eb3378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6a1d1c1e34226"/>
  </p:sldMasterIdLst>
  <p:notesMasterIdLst>
    <p:notesMasterId xmlns:r="http://schemas.openxmlformats.org/officeDocument/2006/relationships" r:id="R3b3563ff08744f11"/>
  </p:notesMasterIdLst>
  <p:sldIdLst>
    <p:sldId xmlns:r="http://schemas.openxmlformats.org/officeDocument/2006/relationships" id="256" r:id="R4adadb8c24e14189"/>
    <p:sldId xmlns:r="http://schemas.openxmlformats.org/officeDocument/2006/relationships" id="257" r:id="R97fcfbd02418461b"/>
    <p:sldId xmlns:r="http://schemas.openxmlformats.org/officeDocument/2006/relationships" id="258" r:id="R8a825ca75a544456"/>
    <p:sldId xmlns:r="http://schemas.openxmlformats.org/officeDocument/2006/relationships" id="259" r:id="R6864228ad8b84b3e"/>
    <p:sldId xmlns:r="http://schemas.openxmlformats.org/officeDocument/2006/relationships" id="260" r:id="R2cb25abfef6d4ef8"/>
    <p:sldId xmlns:r="http://schemas.openxmlformats.org/officeDocument/2006/relationships" id="261" r:id="R2eb8ef8b17d64d70"/>
    <p:sldId xmlns:r="http://schemas.openxmlformats.org/officeDocument/2006/relationships" id="262" r:id="R6c4b01f1b38347bb"/>
    <p:sldId xmlns:r="http://schemas.openxmlformats.org/officeDocument/2006/relationships" id="263" r:id="Rba187c27199548d2"/>
    <p:sldId xmlns:r="http://schemas.openxmlformats.org/officeDocument/2006/relationships" id="264" r:id="R36a65257a91e4611"/>
    <p:sldId xmlns:r="http://schemas.openxmlformats.org/officeDocument/2006/relationships" id="265" r:id="Rf3bab4f74feb40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046e1d8cc541b6" /><Relationship Type="http://schemas.openxmlformats.org/officeDocument/2006/relationships/slideMaster" Target="/ppt/slideMasters/slideMaster1.xml" Id="R7e56a1d1c1e34226" /><Relationship Type="http://schemas.openxmlformats.org/officeDocument/2006/relationships/notesMaster" Target="/ppt/notesMasters/notesMaster1.xml" Id="R3b3563ff08744f11" /><Relationship Type="http://schemas.openxmlformats.org/officeDocument/2006/relationships/presProps" Target="/ppt/presProps.xml" Id="R3cd0a9508d014e85" /><Relationship Type="http://schemas.openxmlformats.org/officeDocument/2006/relationships/tableStyles" Target="/ppt/tableStyles.xml" Id="Rf19a715e0dfb42ae" /><Relationship Type="http://schemas.openxmlformats.org/officeDocument/2006/relationships/slide" Target="/ppt/slides/slide1.xml" Id="R4adadb8c24e14189" /><Relationship Type="http://schemas.openxmlformats.org/officeDocument/2006/relationships/slide" Target="/ppt/slides/slide2.xml" Id="R97fcfbd02418461b" /><Relationship Type="http://schemas.openxmlformats.org/officeDocument/2006/relationships/slide" Target="/ppt/slides/slide3.xml" Id="R8a825ca75a544456" /><Relationship Type="http://schemas.openxmlformats.org/officeDocument/2006/relationships/slide" Target="/ppt/slides/slide4.xml" Id="R6864228ad8b84b3e" /><Relationship Type="http://schemas.openxmlformats.org/officeDocument/2006/relationships/slide" Target="/ppt/slides/slide5.xml" Id="R2cb25abfef6d4ef8" /><Relationship Type="http://schemas.openxmlformats.org/officeDocument/2006/relationships/slide" Target="/ppt/slides/slide6.xml" Id="R2eb8ef8b17d64d70" /><Relationship Type="http://schemas.openxmlformats.org/officeDocument/2006/relationships/slide" Target="/ppt/slides/slide7.xml" Id="R6c4b01f1b38347bb" /><Relationship Type="http://schemas.openxmlformats.org/officeDocument/2006/relationships/slide" Target="/ppt/slides/slide8.xml" Id="Rba187c27199548d2" /><Relationship Type="http://schemas.openxmlformats.org/officeDocument/2006/relationships/slide" Target="/ppt/slides/slide9.xml" Id="R36a65257a91e4611" /><Relationship Type="http://schemas.openxmlformats.org/officeDocument/2006/relationships/slide" Target="/ppt/slides/slide10.xml" Id="Rf3bab4f74feb40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ef44b5b364a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77ffe0c7d94636" /><Relationship Type="http://schemas.openxmlformats.org/officeDocument/2006/relationships/notesMaster" Target="/ppt/notesMasters/notesMaster1.xml" Id="R61f352c37adf4f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4582e79b234217" /><Relationship Type="http://schemas.openxmlformats.org/officeDocument/2006/relationships/notesMaster" Target="/ppt/notesMasters/notesMaster1.xml" Id="R3eef335e8b4e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498fa49b1548e3" /><Relationship Type="http://schemas.openxmlformats.org/officeDocument/2006/relationships/notesMaster" Target="/ppt/notesMasters/notesMaster1.xml" Id="Rb92fb449828d49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e168ca69f74907" /><Relationship Type="http://schemas.openxmlformats.org/officeDocument/2006/relationships/notesMaster" Target="/ppt/notesMasters/notesMaster1.xml" Id="R7f81cfd95983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27a22d38be428e" /><Relationship Type="http://schemas.openxmlformats.org/officeDocument/2006/relationships/notesMaster" Target="/ppt/notesMasters/notesMaster1.xml" Id="R6f658bd823734d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a33db0293c404d" /><Relationship Type="http://schemas.openxmlformats.org/officeDocument/2006/relationships/notesMaster" Target="/ppt/notesMasters/notesMaster1.xml" Id="R10b981a67a284b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712c30e304ebe" /><Relationship Type="http://schemas.openxmlformats.org/officeDocument/2006/relationships/notesMaster" Target="/ppt/notesMasters/notesMaster1.xml" Id="R18b7c5484eef4f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2589487ad04328" /><Relationship Type="http://schemas.openxmlformats.org/officeDocument/2006/relationships/notesMaster" Target="/ppt/notesMasters/notesMaster1.xml" Id="R11c2438f39844a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e772149e7a4b5e" /><Relationship Type="http://schemas.openxmlformats.org/officeDocument/2006/relationships/notesMaster" Target="/ppt/notesMasters/notesMaster1.xml" Id="R941b2a7017904c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7042d8684e4a1d" /><Relationship Type="http://schemas.openxmlformats.org/officeDocument/2006/relationships/notesMaster" Target="/ppt/notesMasters/notesMaster1.xml" Id="Re5b2f23a844442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elección inmediata después de la demo.</a:t>
            </a:r>
          </a:p>
          <a:p xmlns:a="http://schemas.openxmlformats.org/drawingml/2006/main">
            <a:r>
              <a:t>Señal para avanzar: Quedan supuestos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Capacidad descompuesta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operación, integración y reparación.</a:t>
            </a:r>
          </a:p>
          <a:p xmlns:a="http://schemas.openxmlformats.org/drawingml/2006/main">
            <a:r>
              <a:t>Señal para avanzar: La solución deja de ser indivisible.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Seis opciones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manual y no automatizar.</a:t>
            </a:r>
          </a:p>
          <a:p xmlns:a="http://schemas.openxmlformats.org/drawingml/2006/main">
            <a:r>
              <a:t>Señal para avanzar: Se amplía el espacio de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Costo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Agregar operación, cambio, salida y daño.</a:t>
            </a:r>
          </a:p>
          <a:p xmlns:a="http://schemas.openxmlformats.org/drawingml/2006/main">
            <a:r>
              <a:t>Señal para avanzar: El precio pierde centralidad.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Demo adversa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Probar excepciones y caída.</a:t>
            </a:r>
          </a:p>
          <a:p xmlns:a="http://schemas.openxmlformats.org/drawingml/2006/main">
            <a:r>
              <a:t>Señal para avanzar: Aparecen límites y trabajo oculto.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Dependencia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decisión controla cada parte.</a:t>
            </a:r>
          </a:p>
          <a:p xmlns:a="http://schemas.openxmlformats.org/drawingml/2006/main">
            <a:r>
              <a:t>Señal para avanzar: El poder contractual se hace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Portabilidad probada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reglas, historial y significado.</a:t>
            </a:r>
          </a:p>
          <a:p xmlns:a="http://schemas.openxmlformats.org/drawingml/2006/main">
            <a:r>
              <a:t>Señal para avanzar: La salida puede demostrarse.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cubre realmente la demo?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Obligación no delegable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ejecución y rendición de cuentas.</a:t>
            </a:r>
          </a:p>
          <a:p xmlns:a="http://schemas.openxmlformats.org/drawingml/2006/main">
            <a:r>
              <a:t>Señal para avanzar: La responsabilidad permanece asignada.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excepción queda fuera?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Arquitectura combinada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criterio de permanencia y reapertura.</a:t>
            </a:r>
          </a:p>
          <a:p xmlns:a="http://schemas.openxmlformats.org/drawingml/2006/main">
            <a:r>
              <a:t>Señal para avanzar: Cada opción tiene ciclo de 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opera y repara?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Identificar dependencias de aprendizaje y gobierno.</a:t>
            </a:r>
          </a:p>
          <a:p xmlns:a="http://schemas.openxmlformats.org/drawingml/2006/main">
            <a:r>
              <a:t>Señal para avanzar: Surge una secuencia metodológica.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aparece después de comprar?</a:t>
            </a:r>
          </a:p>
          <a:p xmlns:a="http://schemas.openxmlformats.org/drawingml/2006/main">
            <a:r>
              <a:t>• ¿Qué significado exporta el proveedor?</a:t>
            </a:r>
          </a:p>
          <a:p xmlns:a="http://schemas.openxmlformats.org/drawingml/2006/main">
            <a:r>
              <a:t>• ¿Qué obligación no puede delegarse?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arquitectura provisional de realización para HH-19 con responsabilidades, dependencias, pruebas y salidas explícitas.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2edb0c668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8ea343c72f4556" /><Relationship Type="http://schemas.openxmlformats.org/officeDocument/2006/relationships/slideLayout" Target="/ppt/slideLayouts/slideLayout1.xml" Id="Rf17f658e5be3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f658e5be3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43bb15fa44bfe" /><Relationship Type="http://schemas.openxmlformats.org/officeDocument/2006/relationships/notesSlide" Target="/ppt/notesSlides/notesSlide1.xml" Id="R7e893fe73e2f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d8c43e6b5431b" /><Relationship Type="http://schemas.openxmlformats.org/officeDocument/2006/relationships/notesSlide" Target="/ppt/notesSlides/notesSlide2.xml" Id="R3cc112002ea045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ad2a284ee4d4a" /><Relationship Type="http://schemas.openxmlformats.org/officeDocument/2006/relationships/notesSlide" Target="/ppt/notesSlides/notesSlide3.xml" Id="Rd87467c3365440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2e6a1a1774fbc" /><Relationship Type="http://schemas.openxmlformats.org/officeDocument/2006/relationships/notesSlide" Target="/ppt/notesSlides/notesSlide4.xml" Id="R4385a5b1e25d4e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3de4c757348e4" /><Relationship Type="http://schemas.openxmlformats.org/officeDocument/2006/relationships/notesSlide" Target="/ppt/notesSlides/notesSlide5.xml" Id="R0877a0a651ea45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90285b38e44e1" /><Relationship Type="http://schemas.openxmlformats.org/officeDocument/2006/relationships/notesSlide" Target="/ppt/notesSlides/notesSlide6.xml" Id="R3b15d1954b0c41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4f6651a754acf" /><Relationship Type="http://schemas.openxmlformats.org/officeDocument/2006/relationships/notesSlide" Target="/ppt/notesSlides/notesSlide7.xml" Id="R3482525cd8e1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eb8a1add74989" /><Relationship Type="http://schemas.openxmlformats.org/officeDocument/2006/relationships/notesSlide" Target="/ppt/notesSlides/notesSlide8.xml" Id="Rc7d198ea308847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b99258edf4603" /><Relationship Type="http://schemas.openxmlformats.org/officeDocument/2006/relationships/notesSlide" Target="/ppt/notesSlides/notesSlide9.xml" Id="R0f87c628bac4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42d9a7f674a9e" /><Relationship Type="http://schemas.openxmlformats.org/officeDocument/2006/relationships/notesSlide" Target="/ppt/notesSlides/notesSlide10.xml" Id="R29ac696a363c43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0B7F3-F357-41A4-8454-A79B359D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B1FCC-0917-4272-AD8E-1BCAEFE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A4E5C-3441-4196-9CA2-CF20992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A7D11-0B30-4422-9488-36B2F50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2E410-7D8E-40CE-B833-275AE86F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72884-DD88-4FB8-8778-EA775E52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C65F1-B1B0-4B49-96AD-7435324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F2D0E-9306-49A7-9B6C-F4C065A2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0215B-C828-46B1-A973-9F35582A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elegir una forma de realizar capacidad sin reducir la decisión a construir o comprar y sin trasladar riesgos invisibles a proveedores, operación o personas?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AD9FE-C684-4204-B3A9-3587158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68095-6FBC-45C1-881A-9C32E44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59707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C4B60-1664-43E3-A5C1-59C81ABE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16EF7-6B5C-4411-AFCC-53EE8030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982E7-0CCC-4540-9ADA-38C1E31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4D7C-9A78-4AA3-9B67-1204732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BBCBA-A9F5-4A53-9836-626DBE5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68836-C09A-4F74-8411-068EF50F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13073-1EA5-4787-AC89-46B0ABF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63889-F475-4EB4-A2BC-031DA16A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Capacidad descompuesta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E1248-E77D-44C3-A44D-3792E1C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82753-0BC3-4B35-BA2B-8A941F30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FBFFB-19EF-4BC5-937C-F06239D2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9904C-3017-40BD-9D4B-6E0393F6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A8540-77BA-46D2-9649-49CEDF01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E3116-04B8-44ED-9D38-98D927F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C18CF-732B-448A-8BEC-AF1E20D3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FD1CE-6371-43B8-BADB-59C39DD1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63E7C-43B5-4C89-8FC8-6705B2CB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28F89-84C1-41FD-AB22-9186196B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297767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CDF64-4A1B-4930-BE89-0762A85C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D258B-4F28-4F3D-A89A-E475DDE7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7394D-93E8-4D1D-88D2-9445029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F3531-4130-46A1-8536-D1ACC9D4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B6D0B-8AA2-453D-9F39-DD9C2B3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F0F0-808F-4DEF-9E22-8424658F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6C657-41B7-4B16-8DC4-46C451D7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97FA3-56E4-46D1-A787-6FCC89A1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Seis opciones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2EC8F-B636-41E3-89EF-66BA1A52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8A4AF-E82B-4135-A456-4A5031F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78AE7-CC12-4ECB-B307-D675B7B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69E05-C171-4919-903E-456B967E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A9768-6467-4942-AA14-2AAD59D1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9269D-21A5-4933-BBDC-FC6B385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ACE30-D787-4D82-8B68-288D7C85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5B998-8AD1-440B-B64A-42B29468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24818-4E1C-4C16-BF86-C92279D2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9AC7E-C437-46CD-A562-962FFEA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C9111-02CC-4A57-8BF3-9F1E4E2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04666-3F26-4B48-A1F8-544D8E36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371728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CC918-0560-4DE0-9750-A8364A15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F1784-7067-40F5-BC67-2816A74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8432E-25D7-4698-9E63-2BC4798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9837B-145B-48C4-94EF-A8668B89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7A63A-7496-47BE-A720-917BF99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79673-5458-45D6-A0D6-5F04D892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1EE0F-F3F6-437B-8154-31FEFF8D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72CB4-D2BD-42A4-9605-91B8504F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Costo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8ABE6-12B8-4CFE-BC07-96A24FDA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11FE1-0B5C-4721-BBAA-9F76A38E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5BD67-1E57-45B7-974D-FE1805E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40BEB-8E39-40E9-816C-2534B2F9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DB761-AFD7-40C4-966B-8666EDF2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7F2D2-7340-4000-B449-EFD7223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225825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5C4C0-3C9D-4991-B975-34969A53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556D4-40EE-4FB9-AD6E-BD7A10D0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3E441-53B3-4898-889C-CCC36EA9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6CAAB-1647-47F5-8209-1D70A2B0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1D9F2-626C-4C69-A497-929B253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FCF8-C4F2-4D0D-AE73-6C59AD6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D5E9A-0214-4E51-A895-4C8747D8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3F355-A556-434C-9108-A625956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Demo adversa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C31FB-70A2-489F-A98A-5211AF4B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ECE6A-451A-4895-A2A2-DA2CF542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30411-33C1-4595-B2B7-03C3A112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B5909-B3E3-45C7-857D-A653EEED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11DD9-CEFF-43F3-9047-A70F125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0D27E-4028-4FDB-9642-3A949DB2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6D890-AC9D-40DA-9EF7-8E5342B2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0A92B-AEF9-47AE-A20E-11B075B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96ECD-BD44-466C-A33E-35B43A98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ABC11-02D2-432A-BC4A-0089E1B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53693-00D2-4A3E-A262-5FF10331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59774-67FE-4D40-AA20-7F32E947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6789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1C70E-5F7E-4375-AA7E-5D8B7E69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77A26-FDC6-4130-98B6-9ADBFEBA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F1CE1-CD4E-4E79-B156-CFADCCC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A4D54-B237-4D00-89AF-AB1C0F7E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F6E34-E949-45CA-AC83-68913B8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F5C67-5022-4140-8DEA-A3AEA3E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3DB65-26A1-49D9-904A-2B218407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1F1CE-107B-41CD-849B-E500BEB3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Dependencia del proveedor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949FB-AA9E-4936-B6D0-93279C3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FD8F3-A428-42C2-AECB-2574AB92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B13B3-66D8-4F65-9BBB-0404019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42A00-9FB4-4F34-91D3-6B831E40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F1AE0-AC1D-4957-9526-9CAE4A76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B01FC-6159-4480-8CA0-823D42D4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345944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89C58-128E-4F35-83CA-913EB63F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7BFD3-C4F3-4BB3-B078-3F0854E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3A4DD-FB33-4BB6-8AE8-EF3B634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0BFBC-D993-4205-AC66-2F1F782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E207F-C9D4-41A9-BCEB-8A82838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36A72-A63C-4CEB-84EB-A1AD5BDF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53A1-B869-4684-94F9-9FD78636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5195B-FAA7-4B91-9F2A-E93DE77F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Portabilidad probada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71091-3EF9-427F-A3B3-731F70E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F9666-E92B-4318-82F5-EB1A6E70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36FC7-4963-4ED5-9705-4E18D3C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000230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4F638-4A51-4DFF-B21A-027EAEE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90846-1AEB-48E9-A8B7-759A96C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FD54-1FA9-4334-8BFB-8E77D20D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5BAEE-725E-4082-8101-D8BDED71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FA1A0-1307-4E7C-890A-451725B5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E9471-E68F-407A-8047-5D65F5E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FFEE2-08F0-4C4A-A87A-1D0959CD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50651-E3BF-4564-A60A-0B51531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Obligación no delegable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64FBC-B413-48EA-97CC-7A2AD7B9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DDADA-890E-4979-800F-31315154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9CBAE-08E4-4A77-B5F3-FCED0519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B557A-35F0-4A50-A40F-0AE89194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9E081-8FAE-44D5-B2F4-79A4EF49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26641-FC2A-40A1-A9F2-FCE3F1A3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59685-BAC6-49AA-A7CF-0D4CB31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5D20E-1A87-4796-B122-5B9935D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DCA3A-EC70-410E-9014-FC7D4BB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2A65F-42C7-4BC1-90D8-05E0016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B9220-5DA0-422A-8C36-B9378A88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8999F-7BAE-4119-B2CD-B93A922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9334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4F3CB-F19D-479A-ABE5-C11BA81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2904-3D8E-40FF-A824-9A4BBC0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18041-CCA5-46DE-905F-2243267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BB487-A3F4-4DEF-A9BE-42597450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4411C-3640-4581-9F0B-8CCA2E8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72302-D2DB-4CC5-AE1D-6926608F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A6DF-78D9-41E8-97B6-7306B07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E15E9-1CD9-496F-94E5-EECF6A6E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Arquitectura combinada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6AB7B-19ED-4D09-874B-61A7EC9F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AA82A-69E8-4A7C-BC5C-337C12B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86C6F-056E-4895-B9EE-C5D5DF72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44BF0-6606-4793-9378-F7B472A6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6783B-3973-403B-BF40-06B76232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3A434-070B-485B-AAEB-AC1B542B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67000-5F8D-4018-8598-1EC0867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A2BD1-9389-4972-9204-96152190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0F9B2-1405-462B-8FBB-1B53AB01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19CCF-56FE-46CF-AED4-CEFC762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1B983-850E-4192-8CE1-CEB2261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5CA15-4488-4321-9C20-ACC32801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4704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18091-892D-4BFD-9B57-041C7DEC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2E6A3-6738-4CB6-A0A7-88B1372C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BF880-DB9D-4CE1-A4E7-E37FA308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2140A-D485-4958-9F2F-D16663F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FEAE7-15DC-4114-9739-7E73E65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36A8B-39C5-47B1-AE69-8994160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AACB9-F9CA-4FF2-860E-DEB8AFC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D52F7-1B07-4426-BB93-1B996A43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ABBD0-8931-441A-964B-01E5F21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6ACF-2C4B-4B44-9C55-E056179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720B1-91C8-4938-8CB7-D8B4CAE4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EEB82-B687-492F-8E11-E9C946FF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A18A4-D9ED-4146-8114-074BBE6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A57EE-E813-49E2-9AAB-DF151902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0C5E2-65DA-4EF4-9D21-2C5EC3B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arquitectura provisional de realización para HH-19 con responsabilidades, dependencias, pruebas y salidas explícitas.</a:t>
            </a:r>
          </a:p>
        </p:txBody>
      </p:sp>
    </p:spTree>
    <p:extLst>
      <p:ext uri="{BB962C8B-B14F-4D97-AF65-F5344CB8AC3E}">
        <p14:creationId xmlns:p14="http://schemas.microsoft.com/office/powerpoint/2010/main" val="707542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2026-09-12T16:23:08.3050000Z</dcterms:created>
  <dcterms:modified xsi:type="dcterms:W3CDTF">2026-09-12T16:23:08.3050000Z</dcterms:modified>
</coreProperties>
</file>