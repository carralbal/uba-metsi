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4915f3d7fc4829" /><Relationship Type="http://schemas.openxmlformats.org/officeDocument/2006/relationships/extended-properties" Target="/docProps/app.xml" Id="Ra68cf4a011d64879" /><Relationship Type="http://schemas.openxmlformats.org/officeDocument/2006/relationships/officeDocument" Target="/ppt/presentation.xml" Id="R6c18ac0cd7ef40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7278645a1471d"/>
  </p:sldMasterIdLst>
  <p:notesMasterIdLst>
    <p:notesMasterId xmlns:r="http://schemas.openxmlformats.org/officeDocument/2006/relationships" r:id="R2919bab845c6400b"/>
  </p:notesMasterIdLst>
  <p:sldIdLst>
    <p:sldId xmlns:r="http://schemas.openxmlformats.org/officeDocument/2006/relationships" id="256" r:id="R38abd4190e024515"/>
    <p:sldId xmlns:r="http://schemas.openxmlformats.org/officeDocument/2006/relationships" id="257" r:id="R4dd2ce4533204ade"/>
    <p:sldId xmlns:r="http://schemas.openxmlformats.org/officeDocument/2006/relationships" id="258" r:id="Rb4f8450b7826465b"/>
    <p:sldId xmlns:r="http://schemas.openxmlformats.org/officeDocument/2006/relationships" id="259" r:id="R559796a055dc4cc2"/>
    <p:sldId xmlns:r="http://schemas.openxmlformats.org/officeDocument/2006/relationships" id="260" r:id="R925c995f2acf47fd"/>
    <p:sldId xmlns:r="http://schemas.openxmlformats.org/officeDocument/2006/relationships" id="261" r:id="Rba12f9d22c224914"/>
    <p:sldId xmlns:r="http://schemas.openxmlformats.org/officeDocument/2006/relationships" id="262" r:id="Re2157aa992334acf"/>
    <p:sldId xmlns:r="http://schemas.openxmlformats.org/officeDocument/2006/relationships" id="263" r:id="R2ceac8397eb34d67"/>
    <p:sldId xmlns:r="http://schemas.openxmlformats.org/officeDocument/2006/relationships" id="264" r:id="Rbafbc684a2634390"/>
    <p:sldId xmlns:r="http://schemas.openxmlformats.org/officeDocument/2006/relationships" id="265" r:id="R1b907bbba80e46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d29da30b874816" /><Relationship Type="http://schemas.openxmlformats.org/officeDocument/2006/relationships/slideMaster" Target="/ppt/slideMasters/slideMaster1.xml" Id="R5ab7278645a1471d" /><Relationship Type="http://schemas.openxmlformats.org/officeDocument/2006/relationships/notesMaster" Target="/ppt/notesMasters/notesMaster1.xml" Id="R2919bab845c6400b" /><Relationship Type="http://schemas.openxmlformats.org/officeDocument/2006/relationships/presProps" Target="/ppt/presProps.xml" Id="R662bd1b950cd47be" /><Relationship Type="http://schemas.openxmlformats.org/officeDocument/2006/relationships/tableStyles" Target="/ppt/tableStyles.xml" Id="R3602a2467eab4a3b" /><Relationship Type="http://schemas.openxmlformats.org/officeDocument/2006/relationships/slide" Target="/ppt/slides/slide1.xml" Id="R38abd4190e024515" /><Relationship Type="http://schemas.openxmlformats.org/officeDocument/2006/relationships/slide" Target="/ppt/slides/slide2.xml" Id="R4dd2ce4533204ade" /><Relationship Type="http://schemas.openxmlformats.org/officeDocument/2006/relationships/slide" Target="/ppt/slides/slide3.xml" Id="Rb4f8450b7826465b" /><Relationship Type="http://schemas.openxmlformats.org/officeDocument/2006/relationships/slide" Target="/ppt/slides/slide4.xml" Id="R559796a055dc4cc2" /><Relationship Type="http://schemas.openxmlformats.org/officeDocument/2006/relationships/slide" Target="/ppt/slides/slide5.xml" Id="R925c995f2acf47fd" /><Relationship Type="http://schemas.openxmlformats.org/officeDocument/2006/relationships/slide" Target="/ppt/slides/slide6.xml" Id="Rba12f9d22c224914" /><Relationship Type="http://schemas.openxmlformats.org/officeDocument/2006/relationships/slide" Target="/ppt/slides/slide7.xml" Id="Re2157aa992334acf" /><Relationship Type="http://schemas.openxmlformats.org/officeDocument/2006/relationships/slide" Target="/ppt/slides/slide8.xml" Id="R2ceac8397eb34d67" /><Relationship Type="http://schemas.openxmlformats.org/officeDocument/2006/relationships/slide" Target="/ppt/slides/slide9.xml" Id="Rbafbc684a2634390" /><Relationship Type="http://schemas.openxmlformats.org/officeDocument/2006/relationships/slide" Target="/ppt/slides/slide10.xml" Id="R1b907bbba80e46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2f09429d2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e78f8a6254007" /><Relationship Type="http://schemas.openxmlformats.org/officeDocument/2006/relationships/notesMaster" Target="/ppt/notesMasters/notesMaster1.xml" Id="Rfd7d6d39869c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07dc8c0cd476b" /><Relationship Type="http://schemas.openxmlformats.org/officeDocument/2006/relationships/notesMaster" Target="/ppt/notesMasters/notesMaster1.xml" Id="R2a5e45ee812949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bc6079a42f4d63" /><Relationship Type="http://schemas.openxmlformats.org/officeDocument/2006/relationships/notesMaster" Target="/ppt/notesMasters/notesMaster1.xml" Id="R94fa6979898845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185d0095b4c2e" /><Relationship Type="http://schemas.openxmlformats.org/officeDocument/2006/relationships/notesMaster" Target="/ppt/notesMasters/notesMaster1.xml" Id="R197ad176ea4c48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dbe2eb603464c" /><Relationship Type="http://schemas.openxmlformats.org/officeDocument/2006/relationships/notesMaster" Target="/ppt/notesMasters/notesMaster1.xml" Id="R4794461da7e5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7d2a16be74fce" /><Relationship Type="http://schemas.openxmlformats.org/officeDocument/2006/relationships/notesMaster" Target="/ppt/notesMasters/notesMaster1.xml" Id="Ra7506e267d3c48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f5a9b6d19b44e4" /><Relationship Type="http://schemas.openxmlformats.org/officeDocument/2006/relationships/notesMaster" Target="/ppt/notesMasters/notesMaster1.xml" Id="R1f50ad5ab91641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b990ec2334bb8" /><Relationship Type="http://schemas.openxmlformats.org/officeDocument/2006/relationships/notesMaster" Target="/ppt/notesMasters/notesMaster1.xml" Id="Rc8bc659605c5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c9845f40f94d54" /><Relationship Type="http://schemas.openxmlformats.org/officeDocument/2006/relationships/notesMaster" Target="/ppt/notesMasters/notesMaster1.xml" Id="R7cc9e09387c64b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b4a0b3da3432a" /><Relationship Type="http://schemas.openxmlformats.org/officeDocument/2006/relationships/notesMaster" Target="/ppt/notesMasters/notesMaster1.xml" Id="R2179e289db52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decisión rápida con la mesa disponible.</a:t>
            </a:r>
          </a:p>
          <a:p xmlns:a="http://schemas.openxmlformats.org/drawingml/2006/main">
            <a:r>
              <a:t>Señal para avanzar: Quedan voces y evidencias fuera.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ADC sin nombres de áreas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relaciones con la decisión antes que cargos.</a:t>
            </a:r>
          </a:p>
          <a:p xmlns:a="http://schemas.openxmlformats.org/drawingml/2006/main">
            <a:r>
              <a:t>Señal para avanzar: Cada actor tiene afectación o capacidad identificable.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canales de poder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mecanismos concretos, no adjetivos como poderoso o débil.</a:t>
            </a:r>
          </a:p>
          <a:p xmlns:a="http://schemas.openxmlformats.org/drawingml/2006/main">
            <a:r>
              <a:t>Señal para avanzar: Las fichas expresan qué puede hacer cada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del consejo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corregir la desigualdad todavía. Hacerla observable.</a:t>
            </a:r>
          </a:p>
          <a:p xmlns:a="http://schemas.openxmlformats.org/drawingml/2006/main">
            <a:r>
              <a:t>Señal para avanzar: El registro muestra silencios y credibilidad diferencial.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Silla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evidencia y consecuencia del actor ausente.</a:t>
            </a:r>
          </a:p>
          <a:p xmlns:a="http://schemas.openxmlformats.org/drawingml/2006/main">
            <a:r>
              <a:t>Señal para avanzar: La participación elegida puede cambiar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Automatización y carga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tarea desaparece del tablero y reaparece en otro lugar.</a:t>
            </a:r>
          </a:p>
          <a:p xmlns:a="http://schemas.openxmlformats.org/drawingml/2006/main">
            <a:r>
              <a:t>Señal para avanzar: Beneficio y carga quedan distribuidos.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Escala de participación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informar, consultar, codiseñar, decidir y detener.</a:t>
            </a:r>
          </a:p>
          <a:p xmlns:a="http://schemas.openxmlformats.org/drawingml/2006/main">
            <a:r>
              <a:t>Señal para avanzar: Cada modalidad responde a una consecuencia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Supervisión efectiva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tiempo, información, autoridad y alternativa.</a:t>
            </a:r>
          </a:p>
          <a:p xmlns:a="http://schemas.openxmlformats.org/drawingml/2006/main">
            <a:r>
              <a:t>Señal para avanzar: La intervención humana deja de ser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Acuerdo operativo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canal, respuesta, plazo y reparación.</a:t>
            </a:r>
          </a:p>
          <a:p xmlns:a="http://schemas.openxmlformats.org/drawingml/2006/main">
            <a:r>
              <a:t>Señal para avanzar: La objeción tiene efecto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desconocimiento podría cambiar la decisión.</a:t>
            </a:r>
          </a:p>
          <a:p xmlns:a="http://schemas.openxmlformats.org/drawingml/2006/main">
            <a:r>
              <a:t>Señal para avanzar: Surge una incertidumbre investigable.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99acab23241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beab96b6d14b0d" /><Relationship Type="http://schemas.openxmlformats.org/officeDocument/2006/relationships/slideLayout" Target="/ppt/slideLayouts/slideLayout1.xml" Id="R1a840841d04344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40841d04344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865a26cc14fe6" /><Relationship Type="http://schemas.openxmlformats.org/officeDocument/2006/relationships/notesSlide" Target="/ppt/notesSlides/notesSlide1.xml" Id="R23b61bb5737645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7f29b8874169" /><Relationship Type="http://schemas.openxmlformats.org/officeDocument/2006/relationships/notesSlide" Target="/ppt/notesSlides/notesSlide2.xml" Id="Re12d63a22cdc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0d7c2ce74d6e" /><Relationship Type="http://schemas.openxmlformats.org/officeDocument/2006/relationships/notesSlide" Target="/ppt/notesSlides/notesSlide3.xml" Id="R066cfe94e29c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bb40951884eca" /><Relationship Type="http://schemas.openxmlformats.org/officeDocument/2006/relationships/notesSlide" Target="/ppt/notesSlides/notesSlide4.xml" Id="R415d3928a428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fa185debb4997" /><Relationship Type="http://schemas.openxmlformats.org/officeDocument/2006/relationships/notesSlide" Target="/ppt/notesSlides/notesSlide5.xml" Id="R84a623b72c9d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8f3b970444e7f" /><Relationship Type="http://schemas.openxmlformats.org/officeDocument/2006/relationships/notesSlide" Target="/ppt/notesSlides/notesSlide6.xml" Id="R18b867cf79144f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636a9595f41c9" /><Relationship Type="http://schemas.openxmlformats.org/officeDocument/2006/relationships/notesSlide" Target="/ppt/notesSlides/notesSlide7.xml" Id="R404ad980572a40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a76947f07450c" /><Relationship Type="http://schemas.openxmlformats.org/officeDocument/2006/relationships/notesSlide" Target="/ppt/notesSlides/notesSlide8.xml" Id="R9af6ca2f67014d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f595930f54c6e" /><Relationship Type="http://schemas.openxmlformats.org/officeDocument/2006/relationships/notesSlide" Target="/ppt/notesSlides/notesSlide9.xml" Id="R51d40ebfee88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18000ab04841" /><Relationship Type="http://schemas.openxmlformats.org/officeDocument/2006/relationships/notesSlide" Target="/ppt/notesSlides/notesSlide10.xml" Id="R0e5a475fb77a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E797A-FB16-4EDC-BCF7-392F0FE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0059-9D49-44FA-884F-2929FA2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A0196-6816-4FAC-A362-D75217A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8A452-7979-41D8-AB03-6372192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A1D8-013E-4B94-8146-5F296C01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CAB4A-652D-403D-B726-E50BD82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7629A-F394-4703-8158-F37C360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17BF2-9383-48D1-8421-FE802D5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9DAD5-4741-472E-BA49-222D453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¿Quién puede definir el problema, quién conoce el trabajo real, quién puede cambiar el sistema y quién soporta sus consecuencias sin participar de la decisión?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4D699-A7BF-4AA8-8179-43A0BB4D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034D4-FAB0-4A4A-A2EB-A9A09ACE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94961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304D2-390F-4DCD-9A19-D347FA36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B26CB-9174-4EE2-A76A-547956B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3DDD-B3D5-4EEE-94C7-3CCB3781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B3993-1A63-42A7-923C-1FA36ED0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00F63-8FC2-4538-A7CF-47DAF134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F8B0A-CB30-419B-9B3B-F43BC9C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6A6F-EAB0-447B-9DB1-3913890F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0B3FB-88DD-496B-BCBB-DC54175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ADC sin nombres de áreas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3811D-62AC-4A38-931B-B1F9ED15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BDC8F-CC5D-4DF3-AF07-2B2190E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3DD0-D7DE-490D-8CF4-B3E08DC0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4F148-B24B-4BC1-85B4-06A6CDC5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0C1B9-7830-4570-BB23-A0FD40E8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B88D8-96F7-40C8-B655-1D5BB94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79093-204F-4BA0-B74B-922241E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9E656-2869-4AE9-9651-9F7A2706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BB653-7B8B-482A-B1E0-ACBB401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9BF02-5209-4B4F-BB67-0D1E2AF7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832361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1301C-2317-4EF8-99DD-8F63308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1C1BC-AFEC-40D9-B248-5B12E79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75AFD-CBA0-46D2-9DB7-DEDF93C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10A11-7ABC-4BA4-BEE3-8AC3979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D3E2E-AEAF-41BE-ACCA-7884159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DE5CD-E238-4149-98D9-103AEDB4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3AA5B-2CEA-4629-B5A3-C09FDE6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926FA-A2A9-4DE9-9B0F-5C94C04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canales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E7784-1C44-4692-8D81-D1EECE9B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2AC46-BB33-4EC5-9E51-594BD6BD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45412-AE15-440F-9950-15D7066E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554EF-4B23-4776-BD26-45BED38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E603F-C229-440D-8B02-85BA0B58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66665-E723-4508-9E6E-CAD86A5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7B12C-B982-4ABD-A93D-3AB81595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D2775-E7F5-42FF-B4E8-50B4399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22133-67A6-48BE-A8F5-B41521B8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A3B51-1004-4EE1-AE3D-AA19A91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6F670-4EA3-4AEB-925E-D534937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D78C3-CD90-47ED-92A3-64BD92E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859919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7CD8B-3A7F-4EFB-B21B-D70C3209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559D1-65DF-43CF-8767-92E3460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623B0-F510-4927-9611-6E6C568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1121A-9F76-4163-9FC9-F57260D3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F31AC-10A5-4FD0-AD67-A7C8ADE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330B6-ED3D-4579-BC54-D9948E2C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0A983-F846-4545-AF34-94351C9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343F5-40BF-492F-8DB8-F3AF001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Reglas del consejo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A3A90-24C2-406D-91E1-AA38673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D7258-AB6C-4CDC-A0AC-269574C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F0C8C-BB54-42D3-933A-10F59E4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8BE90-683A-4100-9C04-C8AAC4D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DFD6B-727B-420A-80E0-A3E3429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5D345-8365-4ABF-8691-0D1EF376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551418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69BBE-8091-4CA1-8308-87BEAC5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12B8-5B49-4293-8805-27A9EC5F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55F6E-4143-41EF-A524-A8CF8010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87C26-4A31-46F3-AEFE-5CF65CA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4A4B2-350D-450A-BD85-F5C48A6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49C8B-2633-4672-B8B4-BEE33E36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B0453-C3D3-4B6D-ABBE-F19B6331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9C91A-FD86-4C21-967A-CADF745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Silla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379BD-995C-4714-9879-1B0B12E1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0CEC-5A91-4689-976D-5BD0CF2D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DDE63-B710-480E-A4C6-5965A36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F950-A3EF-42BD-A847-F7517B5C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8DB32-1A22-4BF6-A52A-17BE3AF8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9E6B8-0887-4A68-8BE4-D09D63C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9734D-1657-42E5-A057-61A00E75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A782D-52BB-445E-ACCA-EAA711D8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AB96C-0A32-4A4B-A01F-202C112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0C704-6958-4E24-BEAF-F43F94D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360D2-E91B-46EC-85AB-5BFC147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B8816-676D-4C2A-9EA9-5EE502F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89667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4C1BD-82D3-489E-B1A7-D747493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47B79-2818-4052-899F-062AF40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28EF-57FD-4A34-866E-670E2579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E594-CA86-4E34-A3DC-A3F0223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49AD0-8639-4F4A-AA5C-ED015449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EFB82-8C55-4C70-92EA-DA6641D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AE27-07FD-42C0-9C58-0D15017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9B67A-98BC-4515-89FD-E1B29E2F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Automatización y carga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2233E-DB9B-4509-A666-5F8A19A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DFFC5-13C7-43BD-B97D-A6D17D7B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CEEE1-36F8-4FAD-B3B8-95E18434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4CAF-FB30-4FEA-9922-E95C8FB5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09016-7486-4C4C-8372-E2AC6DD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E9514-E104-4996-A540-5AF1D14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687154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53A93-7D01-4BB6-9AF4-D8EAA29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E943F-C5E6-4AE8-9F78-62102CD0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00B1B-7EE9-4A43-ACBC-CD1E3BD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A8AC1-B2A7-481B-A35C-7E6332AE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B4B7B-AF7C-436C-A99E-D4504AD4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A6DCB-5502-4EB8-95A4-617AD51D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5B32E-FE66-4831-B9EF-93F7F87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A13EA-D810-4498-A666-9B5C92F2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Escala de participación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6D18B-F94A-4625-9C88-F2242D5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444FF-AE2C-4054-B12F-EC02641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2E439-4105-4B8E-94C3-6547934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128915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52283-9B43-49DE-997C-86D84EF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69F0E-FC7D-4BB2-86E4-80D05FD0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D9E93-E5BC-4F34-AB5D-C8BA9AC4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4E3E7-E11F-4568-8C0F-C8A0D15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F27E-4251-4CC9-9525-7F98515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FAB06-1AC5-4AED-B027-7A618A7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C05F-8B5C-49EE-90D7-A9C7213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82760-2299-44CB-A8D6-20C16F4D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Supervisión efectiva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47FF0-BEB8-4805-91B6-D82A48A9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6913D-2EAB-441E-86FF-3FD66E18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E2042-5F6C-4110-AC73-AA377B4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9C843-2CCD-4B79-BD2E-8B46529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32B60-B544-4F52-AEF4-8E7AC21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548B5-20CA-4AC0-9D68-7AC788B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63B17-7B71-46C4-AC24-18B23E9F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748C6-E0B9-4F9C-A969-F8BCA7B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F2D97-8A0B-4FDD-8E7F-32A245CE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C712A-CCFC-4D28-89E2-7150E2E9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2C4C8-CAAB-44C9-8CC6-41A19E77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A8EA7-B9A8-4206-BCA7-6E74AA6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9160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98128-25C9-4E1D-BA94-35B65E6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BB69D-481B-4D3B-BEB7-3FD092C4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50873-312A-4572-B016-9A6F15FA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9699-AA51-44BF-B4B3-B6305D2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EE333-16F1-4D55-A65F-45A86E6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46BC-F7A4-4FB0-95DD-00695F6A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3E363-86CB-4274-A37A-EA4CDF3C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A72BD-4D49-48DE-85F9-906E25C0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Acuerdo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CC044-68C8-4D9C-AD74-D0C6832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BC9C-B85C-4E1C-BD70-A21BAC2C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84BC7-BD73-45B8-A042-01A0EB9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FAD13-B3AC-4A87-9A8E-5CD0917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51A8E-0F14-4ACB-BE8B-7B375B0E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BD799-0C8D-43E1-8F64-1C6A88C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3EB43-F208-4B11-A7FB-1CF53E3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A0B52-557E-4CA2-AF2E-0500828A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364F1-7417-455E-90F1-797FC10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CB517-1020-4070-B300-65CDD53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D987B-C897-4BFF-A169-3092600C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911F-7BD5-41AC-AE82-02BBEE43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54512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DAA87-28E9-4999-A2E7-9AE3E482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42A9A-FD7C-4595-9366-27E6A14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53F1-FFDF-4591-8130-B5C80780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784A0-9A3E-4CF4-B88F-9B8E4C35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569F6-E3C7-4B46-A388-387EA217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9ADCC-58BE-4004-B4BC-C937B0D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91256-583F-4E6D-987A-B1EA328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98CD-8793-44D1-93DE-347D174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EE928-9BD3-4758-8A76-6135685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CEFC-DC2B-4200-A1C9-6CF128F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7D8B5-83E3-4204-A84E-5AFB73C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035E1-AC5B-4F48-8F4B-48D34F8B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0814E-7E34-4BDD-8428-A3A714E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0AAA7-976E-4256-AD52-11A843C4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9FF8A-3C0C-44CF-B6D0-859F6282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ADC revisado y un acuerdo de participación que especifica quién puede aportar evidencia, objetar, detener y reparar una decisión de HH-05.</a:t>
            </a:r>
          </a:p>
        </p:txBody>
      </p:sp>
    </p:spTree>
    <p:extLst>
      <p:ext uri="{BB962C8B-B14F-4D97-AF65-F5344CB8AC3E}">
        <p14:creationId xmlns:p14="http://schemas.microsoft.com/office/powerpoint/2010/main" val="1337709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2026-09-12T16:22:47.3230000Z</dcterms:created>
  <dcterms:modified xsi:type="dcterms:W3CDTF">2026-09-12T16:22:47.3230000Z</dcterms:modified>
</coreProperties>
</file>