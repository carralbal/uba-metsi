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7641e96b934da5" /><Relationship Type="http://schemas.openxmlformats.org/officeDocument/2006/relationships/extended-properties" Target="/docProps/app.xml" Id="Rf7e5365e4ec94744" /><Relationship Type="http://schemas.openxmlformats.org/officeDocument/2006/relationships/officeDocument" Target="/ppt/presentation.xml" Id="R388036822324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9a95aa7894c53"/>
  </p:sldMasterIdLst>
  <p:notesMasterIdLst>
    <p:notesMasterId xmlns:r="http://schemas.openxmlformats.org/officeDocument/2006/relationships" r:id="R56392c9470df460e"/>
  </p:notesMasterIdLst>
  <p:sldIdLst>
    <p:sldId xmlns:r="http://schemas.openxmlformats.org/officeDocument/2006/relationships" id="256" r:id="R1056b5da0bd54603"/>
    <p:sldId xmlns:r="http://schemas.openxmlformats.org/officeDocument/2006/relationships" id="257" r:id="R09cfddd4ef4049b3"/>
    <p:sldId xmlns:r="http://schemas.openxmlformats.org/officeDocument/2006/relationships" id="258" r:id="R056a02e441ca4f04"/>
    <p:sldId xmlns:r="http://schemas.openxmlformats.org/officeDocument/2006/relationships" id="259" r:id="Rc3ef30b2e0c14ac4"/>
    <p:sldId xmlns:r="http://schemas.openxmlformats.org/officeDocument/2006/relationships" id="260" r:id="Rebcabd32507241a1"/>
    <p:sldId xmlns:r="http://schemas.openxmlformats.org/officeDocument/2006/relationships" id="261" r:id="R9c5ea06f8ad84029"/>
    <p:sldId xmlns:r="http://schemas.openxmlformats.org/officeDocument/2006/relationships" id="262" r:id="R7b0454d436a64238"/>
    <p:sldId xmlns:r="http://schemas.openxmlformats.org/officeDocument/2006/relationships" id="263" r:id="R65a773f895fb4842"/>
    <p:sldId xmlns:r="http://schemas.openxmlformats.org/officeDocument/2006/relationships" id="264" r:id="Rc078474efbba4968"/>
    <p:sldId xmlns:r="http://schemas.openxmlformats.org/officeDocument/2006/relationships" id="265" r:id="Rbe9fd86262c142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008561b9684ad4" /><Relationship Type="http://schemas.openxmlformats.org/officeDocument/2006/relationships/slideMaster" Target="/ppt/slideMasters/slideMaster1.xml" Id="Ra149a95aa7894c53" /><Relationship Type="http://schemas.openxmlformats.org/officeDocument/2006/relationships/notesMaster" Target="/ppt/notesMasters/notesMaster1.xml" Id="R56392c9470df460e" /><Relationship Type="http://schemas.openxmlformats.org/officeDocument/2006/relationships/presProps" Target="/ppt/presProps.xml" Id="Rabddd039792140bb" /><Relationship Type="http://schemas.openxmlformats.org/officeDocument/2006/relationships/tableStyles" Target="/ppt/tableStyles.xml" Id="Re35d6d675fde4a8a" /><Relationship Type="http://schemas.openxmlformats.org/officeDocument/2006/relationships/slide" Target="/ppt/slides/slide1.xml" Id="R1056b5da0bd54603" /><Relationship Type="http://schemas.openxmlformats.org/officeDocument/2006/relationships/slide" Target="/ppt/slides/slide2.xml" Id="R09cfddd4ef4049b3" /><Relationship Type="http://schemas.openxmlformats.org/officeDocument/2006/relationships/slide" Target="/ppt/slides/slide3.xml" Id="R056a02e441ca4f04" /><Relationship Type="http://schemas.openxmlformats.org/officeDocument/2006/relationships/slide" Target="/ppt/slides/slide4.xml" Id="Rc3ef30b2e0c14ac4" /><Relationship Type="http://schemas.openxmlformats.org/officeDocument/2006/relationships/slide" Target="/ppt/slides/slide5.xml" Id="Rebcabd32507241a1" /><Relationship Type="http://schemas.openxmlformats.org/officeDocument/2006/relationships/slide" Target="/ppt/slides/slide6.xml" Id="R9c5ea06f8ad84029" /><Relationship Type="http://schemas.openxmlformats.org/officeDocument/2006/relationships/slide" Target="/ppt/slides/slide7.xml" Id="R7b0454d436a64238" /><Relationship Type="http://schemas.openxmlformats.org/officeDocument/2006/relationships/slide" Target="/ppt/slides/slide8.xml" Id="R65a773f895fb4842" /><Relationship Type="http://schemas.openxmlformats.org/officeDocument/2006/relationships/slide" Target="/ppt/slides/slide9.xml" Id="Rc078474efbba4968" /><Relationship Type="http://schemas.openxmlformats.org/officeDocument/2006/relationships/slide" Target="/ppt/slides/slide10.xml" Id="Rbe9fd86262c142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47c4756c5942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7e6ea5029436b" /><Relationship Type="http://schemas.openxmlformats.org/officeDocument/2006/relationships/notesMaster" Target="/ppt/notesMasters/notesMaster1.xml" Id="R17e3ff9f8fae41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730f401564569" /><Relationship Type="http://schemas.openxmlformats.org/officeDocument/2006/relationships/notesMaster" Target="/ppt/notesMasters/notesMaster1.xml" Id="R8ba8604ad0b54b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eafea7aec440f8" /><Relationship Type="http://schemas.openxmlformats.org/officeDocument/2006/relationships/notesMaster" Target="/ppt/notesMasters/notesMaster1.xml" Id="Rd4fc18088d0343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4bde33f6a4dca" /><Relationship Type="http://schemas.openxmlformats.org/officeDocument/2006/relationships/notesMaster" Target="/ppt/notesMasters/notesMaster1.xml" Id="Rec439d9667c043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3606c2bb548be" /><Relationship Type="http://schemas.openxmlformats.org/officeDocument/2006/relationships/notesMaster" Target="/ppt/notesMasters/notesMaster1.xml" Id="Re3019fbbde7b49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52e2ac0e214224" /><Relationship Type="http://schemas.openxmlformats.org/officeDocument/2006/relationships/notesMaster" Target="/ppt/notesMasters/notesMaster1.xml" Id="R2d2d788315844d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bb3b155c684a19" /><Relationship Type="http://schemas.openxmlformats.org/officeDocument/2006/relationships/notesMaster" Target="/ppt/notesMasters/notesMaster1.xml" Id="R5c5096d201b642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44810a40c845bc" /><Relationship Type="http://schemas.openxmlformats.org/officeDocument/2006/relationships/notesMaster" Target="/ppt/notesMasters/notesMaster1.xml" Id="Rcecc98049eed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e211e464a84b89" /><Relationship Type="http://schemas.openxmlformats.org/officeDocument/2006/relationships/notesMaster" Target="/ppt/notesMasters/notesMaster1.xml" Id="Ref4013149c7344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d0480d6b604d8b" /><Relationship Type="http://schemas.openxmlformats.org/officeDocument/2006/relationships/notesMaster" Target="/ppt/notesMasters/notesMaster1.xml" Id="Raea254c4581c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Actores, afectados, poder y perspectivas.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¿Quién puede definir el problema, quién conoce el trabajo real, quién puede cambiar el sistema y quién soporta sus consecuencias sin participar de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mecanismo produce el poder de este actor? ¿Quién sabe algo que no puede convertir en evidencia reconocida?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debe autorizar o rechazar una llegada automatizada usando sólo las voces directivas y técnicas presentes. Registra quién pudo hablar y qué evidencia faltó.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sabe algo que no puede convertir en evidencia reconocida? ¿Quién responde por una decisión que no puede modificar?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distribuir roles de Dirección, Comercial, Recepción, Housekeeping, huésped, OTA, proveedor y persona con necesidad de accesibilidad. Cada rol ubica sus fichas de autoridad, información, contrato, veto y reparación sobre el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responde por una decisión que no puede modificar? ¿Qué costo de disentir enfrenta esta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distinguir interés, afectación, conocimiento situado, autoridad, responsabilidad y exposición a consecuencias mediante contradicciones observadas en los mapas.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costo de disentir enfrenta esta persona? ¿Qué participación sería decorativa?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equipo debate la misma decisión. Cada rol sólo puede utilizar los canales de participación que su tarjeta habilita. Una persona registra qué evidencia recibe credibilidad, quién es interrumpido y qué objeción no encuentra destinatario.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participación sería decorativa? ¿Quién puede detener y quién puede reparar?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 voy a mostrar un actor ausente y una consecuencia que sólo ese actor podía anticipar. El equipo debe decidir si basta consultarlo, si corresponde codiseño, si necesita capacidad de detención o si debe asignarse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detener y quién puede reparar? ¿Qué mecanismo produce el poder de este actor?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llegada automática reduce tareas visibles en Recepción, pero desplaza excepciones a otro turno y proveedor. El equipo actualiza beneficio, carga, conocimiento, autoridad y capacidad de 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mecanismo produce el poder de este actor? ¿Quién sabe algo que no puede convertir en evidencia reconocida?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redacta cuatro reglas operativas: quién participa, sobre qué decisión, con qué evidencia, y qué objeción puede detener o revisar. Incluye un canal seguro y una respuesta obligatoria.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19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sabe algo que no puede convertir en evidencia reconocida? ¿Quién responde por una decisión que no puede modificar?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defensa nombra la decisión modificada por un actor inicialmente ausente. El registro individual identifica qué incertidumbre necesita investigar N06.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responde por una decisión que no puede modificar? ¿Qué costo de disentir enfrenta esta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mapa ADC revisado y un acuerdo de participación que especifica quién puede aportar evidencia, objetar, detener y reparar una decisión de HH-05.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f0d3f71b2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5254cf0f54f5d" /><Relationship Type="http://schemas.openxmlformats.org/officeDocument/2006/relationships/slideLayout" Target="/ppt/slideLayouts/slideLayout1.xml" Id="R87a914a436e549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914a436e549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66e1e969044ef" /><Relationship Type="http://schemas.openxmlformats.org/officeDocument/2006/relationships/notesSlide" Target="/ppt/notesSlides/notesSlide1.xml" Id="Re465312792fd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084818aa045d3" /><Relationship Type="http://schemas.openxmlformats.org/officeDocument/2006/relationships/notesSlide" Target="/ppt/notesSlides/notesSlide2.xml" Id="Rd4bcf2230c414b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159d82245431a" /><Relationship Type="http://schemas.openxmlformats.org/officeDocument/2006/relationships/notesSlide" Target="/ppt/notesSlides/notesSlide3.xml" Id="R3f72e2c4a7fc43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beb0eb57e4893" /><Relationship Type="http://schemas.openxmlformats.org/officeDocument/2006/relationships/notesSlide" Target="/ppt/notesSlides/notesSlide4.xml" Id="R22480673f80448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caabc49e14b35" /><Relationship Type="http://schemas.openxmlformats.org/officeDocument/2006/relationships/notesSlide" Target="/ppt/notesSlides/notesSlide5.xml" Id="R5fc7ee717ea0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c7dc70e0c4f7e" /><Relationship Type="http://schemas.openxmlformats.org/officeDocument/2006/relationships/notesSlide" Target="/ppt/notesSlides/notesSlide6.xml" Id="R32dd7c1f452643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1426e91ec4a17" /><Relationship Type="http://schemas.openxmlformats.org/officeDocument/2006/relationships/notesSlide" Target="/ppt/notesSlides/notesSlide7.xml" Id="R6b3dd2c0c8cb4d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4c4f5ef0148c7" /><Relationship Type="http://schemas.openxmlformats.org/officeDocument/2006/relationships/notesSlide" Target="/ppt/notesSlides/notesSlide8.xml" Id="Ree4ac9d8fb8c49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7da9fa82647d3" /><Relationship Type="http://schemas.openxmlformats.org/officeDocument/2006/relationships/notesSlide" Target="/ppt/notesSlides/notesSlide9.xml" Id="Ra9216aeafcc34d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bf2e42ede41d1" /><Relationship Type="http://schemas.openxmlformats.org/officeDocument/2006/relationships/notesSlide" Target="/ppt/notesSlides/notesSlide10.xml" Id="R184d843ff3714f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84499-7724-411C-940F-E4C7DF35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2A518-FDE2-4F9C-BC12-1FBE85A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EB5C6-491E-48AD-9F9B-2372277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10AD0-7A39-4321-BF9B-90B98C42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D93A-4733-4D9A-8730-AE97364C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41ADA-29E0-473B-ABE6-D4C58946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01A9F-9A99-425B-8DAB-B7B023D9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02826-64DB-494A-837B-5FA145FC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FAA9F-0778-42F6-B019-3965F27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Actores, afectados, poder y perspectivas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916CE-0A16-464A-8B38-C0464E6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¿Quién puede definir el problema, quién conoce el trabajo real, quién puede cambiar el sistema y quién soporta sus consecuencias sin participar de la decisión?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DF88F-150E-43E9-9EE3-40359B44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A4E4D-56BB-40C8-AC30-76F3585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179291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3D12B-7776-4A2F-AECF-99C5A82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EAFDA-D944-47D1-816D-99750CC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B310B-ABC2-40C5-8130-E9334A3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EA316-E988-4CA1-B9B5-82F6C59A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3D2DB-2961-4226-94A5-DCC772E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13341-1464-4B1B-98E7-3342240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59F88-FE5C-400E-A023-A07821EE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7D2BE-DAB1-443D-BE0A-43B8E83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con la mesa incompleta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AC2AF-A2D9-4851-BB49-FD3A6EBB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500BB-6E53-49C3-987A-2B854A8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B1F6E-371B-4DB9-A13A-ECCB0A1A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debe autorizar o rechazar una llegada automatizada usando sólo las voces directivas y técnicas presentes. Registra quién pudo hablar y qué evidencia faltó.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E45AE-4FB3-4F82-812B-8E79AAF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E292B-D7B2-4C05-B4C6-005C489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65B4B-2F3B-4A1D-9B59-E6862FCB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A5A48-A8E2-4793-8F78-F817143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F2EE1-0FCB-4D8D-A325-4DF19643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F3325-6421-44CC-8B49-923DA33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33D14-FD58-44BA-82F4-768050DC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0C42F-2600-478A-B021-54E1B6D1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C8771-9814-42B6-A758-E298D6C4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E1EA7-B5A9-45C8-8D0B-B84907D5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30185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48896-56D1-4315-8A99-6BD4A3C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29BC9-C4F5-4959-B43A-9725202D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482D1-CA4A-47AA-80E2-4AEE3F52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CE4F-B3EF-4272-85B6-C16EDA7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16BF9-156F-44A9-97BA-0956A6A7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097EA-1555-49A9-A6E4-CA9AA8F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8DFAF-BA56-4997-BD55-AED7F55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588B5-B05A-4B6A-B1CD-510986ED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Cartografía de poder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34A7D-1CD7-4918-A98A-641BE79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A0BDE-B0C2-44AC-9950-A69F830D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2F84B-96CC-48C1-80DC-F704F54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2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distribuyen roles de Dirección, Comercial, Recepción, Housekeeping, huésped, OTA, proveedor y persona con necesidad de accesibilidad. Cada rol ubica sus fichas de autoridad, información, contrato, veto y reparación sobre el mapa.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E6828-CE8C-4A22-B4F8-A35C4992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72B2A-A74C-4E88-B2CF-4E522B5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164FB-C8B8-4975-85E1-CA9FA514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D33E0-D518-4313-B8A4-1894136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D480D-B700-4460-9250-810BD6AC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BFB8F-019B-41E0-91D6-F246842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C9E7B-E8A7-46AC-891D-0A40E1FD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568D2-C7C6-40E3-A9F9-B4AFA6D3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C63B7-10C4-4D09-9462-809BABEB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E0BE8-27F2-4DEE-9C4F-1F60101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9DB5A-AE52-4DF3-AE01-88B98C30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56549-929F-427A-B561-8F9D2C0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725001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A6247-80DC-4A3F-AD18-60077348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33219-D854-4E6E-9868-7149B688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EFCEA-50B5-400F-9AF8-412F72CB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6E848-27A7-42AC-A9F7-70D1D178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B66A2-3D65-4403-B945-04A9913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26646-F264-42FA-A51B-BCC67CBD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ACD53-EDB3-4856-BDE2-9102B79D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3219-4763-4CC6-B590-E42BDA17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C274D-782C-4917-ACF4-7FF5454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A1485-9C19-4399-A727-92633E01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41EA1-7579-4010-B96E-20FA4BE9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interés, afectación, conocimiento situado, autoridad, responsabilidad y exposición a consecuencias mediante contradicciones observadas en los mapas.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E0FC0-44C3-45F7-8C33-61E86BAA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867FF-D303-4CCD-81AB-45579293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CB0B5-16C6-44A5-9568-CB7C703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49D44-2897-47D8-A7C7-15EDE2D7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C3F67-3272-4A34-AC1B-6531D0B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0FF34-7D4D-4BC5-89F0-C66D397D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177462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8DEE2-2D1D-4053-9993-D4999D0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826C1-2DAC-42D4-AE60-A13D6A6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06136-CDF4-4E44-AB3A-B151CFC3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01058-3C8B-454C-9D24-60DE8AA1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9A319-812B-4BD0-9CC6-E5DB5F59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64CCF-0A2B-47A5-A633-1B189DD3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B0C3E-4736-4D95-97A5-CCC448F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3F5D3-5D47-43BD-B388-87F1714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con voz desigual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468EA-D7C7-4102-AC9E-63A6FBBD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AD141-147B-4DBF-AF4F-39CD95A3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41074-7A3C-4854-B7F3-C973CD3A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1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equipo debate la misma decisión. Cada rol sólo puede utilizar los canales de participación que su tarjeta habilita. Una persona registra qué evidencia recibe credibilidad, quién es interrumpido y qué objeción no encuentra destinatario.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C914B-0123-4489-B0C3-1CE332A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64CFE-4464-4C1D-8B3D-BF239272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8C71C-FBD7-431D-99BD-2089A84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9B4B5-A911-4B47-8E2E-6909447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9D7CE-412D-4F1A-8E17-2059322A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67481-E53A-44D6-A1C5-DF6A9E1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5BAB1-2872-4608-8EEB-BC03C68A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D4352-44D0-41B4-AC80-A60D1925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4B125-7653-41A5-A3F4-D5BF6245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C28B9-704E-429A-B5FD-5FB73164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ECD70-CE7B-4609-ADD9-44C07097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E67B5-F8D5-487D-AB3D-FD2B806A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14640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371FE-9BC3-4C1F-9B76-09941750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744AC-ABBA-4774-B87C-A970AC86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88AEA-4E6E-4BDE-A075-CB246716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2A66-E700-46C9-9C19-EEC03376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38D3B-7416-4870-B8E7-09509A9E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8CABC-D681-4AB1-B07C-B06E95A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FF46A-221E-40CA-A13D-A984E08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76E0B-D8E9-4CF4-8407-7803212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la silla vacía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FF020-7DBA-42A8-A20B-7BBBE2E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36398-C403-40C7-B9FA-7AABB306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F3B91-A425-4A2E-B563-28B39BD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74A12-312A-4C6D-BA53-F460690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5851D-3BC7-49E4-BE24-D2695C5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Automatización y carga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ACDC2-24A0-4B8E-806C-5F7B9BD0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revela un actor ausente y una consecuencia que sólo ese actor podía anticipar. El equipo debe decidir si basta consultarlo, si corresponde codiseño, si necesita capacidad de detención o si debe asignarse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E0E4C-0D37-4089-AD17-B9EB7B7D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65145-D618-4EA5-8E50-33B55A6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554818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B142C-C1E5-4C9C-85A4-ECF9F964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73FE2-513E-4D9C-A2A4-08ED9F4B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C4DE4-E1E3-4951-930D-7DB4DC0C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54376-998C-4576-90B0-9EBF7972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49092-582B-4BC7-B6DC-F5CE838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F144C-AA32-41C4-8144-0B6ECB2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18EBE-DE02-4DFB-BC26-23F3072C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FD00A-3894-4320-84F0-6E2EF53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Redistribución por automatización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CB917-8729-4199-99A0-84FECFC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1C0FC-A38F-4103-A2B4-751FD464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9722D-B1DC-4AFC-850A-3DC70687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F9AC1-9383-4F95-A2C3-82D6BC0C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798C8-BE71-4082-BD2B-3A0622E6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llegada automática reduce tareas visibles en Recepción, pero desplaza excepciones a otro turno y proveedor. El equipo actualiza beneficio, carga, conocimiento, autoridad y capacidad de reparar.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0C4B8-D8C6-4A5A-9676-B60A9BB6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79282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48F4B-D04F-4529-ACC3-37FE026F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A6C6C-CFE9-4AF6-852F-F0A0B6A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1F098-B4F0-4E6C-AF1C-C31EC62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F12A1-0B89-4EAF-8622-933C6769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FAD8C-522D-477F-A120-F524D2CE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A90D7-3D2B-4EA6-A1EB-3EC1016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2054-55D2-42ED-8970-BC37CFD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1E4BF-BB15-4D39-9895-E0AE2DB4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Acuerdo de participación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016A2-EE75-483C-A23E-FBADABFF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B8886-7525-4ADA-B9CF-62D101C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ED731-1C74-4DD7-AF8B-7968BC3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redacta cuatro reglas operativas: quién participa, sobre qué decisión, con qué evidencia, y qué objeción puede detener o revisar. Incluye un canal seguro y una respuesta obligatoria.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2DB58-9E89-464F-80CB-058376C8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39838-5961-4D65-971E-8829E3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D3A71-B066-4103-8E09-A9A177C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F711F-3567-48E0-8D7C-8C2147E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8C221-3BE7-4611-9571-347A2D0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D0698-D749-45D3-BE07-D61FBC9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FD75D-9471-4BA7-9BBA-CE72A3FF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1F3FC-7A36-4A13-9584-C6E253CF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42271-519E-4D93-9B54-C92A5E24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12AAF-9D28-4F9D-ABC8-2647DA4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8A748-BCB2-4B8B-AF35-D26EE88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84985-7A73-47A7-90EA-B61C25A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3209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FF782-3BF9-4D0A-9576-472F5F0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C718-C4B9-4A74-B2AD-97019E3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47D4A-2DB2-496B-9621-16A58993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2B992-FD5D-4F09-9094-7538740C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8F018-954A-4E46-9457-55A2083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FB733-6C32-431B-8D61-D182C21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451CE-0143-42D3-85EC-FF6A4A55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D5BC6-DADC-4726-BDD8-857108E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34238-82B9-4DA7-B8CC-117BA7BA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C5D15-EADA-4AB7-A8DD-EF3340C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172DB-05DE-41B9-A7CF-6BFD6A31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defensa nombra la decisión modificada por un actor inicialmente ausente. El registro individual identifica qué incertidumbre necesita investigar N06.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4FE46-0CA1-496F-86B0-7348338B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C0E05-3E06-4112-B0AC-5AD4DC00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23594-EC63-4019-A884-0D8DB67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82B60-4EAB-46BB-BBD3-3D1688C1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3CAB2-60BF-4D7C-9FE8-B1911E1E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EADE2-78A1-4D8F-B808-E4874B9B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D723B-1890-4019-9A81-B64D9B1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4EDD4-99B1-4819-8FB2-C36E0405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441B7-495D-4903-9E8B-CB4D0EA3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D0575-0DF3-4A9B-A5AE-BE73288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2CF7F-644E-4AD3-B099-22C39953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13AFB-50E9-4DE5-B0BF-CA6F16C8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1928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A1E1A-6339-42CA-B46B-E5C1256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FCEB2-647F-493F-B05B-ECDADD8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688F2-DDDF-4B97-BA06-B6C900BD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6CC4C-6681-4D8F-B92E-D4381A7E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DE07A-4400-44ED-9B13-83A1A526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48F98-DEA6-4127-A4BC-A4363F4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B4C3C-4DCC-4449-8874-817D1303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BD0C0-9F89-4CD7-96CB-A1831A76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55F5B-A258-4BF7-B7D6-9F6B4F29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241C9-87E0-44FD-AE2B-269A0C1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CD55E-3007-45FD-A4C8-8DCAA6D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D3C25-AA3A-485C-ADF0-72D7EEE4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7D8F1-4184-47E5-8025-8644705F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648D6-2CCE-42A7-B26C-AE2FBD4A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2B63E-768F-4C04-A36C-9B67D46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ADC revisado y un acuerdo de participación que especifica quién puede aportar evidencia, objetar, detener y reparar una decisión de HH-05.</a:t>
            </a:r>
          </a:p>
        </p:txBody>
      </p:sp>
    </p:spTree>
    <p:extLst>
      <p:ext uri="{BB962C8B-B14F-4D97-AF65-F5344CB8AC3E}">
        <p14:creationId xmlns:p14="http://schemas.microsoft.com/office/powerpoint/2010/main" val="663388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2026-09-15T15:46:47.3140000Z</dcterms:created>
  <dcterms:modified xsi:type="dcterms:W3CDTF">2026-09-15T15:46:47.3140000Z</dcterms:modified>
</coreProperties>
</file>