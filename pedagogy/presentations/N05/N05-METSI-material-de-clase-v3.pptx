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983fa55fda4244" /><Relationship Type="http://schemas.openxmlformats.org/officeDocument/2006/relationships/extended-properties" Target="/docProps/app.xml" Id="Rd977ccce7d82429f" /><Relationship Type="http://schemas.openxmlformats.org/officeDocument/2006/relationships/officeDocument" Target="/ppt/presentation.xml" Id="Re537745654a14f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539bb4d5984eaa"/>
  </p:sldMasterIdLst>
  <p:notesMasterIdLst>
    <p:notesMasterId xmlns:r="http://schemas.openxmlformats.org/officeDocument/2006/relationships" r:id="Ra09c7e5c663446d7"/>
  </p:notesMasterIdLst>
  <p:sldIdLst>
    <p:sldId xmlns:r="http://schemas.openxmlformats.org/officeDocument/2006/relationships" id="256" r:id="R5c37e05e462a494d"/>
    <p:sldId xmlns:r="http://schemas.openxmlformats.org/officeDocument/2006/relationships" id="257" r:id="Rd629f7b0bbdf4dce"/>
    <p:sldId xmlns:r="http://schemas.openxmlformats.org/officeDocument/2006/relationships" id="258" r:id="R907b7eca223342cf"/>
    <p:sldId xmlns:r="http://schemas.openxmlformats.org/officeDocument/2006/relationships" id="259" r:id="R41e13b1848244779"/>
    <p:sldId xmlns:r="http://schemas.openxmlformats.org/officeDocument/2006/relationships" id="260" r:id="R7f8d81cf01604c4e"/>
    <p:sldId xmlns:r="http://schemas.openxmlformats.org/officeDocument/2006/relationships" id="261" r:id="R0eb439e0301d4439"/>
    <p:sldId xmlns:r="http://schemas.openxmlformats.org/officeDocument/2006/relationships" id="262" r:id="R9dafbba818eb477a"/>
    <p:sldId xmlns:r="http://schemas.openxmlformats.org/officeDocument/2006/relationships" id="263" r:id="Ra17be2cc994c434b"/>
    <p:sldId xmlns:r="http://schemas.openxmlformats.org/officeDocument/2006/relationships" id="264" r:id="Rbee1bca9d2104be0"/>
    <p:sldId xmlns:r="http://schemas.openxmlformats.org/officeDocument/2006/relationships" id="265" r:id="Rc38950fa6f744d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ee66902f514a10" /><Relationship Type="http://schemas.openxmlformats.org/officeDocument/2006/relationships/slideMaster" Target="/ppt/slideMasters/slideMaster1.xml" Id="Rb6539bb4d5984eaa" /><Relationship Type="http://schemas.openxmlformats.org/officeDocument/2006/relationships/notesMaster" Target="/ppt/notesMasters/notesMaster1.xml" Id="Ra09c7e5c663446d7" /><Relationship Type="http://schemas.openxmlformats.org/officeDocument/2006/relationships/presProps" Target="/ppt/presProps.xml" Id="R83f00bdb46724ea4" /><Relationship Type="http://schemas.openxmlformats.org/officeDocument/2006/relationships/tableStyles" Target="/ppt/tableStyles.xml" Id="Ra779f2fe15d34e45" /><Relationship Type="http://schemas.openxmlformats.org/officeDocument/2006/relationships/slide" Target="/ppt/slides/slide1.xml" Id="R5c37e05e462a494d" /><Relationship Type="http://schemas.openxmlformats.org/officeDocument/2006/relationships/slide" Target="/ppt/slides/slide2.xml" Id="Rd629f7b0bbdf4dce" /><Relationship Type="http://schemas.openxmlformats.org/officeDocument/2006/relationships/slide" Target="/ppt/slides/slide3.xml" Id="R907b7eca223342cf" /><Relationship Type="http://schemas.openxmlformats.org/officeDocument/2006/relationships/slide" Target="/ppt/slides/slide4.xml" Id="R41e13b1848244779" /><Relationship Type="http://schemas.openxmlformats.org/officeDocument/2006/relationships/slide" Target="/ppt/slides/slide5.xml" Id="R7f8d81cf01604c4e" /><Relationship Type="http://schemas.openxmlformats.org/officeDocument/2006/relationships/slide" Target="/ppt/slides/slide6.xml" Id="R0eb439e0301d4439" /><Relationship Type="http://schemas.openxmlformats.org/officeDocument/2006/relationships/slide" Target="/ppt/slides/slide7.xml" Id="R9dafbba818eb477a" /><Relationship Type="http://schemas.openxmlformats.org/officeDocument/2006/relationships/slide" Target="/ppt/slides/slide8.xml" Id="Ra17be2cc994c434b" /><Relationship Type="http://schemas.openxmlformats.org/officeDocument/2006/relationships/slide" Target="/ppt/slides/slide9.xml" Id="Rbee1bca9d2104be0" /><Relationship Type="http://schemas.openxmlformats.org/officeDocument/2006/relationships/slide" Target="/ppt/slides/slide10.xml" Id="Rc38950fa6f744d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b5699f0a1349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5e254b75d14d26" /><Relationship Type="http://schemas.openxmlformats.org/officeDocument/2006/relationships/notesMaster" Target="/ppt/notesMasters/notesMaster1.xml" Id="R8dd529c9576d41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dbba325c924b33" /><Relationship Type="http://schemas.openxmlformats.org/officeDocument/2006/relationships/notesMaster" Target="/ppt/notesMasters/notesMaster1.xml" Id="R344e6b5bc40246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e26c3b632446a1" /><Relationship Type="http://schemas.openxmlformats.org/officeDocument/2006/relationships/notesMaster" Target="/ppt/notesMasters/notesMaster1.xml" Id="R8c5f582f8fe74a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3612d930d7400a" /><Relationship Type="http://schemas.openxmlformats.org/officeDocument/2006/relationships/notesMaster" Target="/ppt/notesMasters/notesMaster1.xml" Id="R389a9c06892e4c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8aecaec0794cfd" /><Relationship Type="http://schemas.openxmlformats.org/officeDocument/2006/relationships/notesMaster" Target="/ppt/notesMasters/notesMaster1.xml" Id="Reed3cd2c225d46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1c882293f04be9" /><Relationship Type="http://schemas.openxmlformats.org/officeDocument/2006/relationships/notesMaster" Target="/ppt/notesMasters/notesMaster1.xml" Id="R2bb21b14be7746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3d871b4e4343a3" /><Relationship Type="http://schemas.openxmlformats.org/officeDocument/2006/relationships/notesMaster" Target="/ppt/notesMasters/notesMaster1.xml" Id="Rcd12e17e9f9e4d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21792d1ea249e2" /><Relationship Type="http://schemas.openxmlformats.org/officeDocument/2006/relationships/notesMaster" Target="/ppt/notesMasters/notesMaster1.xml" Id="Rd7bdb88d17f34c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1827a738e24360" /><Relationship Type="http://schemas.openxmlformats.org/officeDocument/2006/relationships/notesMaster" Target="/ppt/notesMasters/notesMaster1.xml" Id="Rda01b13bec2c40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e2315b386a4bbd" /><Relationship Type="http://schemas.openxmlformats.org/officeDocument/2006/relationships/notesMaster" Target="/ppt/notesMasters/notesMaster1.xml" Id="R2b8d958cefbb45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una decisión rápida con la mesa disponible.</a:t>
            </a:r>
          </a:p>
          <a:p xmlns:a="http://schemas.openxmlformats.org/drawingml/2006/main">
            <a:r>
              <a:t>Señal para avanzar: Quedan voces y evidencias fuera.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de HH-05 analizada desde las relaciones de poder que permiten definirla, objetarla, detenerla y reparar sus consecuencias.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mecanismo produce el poder de este actor?</a:t>
            </a:r>
          </a:p>
          <a:p xmlns:a="http://schemas.openxmlformats.org/drawingml/2006/main">
            <a:r>
              <a:t>• ¿Quién sabe algo que no puede convertir en evidencia reconocida?</a:t>
            </a:r>
          </a:p>
          <a:p xmlns:a="http://schemas.openxmlformats.org/drawingml/2006/main">
            <a:r>
              <a:t>• ¿Quién responde por una decisión que no puede modificar?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ADC revisado y un acuerdo de participación que especifica quién puede aportar evidencia, objetar, detener y reparar una decisión de HH-05.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Mapa ADC sin nombres de áreas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Decisión con la mesa incompleta · 10 minutos</a:t>
            </a:r>
          </a:p>
          <a:p xmlns:a="http://schemas.openxmlformats.org/drawingml/2006/main">
            <a:r>
              <a:t>Cada equipo debe autorizar o rechazar una llegada automatizada usando sólo las voces directivas y técnicas presentes. Registra quién pudo hablar y qué evidencia faltó.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Ubicar relaciones con la decisión antes que cargos.</a:t>
            </a:r>
          </a:p>
          <a:p xmlns:a="http://schemas.openxmlformats.org/drawingml/2006/main">
            <a:r>
              <a:t>Señal para avanzar: Cada actor tiene afectación o capacidad identificable.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de HH-05 analizada desde las relaciones de poder que permiten definirla, objetarla, detenerla y reparar sus consecuencias.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sabe algo que no puede convertir en evidencia reconocida?</a:t>
            </a:r>
          </a:p>
          <a:p xmlns:a="http://schemas.openxmlformats.org/drawingml/2006/main">
            <a:r>
              <a:t>• ¿Quién responde por una decisión que no puede modificar?</a:t>
            </a:r>
          </a:p>
          <a:p xmlns:a="http://schemas.openxmlformats.org/drawingml/2006/main">
            <a:r>
              <a:t>• ¿Qué costo de disentir enfrenta esta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ADC revisado y un acuerdo de participación que especifica quién puede aportar evidencia, objetar, detener y reparar una decisión de HH-05.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Cinco canales de poder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Cartografía de poder · 18 minutos</a:t>
            </a:r>
          </a:p>
          <a:p xmlns:a="http://schemas.openxmlformats.org/drawingml/2006/main">
            <a:r>
              <a:t>Se distribuyen roles de Dirección, Comercial, Recepción, Housekeeping, huésped, OTA, proveedor y persona con necesidad de accesibilidad. Cada rol ubica sus fichas de autoridad, información, contrato, veto y reparación sobre el mapa.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mecanismos concretos, no adjetivos como poderoso o débil.</a:t>
            </a:r>
          </a:p>
          <a:p xmlns:a="http://schemas.openxmlformats.org/drawingml/2006/main">
            <a:r>
              <a:t>Señal para avanzar: Las fichas expresan qué puede hacer cada actor.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de HH-05 analizada desde las relaciones de poder que permiten definirla, objetarla, detenerla y reparar sus consecuencias.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responde por una decisión que no puede modificar?</a:t>
            </a:r>
          </a:p>
          <a:p xmlns:a="http://schemas.openxmlformats.org/drawingml/2006/main">
            <a:r>
              <a:t>• ¿Qué costo de disentir enfrenta esta persona?</a:t>
            </a:r>
          </a:p>
          <a:p xmlns:a="http://schemas.openxmlformats.org/drawingml/2006/main">
            <a:r>
              <a:t>• ¿Qué participación sería decorativa?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ADC revisado y un acuerdo de participación que especifica quién puede aportar evidencia, objetar, detener y reparar una decisión de HH-05.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Reglas del consejo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Clínica situada · 10 minutos</a:t>
            </a:r>
          </a:p>
          <a:p xmlns:a="http://schemas.openxmlformats.org/drawingml/2006/main">
            <a:r>
              <a:t>El docente distingue interés, afectación, conocimiento situado, autoridad, responsabilidad y exposición a consecuencias mediante contradicciones observadas en los mapas.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 corregir la desigualdad todavía. Hacerla observable.</a:t>
            </a:r>
          </a:p>
          <a:p xmlns:a="http://schemas.openxmlformats.org/drawingml/2006/main">
            <a:r>
              <a:t>Señal para avanzar: El registro muestra silencios y credibilidad diferencial.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de HH-05 analizada desde las relaciones de poder que permiten definirla, objetarla, detenerla y reparar sus consecuencias.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costo de disentir enfrenta esta persona?</a:t>
            </a:r>
          </a:p>
          <a:p xmlns:a="http://schemas.openxmlformats.org/drawingml/2006/main">
            <a:r>
              <a:t>• ¿Qué participación sería decorativa?</a:t>
            </a:r>
          </a:p>
          <a:p xmlns:a="http://schemas.openxmlformats.org/drawingml/2006/main">
            <a:r>
              <a:t>• ¿Quién puede detener y quién puede reparar?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ADC revisado y un acuerdo de participación que especifica quién puede aportar evidencia, objetar, detener y reparar una decisión de HH-05.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Silla vacía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Consejo con voz desigual · 22 minutos</a:t>
            </a:r>
          </a:p>
          <a:p xmlns:a="http://schemas.openxmlformats.org/drawingml/2006/main">
            <a:r>
              <a:t>El equipo debate la misma decisión. Cada rol sólo puede utilizar los canales de participación que su tarjeta habilita. Una persona registra qué evidencia recibe credibilidad, quién es interrumpido y qué objeción no encuentra destinatario.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Revelar evidencia y consecuencia del actor ausente.</a:t>
            </a:r>
          </a:p>
          <a:p xmlns:a="http://schemas.openxmlformats.org/drawingml/2006/main">
            <a:r>
              <a:t>Señal para avanzar: La participación elegida puede cambiar una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de HH-05 analizada desde las relaciones de poder que permiten definirla, objetarla, detenerla y reparar sus consecuencias.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participación sería decorativa?</a:t>
            </a:r>
          </a:p>
          <a:p xmlns:a="http://schemas.openxmlformats.org/drawingml/2006/main">
            <a:r>
              <a:t>• ¿Quién puede detener y quién puede reparar?</a:t>
            </a:r>
          </a:p>
          <a:p xmlns:a="http://schemas.openxmlformats.org/drawingml/2006/main">
            <a:r>
              <a:t>• ¿Qué mecanismo produce el poder de este actor?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ADC revisado y un acuerdo de participación que especifica quién puede aportar evidencia, objetar, detener y reparar una decisión de HH-05.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Automatización y carga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Prueba de la silla vacía · 16 minutos</a:t>
            </a:r>
          </a:p>
          <a:p xmlns:a="http://schemas.openxmlformats.org/drawingml/2006/main">
            <a:r>
              <a:t>Se revela un actor ausente y una consecuencia que sólo ese actor podía anticipar. El equipo debe decidir si basta consultarlo, si corresponde codiseño, si necesita capacidad de detención o si debe asignarse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tarea desaparece del tablero y reaparece en otro lugar.</a:t>
            </a:r>
          </a:p>
          <a:p xmlns:a="http://schemas.openxmlformats.org/drawingml/2006/main">
            <a:r>
              <a:t>Señal para avanzar: Beneficio y carga quedan distribuidos.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de HH-05 analizada desde las relaciones de poder que permiten definirla, objetarla, detenerla y reparar sus consecuencias.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detener y quién puede reparar?</a:t>
            </a:r>
          </a:p>
          <a:p xmlns:a="http://schemas.openxmlformats.org/drawingml/2006/main">
            <a:r>
              <a:t>• ¿Qué mecanismo produce el poder de este actor?</a:t>
            </a:r>
          </a:p>
          <a:p xmlns:a="http://schemas.openxmlformats.org/drawingml/2006/main">
            <a:r>
              <a:t>• ¿Quién sabe algo que no puede convertir en evidencia reconocida?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ADC revisado y un acuerdo de participación que especifica quién puede aportar evidencia, objetar, detener y reparar una decisión de HH-05.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Escala de participación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Redistribución por automatización · 17 minutos</a:t>
            </a:r>
          </a:p>
          <a:p xmlns:a="http://schemas.openxmlformats.org/drawingml/2006/main">
            <a:r>
              <a:t>La llegada automática reduce tareas visibles en Recepción, pero desplaza excepciones a otro turno y proveedor. El equipo actualiza beneficio, carga, conocimiento, autoridad y capacidad de reparar.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Distinguir informar, consultar, codiseñar, decidir y detener.</a:t>
            </a:r>
          </a:p>
          <a:p xmlns:a="http://schemas.openxmlformats.org/drawingml/2006/main">
            <a:r>
              <a:t>Señal para avanzar: Cada modalidad responde a una consecuencia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de HH-05 analizada desde las relaciones de poder que permiten definirla, objetarla, detenerla y reparar sus consecuencias.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mecanismo produce el poder de este actor?</a:t>
            </a:r>
          </a:p>
          <a:p xmlns:a="http://schemas.openxmlformats.org/drawingml/2006/main">
            <a:r>
              <a:t>• ¿Quién sabe algo que no puede convertir en evidencia reconocida?</a:t>
            </a:r>
          </a:p>
          <a:p xmlns:a="http://schemas.openxmlformats.org/drawingml/2006/main">
            <a:r>
              <a:t>• ¿Quién responde por una decisión que no puede modificar?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ADC revisado y un acuerdo de participación que especifica quién puede aportar evidencia, objetar, detener y reparar una decisión de HH-05.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Supervisión efectiva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Acuerdo de participación · 19 minutos</a:t>
            </a:r>
          </a:p>
          <a:p xmlns:a="http://schemas.openxmlformats.org/drawingml/2006/main">
            <a:r>
              <a:t>Cada equipo redacta cuatro reglas operativas: quién participa, sobre qué decisión, con qué evidencia, y qué objeción puede detener o revisar. Incluye un canal seguro y una respuesta obligatoria.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tiempo, información, autoridad y alternativa.</a:t>
            </a:r>
          </a:p>
          <a:p xmlns:a="http://schemas.openxmlformats.org/drawingml/2006/main">
            <a:r>
              <a:t>Señal para avanzar: La intervención humana deja de ser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de HH-05 analizada desde las relaciones de poder que permiten definirla, objetarla, detenerla y reparar sus consecuencias.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sabe algo que no puede convertir en evidencia reconocida?</a:t>
            </a:r>
          </a:p>
          <a:p xmlns:a="http://schemas.openxmlformats.org/drawingml/2006/main">
            <a:r>
              <a:t>• ¿Quién responde por una decisión que no puede modificar?</a:t>
            </a:r>
          </a:p>
          <a:p xmlns:a="http://schemas.openxmlformats.org/drawingml/2006/main">
            <a:r>
              <a:t>• ¿Qué costo de disentir enfrenta esta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ADC revisado y un acuerdo de participación que especifica quién puede aportar evidencia, objetar, detener y reparar una decisión de HH-05.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Acuerdo operativo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Defensa y puente · 8 minutos</a:t>
            </a:r>
          </a:p>
          <a:p xmlns:a="http://schemas.openxmlformats.org/drawingml/2006/main">
            <a:r>
              <a:t>La defensa nombra la decisión modificada por un actor inicialmente ausente. El registro individual identifica qué incertidumbre necesita investigar N06.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canal, respuesta, plazo y reparación.</a:t>
            </a:r>
          </a:p>
          <a:p xmlns:a="http://schemas.openxmlformats.org/drawingml/2006/main">
            <a:r>
              <a:t>Señal para avanzar: La objeción tiene efecto institucional.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de HH-05 analizada desde las relaciones de poder que permiten definirla, objetarla, detenerla y reparar sus consecuencias.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responde por una decisión que no puede modificar?</a:t>
            </a:r>
          </a:p>
          <a:p xmlns:a="http://schemas.openxmlformats.org/drawingml/2006/main">
            <a:r>
              <a:t>• ¿Qué costo de disentir enfrenta esta persona?</a:t>
            </a:r>
          </a:p>
          <a:p xmlns:a="http://schemas.openxmlformats.org/drawingml/2006/main">
            <a:r>
              <a:t>• ¿Qué participación sería decorativa?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ADC revisado y un acuerdo de participación que especifica quién puede aportar evidencia, objetar, detener y reparar una decisión de HH-05.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desconocimiento podría cambiar la decisión.</a:t>
            </a:r>
          </a:p>
          <a:p xmlns:a="http://schemas.openxmlformats.org/drawingml/2006/main">
            <a:r>
              <a:t>Señal para avanzar: Surge una incertidumbre investigable.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de HH-05 analizada desde las relaciones de poder que permiten definirla, objetarla, detenerla y reparar sus consecuencias.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costo de disentir enfrenta esta persona?</a:t>
            </a:r>
          </a:p>
          <a:p xmlns:a="http://schemas.openxmlformats.org/drawingml/2006/main">
            <a:r>
              <a:t>• ¿Qué participación sería decorativa?</a:t>
            </a:r>
          </a:p>
          <a:p xmlns:a="http://schemas.openxmlformats.org/drawingml/2006/main">
            <a:r>
              <a:t>• ¿Quién puede detener y quién puede reparar?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ADC revisado y un acuerdo de participación que especifica quién puede aportar evidencia, objetar, detener y reparar una decisión de HH-05.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da79e178a14b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a03f66603d4dfc" /><Relationship Type="http://schemas.openxmlformats.org/officeDocument/2006/relationships/slideLayout" Target="/ppt/slideLayouts/slideLayout1.xml" Id="Rdd7c7d718b3d46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7c7d718b3d46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cdf2a02b442a7" /><Relationship Type="http://schemas.openxmlformats.org/officeDocument/2006/relationships/notesSlide" Target="/ppt/notesSlides/notesSlide1.xml" Id="Rc757bbdde92c4b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4ff3c82094ac3" /><Relationship Type="http://schemas.openxmlformats.org/officeDocument/2006/relationships/notesSlide" Target="/ppt/notesSlides/notesSlide2.xml" Id="Rd216b92909b446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57ecc6e97469c" /><Relationship Type="http://schemas.openxmlformats.org/officeDocument/2006/relationships/notesSlide" Target="/ppt/notesSlides/notesSlide3.xml" Id="R428c5e433e524b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1796ad896481f" /><Relationship Type="http://schemas.openxmlformats.org/officeDocument/2006/relationships/notesSlide" Target="/ppt/notesSlides/notesSlide4.xml" Id="R079c83e4c0e14b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4f71879234806" /><Relationship Type="http://schemas.openxmlformats.org/officeDocument/2006/relationships/notesSlide" Target="/ppt/notesSlides/notesSlide5.xml" Id="R10547746371a42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26e85af564873" /><Relationship Type="http://schemas.openxmlformats.org/officeDocument/2006/relationships/notesSlide" Target="/ppt/notesSlides/notesSlide6.xml" Id="Rafb9b623404041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a3b9c00844c40" /><Relationship Type="http://schemas.openxmlformats.org/officeDocument/2006/relationships/notesSlide" Target="/ppt/notesSlides/notesSlide7.xml" Id="R8347f39f11ef4f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4c23f7af943fa" /><Relationship Type="http://schemas.openxmlformats.org/officeDocument/2006/relationships/notesSlide" Target="/ppt/notesSlides/notesSlide8.xml" Id="R374529a7c05541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e5263a3bd4a78" /><Relationship Type="http://schemas.openxmlformats.org/officeDocument/2006/relationships/notesSlide" Target="/ppt/notesSlides/notesSlide9.xml" Id="Rd292867e1d8040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c3b5c20e74f3b" /><Relationship Type="http://schemas.openxmlformats.org/officeDocument/2006/relationships/notesSlide" Target="/ppt/notesSlides/notesSlide10.xml" Id="R43299a429a634d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D0D68-BC82-4629-A4CF-315EBFAC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10603-E3DA-4928-B85F-FB9BA256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C8947-FFF0-4539-9546-276AF44C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35E3A-16E0-4867-9554-295EF73E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1A7F7-30F3-4C2C-BCAB-4F8B0631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64D2D-6607-4679-8396-50617BE4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20AAB-27CE-4060-8859-230E6A9C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0582F-DFBA-42F5-8D7B-CAF40DDC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EF2B2-22DC-4280-AE85-459FDD87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Actores, afectados, poder y perspectivas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8E166-6C04-4E3D-B8FF-8C07A1EF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¿Quién puede definir el problema, quién conoce el trabajo real, quién puede cambiar el sistema y quién soporta sus consecuencias sin participar de la decisión?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43873-5024-4F6C-BBBA-EB60BDC7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AA57A-B269-4803-B385-996C6990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9538465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227527-22C7-4B62-B8FF-21974685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E2EBD-69F6-4087-9C68-40423C41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DDD48-7CB4-4913-9A59-B784CB7B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8D68D-677C-4AB4-9C8B-5475A9B6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B60B5-012E-4D27-9642-9C1B753A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F08D6-D902-41F5-9AA1-8DF5985D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E1F84-D1F4-44AF-936B-636591E3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4301B-EDCA-4F4E-A230-24E8B647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 con la mesa incompleta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7F731-4FE8-4A91-AB68-87563C45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B0EDD-2391-4C75-97B4-4A473C3F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DFC0D-2540-425C-90B2-76FAE30B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debe autorizar o rechazar una llegada automatizada usando sólo las voces directivas y técnicas presentes. Registra quién pudo hablar y qué evidencia faltó.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80F36-E50D-41DF-B793-E0469999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BB2D4E-8727-43F6-B77A-3EC9433A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3F8F9-AD61-4AAA-A9EF-639BFADC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96819-6314-4308-8D2A-A21B632A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8F9158-2D0F-4BB3-9E62-FD4E1FC3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DD6412-54B1-453A-A37D-BFDF32E8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F1CFF-5F2E-40FF-A6E4-77A06FA3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845250-8A46-4F33-8775-3EC51793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164660-EBF8-47CF-976A-DB3480D7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49F3BF-1E11-42A4-B584-743F5344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7171419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32EB58-7049-4808-9E06-1BFD374C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82CD1-CDE1-49FA-9E10-D8F6763D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BFC00-56E5-4400-9106-EE9DD415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5E8A3-5683-47DE-B949-4A9F82F1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05FFB-4F21-4559-BE8C-445F6712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07689-A7F5-4B37-9F21-8379EA4C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31EC7-1DB7-451D-A6F7-7018325C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B0FFD-F35E-46FA-B12E-FD640729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Cartografía de poder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E5135-1853-4C8D-B50D-8E32DF3A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7F94B-7C90-46DF-841A-204A891B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212074-B231-4EA3-8472-E76B7036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27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distribuyen roles de Dirección, Comercial, Recepción, Housekeeping, huésped, OTA, proveedor y persona con necesidad de accesibilidad. Cada rol ubica sus fichas de autoridad, información, contrato, veto y reparación sobre el mapa.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400A7-5B2C-4F26-92EA-A05C98BB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940BD-C5FA-4F1E-9389-EF08754C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C212B-BF1A-4020-B94C-49198C29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5F6C91-553F-4884-AC98-11C034D9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3A785C-C0DC-4A44-8E3B-5787AF91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0A175-203D-46AF-9097-79838F6A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25A062-CECC-44AD-A4B6-78AF8BB9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D7C7CB-9F22-42B8-BBE9-BAD652E3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5DE22E-5E43-4AAC-90C0-92D139E2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42B85C-6A52-4FC8-B94C-35340E88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AAD43C-09F2-4C1E-A179-B697EE08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A91F9B-14E4-499F-BE2A-4EA75E5C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539109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95252B-76D1-4E99-890A-F64CAE3F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40750-798A-4CA1-A152-D5843F27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82B6A-6B56-4EE4-82F5-29136D7A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FB9B5-937E-4D21-908B-E1D46C7E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C5520-687A-480A-8AA8-4F710981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8C95F-DE2F-43C2-8A81-F46D198B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BC901-A122-4822-BAEB-BE3862BB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11B91-C6DD-44D4-BF92-790D077C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situada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6B6F3-7AF0-44D4-87C5-8DFE0BDE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93F99-666C-4B86-8B9D-D680D975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20980-67EB-45C2-B6F7-F0AE2337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distingue interés, afectación, conocimiento situado, autoridad, responsabilidad y exposición a consecuencias mediante contradicciones observadas en los mapas.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290D8-7265-475E-A3AC-F517925E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F225AF-6285-4E77-8EB1-45A72544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1762F-E3DC-4B9E-B111-313E6EB4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3B68B-4299-46AC-8498-70FDFF79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329F5F-0775-48C4-959C-5C45D09F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3721DF-D372-4865-B83D-3AFC009F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0226585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71A089-7153-40A1-8C41-6865DFBC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09157-933E-47F6-8BC7-BFD74439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00740-DC1A-4AC0-9F21-7304F0FF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ED77E-A5BC-4C4F-825F-A8706543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73455-1CC1-4511-8904-22E19224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5265E-8868-41A9-8477-64E230D1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07944-8061-40FA-ABE6-7BC32924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767D5-D378-4D85-AA0C-649DCBBD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Consejo con voz desigual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6B067-2DE6-466C-8D9E-9798AE9B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3913A-9C03-4CFC-AEE7-6CBC7B89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94B2D-6D16-4E5A-BB37-3F74C6B1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912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equipo debate la misma decisión. Cada rol sólo puede utilizar los canales de participación que su tarjeta habilita. Una persona registra qué evidencia recibe credibilidad, quién es interrumpido y qué objeción no encuentra destinatario.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3CB42-6950-4F66-9D38-7BF4D9D2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80BEA-7FC3-4E08-A145-D0C82829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4FF9A-972A-4550-8BE1-A3F159EA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81A7CF-A091-4599-902E-5AD8DAE5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11C86-9755-45F4-8DE7-D46785DA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DC5744-5C42-4B38-ADDA-1D9E0FA3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1BCB75-64DE-4695-ABB9-DED30B46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9907C4-F335-4413-935E-9C9BFD40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809ED8-6E42-4008-BD86-CA53D053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F002EB-67D9-4103-A434-A70E2C96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76CD9-BFF4-4A6B-8D20-3259711D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D1CC84-286D-429C-9F48-A3349D01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208265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F2250C-80E3-4C81-AACE-B00502D0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C0747-3B03-4A5F-AD8C-962B9A1E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000E8-A7AA-4F61-8911-33D2213D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0C2B1-1400-48FF-8979-7DF9BAAF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A88E0-8DAF-49DB-8404-3B7EDB6B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C8F22-78B0-437D-BA41-01CFAE4F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A4ECE-0525-4ECE-9361-A738586E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3EEA3-0594-4F97-998C-2588505B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la silla vacía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1E1B7-A118-4785-87CA-4B5DF145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269C1-1301-4398-B0E1-B321001A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49A80-E62B-4508-91A4-23B94ADD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EF032-1801-4587-A8CE-1A05AD59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4095B2-7C88-4C7E-9085-4A1ACD7B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Automatización y carga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C6FD8-7A74-422B-BD6A-B5DCD484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revela un actor ausente y una consecuencia que sólo ese actor podía anticipar. El equipo debe decidir si basta consultarlo, si corresponde codiseño, si necesita capacidad de detención o si debe asignarse reparación.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B8CD3-084D-438E-B715-44816C2E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97C2A-D977-427C-97B2-6CFA90CC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16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7317350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D18B0-79F8-41E2-941E-9FFCEDF3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5D1BC-9164-4352-882F-9AB920BC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51082-8B3D-4B27-9E29-6641F398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DA673-B0E9-4A4D-9E3E-5496D734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382E5-5C17-4E6C-B94A-D8855133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F9099-F2CF-400F-A044-89742C95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B1985-2AF3-4816-9406-44DA7297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0C2D1-2303-4184-8804-0EBDAE92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Redistribución por automatización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57CB9-DCD3-4720-AE83-4A217604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E7ED3-4A17-4958-8D31-A9EDD090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0BA63-CE0A-4560-AC92-37320ECB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AED91-9024-48C3-8DAA-4F89F217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14173-FD0A-475E-BAB1-C0373AF1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 llegada automática reduce tareas visibles en Recepción, pero desplaza excepciones a otro turno y proveedor. El equipo actualiza beneficio, carga, conocimiento, autoridad y capacidad de reparar.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9BFC6-89A0-45EB-93BE-33612D17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4576765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84C686-2594-4C20-B12A-37E296F5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43B5E-05F7-493D-809E-9DFBD1CD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9553E-715D-4800-9280-CD649864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EDFE9-05FF-4E4C-B771-B600B0F0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E527E-FD1C-477D-8FF2-9D2E7302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BB17E-5EA3-44D6-9D12-3DCA494F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4515F-8413-4C57-B31F-7A842B5D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21CD4-9C01-47C2-965B-BFC09D66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Acuerdo de participación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4E480-B2C5-44F7-9264-2AC02374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A2FF6-2D52-461E-8962-0CA2A10B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19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CFA6E-6F51-4787-9B20-66502288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redacta cuatro reglas operativas: quién participa, sobre qué decisión, con qué evidencia, y qué objeción puede detener o revisar. Incluye un canal seguro y una respuesta obligatoria.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6ED62-888F-4751-962D-F78DD1EB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5C9AD-F994-4CEC-B3BA-8D35E97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662459-3842-4890-8252-46B025D4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736B3-FBF8-4968-989D-623410B3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7F7CCD-36F4-456F-8F66-7D26FD29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02960C-05FA-4862-B110-1AD7467C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271F9-4BC6-43B2-847E-1302BC4B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90582D-1FC2-4AEA-A552-A4BB75AE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A35963-C777-4E04-8231-CFD2E6D7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F9FD30-0490-42E6-8A0A-63EB26A6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A35713-D9E8-4080-A26A-D00CBF32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584EF3-7A71-4578-B29D-FE68BC15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442982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E19416-E440-48AE-9FFA-186AE0BE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F2DD9-A3D2-4F10-9FFD-527DC513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7D6EE-DFC3-48B2-8805-1BF3123D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03FA1-A4C0-42DD-A5C8-E072FB7D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5D2EE-0D5D-4117-B9C2-B4498728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6EA75-36C5-455C-A2C7-F3CFD976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46153-B6D4-4D7D-991F-79C1D339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92CAA-53D6-4AE8-B20F-6B3D3E5F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Defensa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06338-5F90-4EDD-8ABB-8AB3FA0A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147F6-84E7-4FB9-97D5-B3B41601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B7B52-373A-440D-B43D-79C047C2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La defensa nombra la decisión modificada por un actor inicialmente ausente. El registro individual identifica qué incertidumbre necesita investigar N06.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712DE-0329-4780-8E1D-C58F2333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8C184-23C3-480A-A77C-822A884B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1BF06-8081-4D1F-8E12-68769384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6763B0-B5C1-4F14-8273-7948ACC3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413D6-8EB5-47FE-BBB1-E60B4555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C6192-7251-4A85-8805-9FFD9D1D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DADB4-E37B-4530-B993-A9A0BD78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A17BD-0D83-465F-96D3-0547BBD2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2717C0-6FF7-4810-9CAE-DBFF84FF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40716E-5B99-4CC5-940D-FDA23992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9E4092-0FBF-4E35-B8C4-33FF6822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9E231B-ABBD-40D1-BEAF-E9381BA5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717687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C4B74-BC8E-434E-B59B-5DB9FA46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4981E-DA34-458C-89B3-1AA801A6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76D22-99A7-49E0-9728-9931FE1D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702D2-7FF2-4FDB-810D-37F59021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F75A3-DAB3-4256-AB65-18E12D97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B3A7E-FF22-41BE-9A3B-67C611C1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F0056-7D37-4D2C-9ADC-75AF84C9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CBBBE-1954-4C44-9CC0-CE6DF99F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4549E-E7D7-4A49-A33E-041B851E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D3D55-21D0-4AB0-A8FE-84E1F7E6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07857-08DB-4608-AD61-099576BE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F2006-868B-44D3-8E42-B5840F4E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8A604-BF36-4292-8F08-504A1FC8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89FD2F-0CCC-4159-9C41-639DB257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2D7010-6717-49CA-B65C-FD9807A5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mapa ADC revisado y un acuerdo de participación que especifica quién puede aportar evidencia, objetar, detener y reparar una decisión de HH-05.</a:t>
            </a:r>
          </a:p>
        </p:txBody>
      </p:sp>
    </p:spTree>
    <p:extLst>
      <p:ext uri="{BB962C8B-B14F-4D97-AF65-F5344CB8AC3E}">
        <p14:creationId xmlns:p14="http://schemas.microsoft.com/office/powerpoint/2010/main" val="3034718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2026-09-14T03:54:10.4950000Z</dcterms:created>
  <dcterms:modified xsi:type="dcterms:W3CDTF">2026-09-14T03:54:10.4950000Z</dcterms:modified>
</coreProperties>
</file>