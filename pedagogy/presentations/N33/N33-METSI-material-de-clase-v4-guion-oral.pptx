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5ba757d9974f1a" /><Relationship Type="http://schemas.openxmlformats.org/officeDocument/2006/relationships/extended-properties" Target="/docProps/app.xml" Id="R3c926e16808d4ebd" /><Relationship Type="http://schemas.openxmlformats.org/officeDocument/2006/relationships/officeDocument" Target="/ppt/presentation.xml" Id="Rf28af1b0bc8f42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78914c710c4c83"/>
  </p:sldMasterIdLst>
  <p:notesMasterIdLst>
    <p:notesMasterId xmlns:r="http://schemas.openxmlformats.org/officeDocument/2006/relationships" r:id="Re76a9844555d4b62"/>
  </p:notesMasterIdLst>
  <p:sldIdLst>
    <p:sldId xmlns:r="http://schemas.openxmlformats.org/officeDocument/2006/relationships" id="256" r:id="R2b19bdf8196e45f1"/>
    <p:sldId xmlns:r="http://schemas.openxmlformats.org/officeDocument/2006/relationships" id="257" r:id="Rb651fd6800a949fe"/>
    <p:sldId xmlns:r="http://schemas.openxmlformats.org/officeDocument/2006/relationships" id="258" r:id="R045331a6f49b4ca7"/>
    <p:sldId xmlns:r="http://schemas.openxmlformats.org/officeDocument/2006/relationships" id="259" r:id="R74e168b606494f3a"/>
    <p:sldId xmlns:r="http://schemas.openxmlformats.org/officeDocument/2006/relationships" id="260" r:id="R0466b957b28d4611"/>
    <p:sldId xmlns:r="http://schemas.openxmlformats.org/officeDocument/2006/relationships" id="261" r:id="R0a44b415f7a74d61"/>
    <p:sldId xmlns:r="http://schemas.openxmlformats.org/officeDocument/2006/relationships" id="262" r:id="R24e09c058f6f4d8c"/>
    <p:sldId xmlns:r="http://schemas.openxmlformats.org/officeDocument/2006/relationships" id="263" r:id="R3de94a989e8c432a"/>
    <p:sldId xmlns:r="http://schemas.openxmlformats.org/officeDocument/2006/relationships" id="264" r:id="Rc141f2f3cf834e01"/>
    <p:sldId xmlns:r="http://schemas.openxmlformats.org/officeDocument/2006/relationships" id="265" r:id="Rce4632dc7b6145b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dcc25eb4224b94" /><Relationship Type="http://schemas.openxmlformats.org/officeDocument/2006/relationships/slideMaster" Target="/ppt/slideMasters/slideMaster1.xml" Id="Re178914c710c4c83" /><Relationship Type="http://schemas.openxmlformats.org/officeDocument/2006/relationships/notesMaster" Target="/ppt/notesMasters/notesMaster1.xml" Id="Re76a9844555d4b62" /><Relationship Type="http://schemas.openxmlformats.org/officeDocument/2006/relationships/presProps" Target="/ppt/presProps.xml" Id="R856cf98422064505" /><Relationship Type="http://schemas.openxmlformats.org/officeDocument/2006/relationships/tableStyles" Target="/ppt/tableStyles.xml" Id="R2887091433aa4edc" /><Relationship Type="http://schemas.openxmlformats.org/officeDocument/2006/relationships/slide" Target="/ppt/slides/slide1.xml" Id="R2b19bdf8196e45f1" /><Relationship Type="http://schemas.openxmlformats.org/officeDocument/2006/relationships/slide" Target="/ppt/slides/slide2.xml" Id="Rb651fd6800a949fe" /><Relationship Type="http://schemas.openxmlformats.org/officeDocument/2006/relationships/slide" Target="/ppt/slides/slide3.xml" Id="R045331a6f49b4ca7" /><Relationship Type="http://schemas.openxmlformats.org/officeDocument/2006/relationships/slide" Target="/ppt/slides/slide4.xml" Id="R74e168b606494f3a" /><Relationship Type="http://schemas.openxmlformats.org/officeDocument/2006/relationships/slide" Target="/ppt/slides/slide5.xml" Id="R0466b957b28d4611" /><Relationship Type="http://schemas.openxmlformats.org/officeDocument/2006/relationships/slide" Target="/ppt/slides/slide6.xml" Id="R0a44b415f7a74d61" /><Relationship Type="http://schemas.openxmlformats.org/officeDocument/2006/relationships/slide" Target="/ppt/slides/slide7.xml" Id="R24e09c058f6f4d8c" /><Relationship Type="http://schemas.openxmlformats.org/officeDocument/2006/relationships/slide" Target="/ppt/slides/slide8.xml" Id="R3de94a989e8c432a" /><Relationship Type="http://schemas.openxmlformats.org/officeDocument/2006/relationships/slide" Target="/ppt/slides/slide9.xml" Id="Rc141f2f3cf834e01" /><Relationship Type="http://schemas.openxmlformats.org/officeDocument/2006/relationships/slide" Target="/ppt/slides/slide10.xml" Id="Rce4632dc7b6145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032d62cef1f4f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e1d50190d14f6a" /><Relationship Type="http://schemas.openxmlformats.org/officeDocument/2006/relationships/notesMaster" Target="/ppt/notesMasters/notesMaster1.xml" Id="R5fd9fc96e4da448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0f2340b5795441b" /><Relationship Type="http://schemas.openxmlformats.org/officeDocument/2006/relationships/notesMaster" Target="/ppt/notesMasters/notesMaster1.xml" Id="Re81ec17a700f40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e799b9650084e19" /><Relationship Type="http://schemas.openxmlformats.org/officeDocument/2006/relationships/notesMaster" Target="/ppt/notesMasters/notesMaster1.xml" Id="R0918c0a87e6e41f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21bc499c384b39" /><Relationship Type="http://schemas.openxmlformats.org/officeDocument/2006/relationships/notesMaster" Target="/ppt/notesMasters/notesMaster1.xml" Id="Rf51507945b434f9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9cea057a4074d59" /><Relationship Type="http://schemas.openxmlformats.org/officeDocument/2006/relationships/notesMaster" Target="/ppt/notesMasters/notesMaster1.xml" Id="R107d2e7b2f164aa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4c989f0beff441c" /><Relationship Type="http://schemas.openxmlformats.org/officeDocument/2006/relationships/notesMaster" Target="/ppt/notesMasters/notesMaster1.xml" Id="R79d17ff6b1e4411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0b4e03b68174bb7" /><Relationship Type="http://schemas.openxmlformats.org/officeDocument/2006/relationships/notesMaster" Target="/ppt/notesMasters/notesMaster1.xml" Id="R2e4526b5880e4cc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899128117aa4f3f" /><Relationship Type="http://schemas.openxmlformats.org/officeDocument/2006/relationships/notesMaster" Target="/ppt/notesMasters/notesMaster1.xml" Id="Rfe36cf6cb6d0411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b32e0c53ac94660" /><Relationship Type="http://schemas.openxmlformats.org/officeDocument/2006/relationships/notesMaster" Target="/ppt/notesMasters/notesMaster1.xml" Id="Rf80260ed8bd1467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0fb857bb4f04948" /><Relationship Type="http://schemas.openxmlformats.org/officeDocument/2006/relationships/notesMaster" Target="/ppt/notesMasters/notesMaster1.xml" Id="R9f33bb5622ce45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Hoy vamos a trabajar sobre Gobierno vivo de IA: inventario, responsabilidad, datos, proveedores, cambios, incidentes, reparación y retiro.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Quiero empezar con una pregunta. ¿Cómo mantener bajo control un sistema de inteligencia artificial que cambia mientras se usa y depende de datos, modelos, personas y proveedores distintos?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Tómense un minuto para responder con sus propias palabras. No busquen una definición perfecta ni traten de adivinar qué respuesta espero. Anoten qué creen ahora y qué dato les falta para estar más seguros.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uso no figura en el inventario? ¿Quién tiene autoridad para detener?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Después vamos a comparar las respuestas. Si aparecen posiciones distintas, esa diferencia nos va a servir para reconocer los supuestos con los que cada uno llegó al encuentro.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Vamos a empezar con una primera toma de posición.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Los equipos encuentran IA en herramientas, proveedores y prácticas no registradas y delimitan la frontera real.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primera respuesta funciona como una referencia. Más adelante podremos ver si cambió y por qué.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10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¿Quién tiene autoridad para detener? ¿Qué cambió en el proveedor?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Cuando todos hayan dejado una posición visible, seguimos.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Ahora vamos a poner en común lo que cada uno vio y a comparar diferencias.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riesgo recibe decisor, autoridad, evidencia, escalamiento y rendición de cuentas.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intenten borrar el desacuerdo demasiado rápido. Una diferencia puede mostrar que estamos usando criterios distintos o mirando consecuencias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15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cambió en el proveedor? ¿Qué señal revela daño sin caída técnica?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continuar, quiero que cada equipo pueda señalar por lo menos una diferencia que cambiaría una decisión.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Detengámonos en la distinción que necesitamos para poder decidir mejor.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 rastrean datos, modelo, configuración, versión, proveedor y condiciones de uso.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necesitamos repasar toda la lectura. Vamos a usar el concepto solamente donde ayuda a interpretar lo que tenemos delante.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15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señal revela daño sin caída técnica? ¿Cómo puede impugnar una persona?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Seguimos cuando la distinción pueda explicarse con un ejemplo del caso y no solamente con una definición.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 esa distinción disponible, vamos a reconstruir el problema sobre un caso concreto.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 clasifican cambios por impacto y se define qué exige prueba, aprobación, comunicación o detención.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Busquen relaciones que otra persona pueda seguir. Una afirmación gana valor cuando podemos mostrar en qué evidencia se apoya y qué decisión modifica.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18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¿Cómo puede impugnar una persona? ¿Qué persiste después del retiro?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avanzar, dejen la producción en una forma que otro equipo pueda leer y revisar.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Voy a incorporar información nueva. La idea es observar si nuestra explicación resiste o necesita cambiar.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disponibilidad permanece verde, pero un subgrupo empeora. El equipo detecta, contiene y reevalúa.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Cambiar de posición frente a evidencia nueva no es un error. Es una señal de que el razonamiento permanece abierto a revisión.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18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persiste después del retiro? ¿Qué uso no figura en el inventario?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Anoten con claridad qué cambió, qué se mantiene y qué decisión queda habilitada por la evidencia nueva.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Llegó el momento de revisar el trabajo de otro equipo con cuidado y con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Una persona afectada cuestiona una decisión. Se reconstruye fundamento, revisión humana y reparación efectiva.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Una buena objeción no reemplaza el trabajo ajeno. Señala una relación débil y propone qué observación permitiría examinarla.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16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uso no figura en el inventario? ¿Quién tiene autoridad para detener?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revisión termina cuando la objeción señala una relación concreta y propone una prueba posible.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Vamos a defender una posición provisional y a explicar en qué evidencia se apoya.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 apaga el sistema por etapas, se sostiene continuidad y se preservan registros, obligaciones y vías de reparación.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Sean breves y específicos. Necesitamos escuchar qué sostienen, con qué evidencia y bajo qué condición aceptarían revisar la decisión.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20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¿Quién tiene autoridad para detener? ¿Qué cambió en el proveedor?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equipo cierra cuando puede sostener una decisión provisional y también puede nombrar su límite.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terminar esta secuencia, vamos a registrar qué cambió y qué pregunta queda abierta.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 seleccionan evidencias del curso que N34 integrará en una cadena defendible.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registro final importa porque nos permite reconstruir el aprendizaje sin depender de la memoria del momento.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8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cambió en el proveedor? ¿Qué señal revela daño sin caída técnica?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terminar, dejen por escrito qué aprendieron y qué evidencia todavía podría cambiar su posición.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cerrar, vuelvan por un momento a la respuesta que dieron al comienzo.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Completen estas tres frases con una idea concreta. Antes pensaba. Ahora sostengo. Todavía revisaría mi posición si apareciera determinada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hace falta mostrar una conclusión definitiva. Lo importante es poder explicar qué cambió, qué produjo ese cambio y qué pregunta sigue abierta.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resultado que buscamos hoy es este. Cada equipo entrega un sistema vivo de gobierno HH-33 capaz de detectar cambio, responder incidentes, reparar y retirar.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Dejen ese registro por escrito. Va a ser el punto de partida para el próximo encuentro y una huella del recorrido que estamos construyendo.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77f7cc18214a9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aef96ca9574383" /><Relationship Type="http://schemas.openxmlformats.org/officeDocument/2006/relationships/slideLayout" Target="/ppt/slideLayouts/slideLayout1.xml" Id="R414ef118dcd8470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4ef118dcd847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66cedf4a9d4431" /><Relationship Type="http://schemas.openxmlformats.org/officeDocument/2006/relationships/notesSlide" Target="/ppt/notesSlides/notesSlide1.xml" Id="Rc17a7a2eaea140f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df2092d6374ecc" /><Relationship Type="http://schemas.openxmlformats.org/officeDocument/2006/relationships/notesSlide" Target="/ppt/notesSlides/notesSlide2.xml" Id="R5afa2a02f08640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a42c6b90c84b2c" /><Relationship Type="http://schemas.openxmlformats.org/officeDocument/2006/relationships/notesSlide" Target="/ppt/notesSlides/notesSlide3.xml" Id="R15359bbb20d847e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d55f3a32d74d5f" /><Relationship Type="http://schemas.openxmlformats.org/officeDocument/2006/relationships/notesSlide" Target="/ppt/notesSlides/notesSlide4.xml" Id="R21c68bd85bc7497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5a5aa2f81b419e" /><Relationship Type="http://schemas.openxmlformats.org/officeDocument/2006/relationships/notesSlide" Target="/ppt/notesSlides/notesSlide5.xml" Id="R0f56e47bb059493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76f50e5ddb4c32" /><Relationship Type="http://schemas.openxmlformats.org/officeDocument/2006/relationships/notesSlide" Target="/ppt/notesSlides/notesSlide6.xml" Id="R7088b48239ce410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9eeb5edbca4305" /><Relationship Type="http://schemas.openxmlformats.org/officeDocument/2006/relationships/notesSlide" Target="/ppt/notesSlides/notesSlide7.xml" Id="R0dda98e7ac97405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8c59ab133f450b" /><Relationship Type="http://schemas.openxmlformats.org/officeDocument/2006/relationships/notesSlide" Target="/ppt/notesSlides/notesSlide8.xml" Id="R62ab307b4836412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7fc226ecde437f" /><Relationship Type="http://schemas.openxmlformats.org/officeDocument/2006/relationships/notesSlide" Target="/ppt/notesSlides/notesSlide9.xml" Id="R1df780eb841044b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e23c454bd541c7" /><Relationship Type="http://schemas.openxmlformats.org/officeDocument/2006/relationships/notesSlide" Target="/ppt/notesSlides/notesSlide10.xml" Id="Red9b26f0d2e04c8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B55BE2-E3C2-4591-AD7E-5C6F43F88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FBBF6C-B099-48A2-906B-9CD67D88B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DBB4D5-4DD7-4F21-8693-8E198FD7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8328B9-3774-4C31-BE75-8C9955707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G · 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0C9E56-5031-4662-A40B-F7AA6168A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551ACF-7B91-4845-ADB2-59999A1ED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4095D2-447B-40F2-B5E2-4B7F0EE68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AB2E6F-2C56-4D25-92BD-168E41D69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DD69BB-3ED7-4E3E-8812-3FB0FD51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Gobierno vivo de IA: inventario, responsabilidad, datos, proveedores, cambios, incidentes, reparación y retiro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F076C0-90D4-4B44-A431-04892D376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9906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¿Cómo mantener bajo control un sistema de inteligencia artificial que cambia mientras se usa y depende de datos, modelos, personas y proveedores distintos?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E5C6AE-D0F6-4174-AEFE-5EE7C0D7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56923D-34B6-4DBC-B085-32654DF9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7748273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99F267-4B64-4075-B3E6-F85854E3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AF7775-62DE-4B2F-811E-89F35C8AB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6A33D0-F1F6-4FCD-A828-036DF0BF6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87C4F0-2B57-428A-BACC-B11E3497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G · 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ADD5CE-95E1-4329-B0C1-5E31EA3C3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8CF188-D087-4F1F-9E71-D11417EE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9CE491-7AEB-4CC9-A412-809AD65BD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9691F9-E494-4DE9-8050-7AED5EC34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Censo de usos ocultos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58027D-F27E-4ABB-AFBA-CF03E4D83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ECF620-FFAA-43EA-8AAD-2A51F96C8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D9C509-BA41-422C-B79C-B900AC170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Los equipos encuentran IA en herramientas, proveedores y prácticas no registradas y delimitan la frontera real.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25610F-D39D-46AC-AC84-11FF3A843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107632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B05635-14C5-4D56-956C-90DE68BE1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E99751-4835-49C5-9F18-30408B5D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363317-A8B3-4BF0-AA66-5FF18353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frase antes de debatir.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CBCB2C-55CD-496B-BED8-6F7CC3987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F82031-049F-4D39-8AE1-45606374A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FE7C75-ECCC-4974-B000-741417428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1BD772-899E-45D6-B481-25BF29E7B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5F92B7-774F-4D7B-BE80-61088D9AD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92E421-2CA1-4073-BF61-3C415179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</p:spTree>
    <p:extLst>
      <p:ext uri="{BB962C8B-B14F-4D97-AF65-F5344CB8AC3E}">
        <p14:creationId xmlns:p14="http://schemas.microsoft.com/office/powerpoint/2010/main" val="2759829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A81939-A18D-4159-946A-BA7E9FF0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8462E4-703A-430D-BD20-DBBD01DF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7B3C73-77C5-4D30-B5A2-D09140871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2745C9-0D15-471A-BE82-75BE4666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G · 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4FAF5E-8067-4598-BCD1-0FCB9C782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75CFC0-7351-477F-82D0-4A9DA0411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907315-FC2C-4AB0-99C2-8749BA937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9D72D8-440E-4729-8B2B-FED48A81C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Asignación de obligaciones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028E6B-C51D-42F9-8323-295C18601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C45A2D-AF2D-4013-9745-DF4DF42AF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15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4243E0-E99E-473C-82DA-D2896707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riesgo recibe decisor, autoridad, evidencia, escalamiento y rendición de cuentas.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45987C-4CB6-4B9A-BEBD-39AF4A490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AEDB61-7949-4388-95E0-D4E8ABF21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F694C5-41DD-46C2-BC81-C3B96A70C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0305A7-2469-4933-9E53-E0553CA9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635CE8-5838-4D38-A6E6-A76FA6C1E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A1D091-761B-4C2E-B446-1D082FB8F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38D249-B526-44D9-9550-12E25EC47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8AD79F-2DA4-4BDA-B217-973093667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154EBD-7AE7-4FDF-9D2B-A0BD67022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72E27F-B0BD-427D-BFDA-BB0BBEE58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9D6727-9CAE-402B-AA0F-F3843A70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7DB261-E0E1-4A20-8098-5C0D4CB85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</p:spTree>
    <p:extLst>
      <p:ext uri="{BB962C8B-B14F-4D97-AF65-F5344CB8AC3E}">
        <p14:creationId xmlns:p14="http://schemas.microsoft.com/office/powerpoint/2010/main" val="12033313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8F18F4-9815-4885-B87E-52085B025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314CD2-218D-4E98-B90A-49BF61FF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76A5F9-75B1-4040-9765-BF21E9713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E9054C-7FB2-4336-96C6-C2DCF6AF8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G · 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8FEC2A-C966-4AD4-9074-962D00D71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BB88A7-346C-49C4-A4FE-C364096F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EB3549-40F9-4D8F-9256-71CE56FC6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72C218-F911-4881-8DE6-AA12178D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Cadena de procedencia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7326B0-9BA4-49ED-A706-C14B434E0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EE5C90-DFFD-4DD3-BBE9-724B63EE7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15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A6E0F6-D368-4C61-AEA0-5430C0A29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rastrean datos, modelo, configuración, versión, proveedor y condiciones de uso.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620B24-4834-447F-B814-B90283A9B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D555C5-45E4-4F13-B8C3-34B8B07F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el artefacto afirma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A6886F-450A-4B4C-AB98-3C28094DF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190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21012E-7D41-44B8-B8C9-CBDACB225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58E3AC-DD4E-4B4D-9B66-64913DEC0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la evidencia permite afirmar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3340CE-FCAF-418E-BC63-1ECF7D319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175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La diferencia debe conducir a una revisión observable.</a:t>
            </a:r>
          </a:p>
        </p:txBody>
      </p:sp>
    </p:spTree>
    <p:extLst>
      <p:ext uri="{BB962C8B-B14F-4D97-AF65-F5344CB8AC3E}">
        <p14:creationId xmlns:p14="http://schemas.microsoft.com/office/powerpoint/2010/main" val="4097998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F0EE38-70A1-4ACF-A688-EDDA63E60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7CE1D4-B186-4084-BB74-B944F8AE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0A62B5-7459-4E9B-BEFA-9F1ECC8F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6CBE96-6A20-4FE7-97BF-9FBB24984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G · 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B46EFA-C364-42EA-9B7A-1B23A935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820883-6D15-422B-AA44-FD6C7604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11BB99-DF1D-46E8-92C2-55AE3857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B12BEA-9306-4B2C-90E7-C2DF41133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Mesa de control de cambios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A0CB17-029D-41A6-A019-58A18620A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A870EA-53A0-4B6B-8DD3-E6222971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190C08-70CB-4405-80B4-887B9C027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clasifican cambios por impacto y se define qué exige prueba, aprobación, comunicación o detención.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2517F2-A5A2-4797-889C-E33A97324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892A9D-8720-45FC-8AC5-1E2A57B82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194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A09EFE-CD2D-4501-9CC8-1E50F4334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50326A-442B-4C13-B6D1-EB5774465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B847FF-6ABC-4BA8-A99D-C806A3911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BAB033-F1FB-461E-B0A7-8B4DCFD33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433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941DEE-0E9A-4C8D-9054-9AF41E7B3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BC6A99-7565-4FAF-BF4E-FD8641215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D32F45-BB36-4D91-922E-FC12A649F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9C3201-4EC5-491B-A1F1-569C4133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C0E2D5-5672-41F9-9C35-65DBF9938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768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2FA675-EE95-428C-A879-ABAE315A3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14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9573860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280ADE-27D1-48BA-BDFA-C0FB24AB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F30258-F36B-47D0-94C9-02DAA0B6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7114A3-AD84-437B-BF0C-B7C161CB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DD2C4A-7AE0-436F-AB7C-934A29D7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G · 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C7150B-4D9E-4276-BF6E-699B63907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8C0429-38E3-4B3D-BC0B-E29FDC10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3310B4-7F57-4A91-B3BC-A8F655908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15BA84-4B56-4D2B-A30D-05D06A979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Deriva silenciosa HH-33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642929-4E34-4348-9622-32B4FA81C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3A9FD0-A558-42D6-9092-CD294440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F3CA53-38EE-4F2C-82ED-0AACF53E6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3FD2A9-38E9-471B-8ADB-D74E62AF2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B30585-113E-4CBC-AD69-36465A882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5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Deriva HH-33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C7D6DE-82E0-4425-BFD5-D65E1C18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8096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7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La disponibilidad permanece verde, pero un subgrupo empeora. El equipo detecta, contiene y reevalúa.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5ED3D2-283B-4CA1-AE14-96612B0F9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D470FB-DCE1-4601-911B-869727372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18</a:t>
            </a:r>
          </a:p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minutos</a:t>
            </a:r>
          </a:p>
        </p:txBody>
      </p:sp>
    </p:spTree>
    <p:extLst>
      <p:ext uri="{BB962C8B-B14F-4D97-AF65-F5344CB8AC3E}">
        <p14:creationId xmlns:p14="http://schemas.microsoft.com/office/powerpoint/2010/main" val="14712144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A056A1-1E06-46C0-A286-26292742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A6AF4D-D314-4C0D-93DE-CF8A76775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571D2F-47F2-419D-BFC1-615A3B8C9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D75607-62DF-496C-B98B-85CC4F999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G · 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14C3E4-08B8-4AC4-8C38-87AADF06D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1DFCD2-2105-42F1-8053-75F28590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5BDA1B-F7EE-40D5-ACA0-829D41F22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107849-2755-404A-BEDD-6A0FCD184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Audiencia de contestación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425E5B-71CF-41CF-A132-319317D1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D2D1D8-0343-4B64-BD9E-FD513A3EE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16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7F9306-3A6F-48DB-AB99-E6EBD541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36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1AF14A-C379-4D52-974A-C7A1E9936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3992FC-4AC1-431D-AB83-5D84567FE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Una persona afectada cuestiona una decisión. Se reconstruye fundamento, revisión humana y reparación efectiva.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F4627B-8690-46CF-82FA-4171B05A6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625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Localicen qué cambia, qué se sostiene y qué todavía falta probar.</a:t>
            </a:r>
          </a:p>
        </p:txBody>
      </p:sp>
    </p:spTree>
    <p:extLst>
      <p:ext uri="{BB962C8B-B14F-4D97-AF65-F5344CB8AC3E}">
        <p14:creationId xmlns:p14="http://schemas.microsoft.com/office/powerpoint/2010/main" val="11969781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294153-0C7B-4049-9A39-5FA55BCF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9B1814-619E-4FA8-A845-61847F13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9C4BE4-BE86-43CD-B5F8-1C0F9026E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ED796C-4D02-4C16-90F9-1D06F138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G · 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67C41E-7D95-4C83-A7B1-E8DA17865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D70137-E2D4-495E-AB95-9A63F5FF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955403-CFCC-485B-A460-A698B895C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64C8E0-4AC2-4C5C-B3A6-528CECC33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Simulacro de retiro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48B61D-E854-43F2-A9F7-117982331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DE83BA-9A18-44B4-9355-C5576492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20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B1D960-BD21-46CE-9875-D06843095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apaga el sistema por etapas, se sostiene continuidad y se preservan registros, obligaciones y vías de reparación.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E48EDE-B885-40BF-B80F-40597D72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ED0A1F-EAA6-4930-995A-5D30F40D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98F63B-F1FA-41C5-8074-9A5060B5E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7D1833-0BF4-4A41-99FF-674B7F83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A326B7-0773-4B42-BB7F-0FDEBDD96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7FD256-CE61-4897-9418-BD43FCE22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F2BD88-0F36-4788-B5E5-67EED411C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77C546-836A-451B-93CF-1745040F7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4D0A74-3231-45CE-8925-387DB7E97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149B74-5F15-425E-AE16-0D9BAF5BF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6A2704-96D4-44E6-9270-FE93941F6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F1643E-5EF3-48BD-9A00-6BB0E09DB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6662173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D8FF56-1F4B-4CAB-BA51-17E99B37F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FBAB95-6A2D-4F5A-9CFF-0D2D7A7CB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C68E62-5E4E-4D31-91CC-7ADD8AE58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D7C55C-3FAF-4388-82C6-1BA491605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G · 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F3F316-D0AA-4FA9-A704-1B40551F1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2E3935-7444-4AA9-BF60-50D9FAA15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CC1E29-2F81-4241-9C18-50F18F2A9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7EFBA0-360B-44C0-947E-92970D73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Cierre y puente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652AAF-0FF4-4E2A-8C39-D47E615DA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4B4FDC-DBB7-4182-9D41-BF353CD2E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E9C86B-034B-4FD3-A9FD-7D14C5B5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seleccionan evidencias del curso que N34 integrará en una cadena defendible.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CDD102-9E63-44AD-BE11-2A23BF694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E47C26-25F6-4837-A0B9-30407062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908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0F4547-DDC3-478F-AC15-F1EA30530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90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51788C-5383-44E5-8B0D-22A4936A7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813875-8586-456F-86BB-63A01DF4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766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D9D52F-6EA0-459A-8BB3-9BAD0CB4C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766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AC2025-CB2D-4D95-9345-6EE933E32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36429D-3D58-44E8-A815-76B0DC47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624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36603D-FA17-4D24-8997-52CE3CA9F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3624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49B919-D8C4-470F-94C1-5C18D20F2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06A74C-8F34-4699-9BC2-5F6DF28CC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482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F83EF6-98CB-4667-9D9C-C875F308B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48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1012117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55AF8C-C40A-4F72-9677-040720E7E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0BC1AD-1E5B-40B4-8338-376C85E5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AE6472-544E-4787-966F-0A5C2DB93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9C714F-D8D5-4F4F-9F70-EADC5C998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G · IA  ·  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AA530B-7AB2-4B9C-8242-0E193FBE5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6BCEED-0ED8-4718-91F1-C1A31B908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0A3E86-6C48-4C7C-A5A7-E4225226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F74D10-E38F-4AC6-969A-F659D6FD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N34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03CED6-16E8-462D-8C42-EC370D783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689766-ADB1-4206-B9AE-E0DECCAD6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149139-B3ED-4B49-97AC-2749735BA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9D3E9A-96AD-4C7A-8E72-6F0EE894D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A9088D-ADA6-4C46-89A1-67D154568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913144-FBFF-4436-8803-540EFBB4F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DB756D-D723-4887-A59F-98C0C8DEC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 sistema vivo de gobierno HH-33 capaz de detectar cambio, responder incidentes, reparar y retirar.</a:t>
            </a:r>
          </a:p>
        </p:txBody>
      </p:sp>
    </p:spTree>
    <p:extLst>
      <p:ext uri="{BB962C8B-B14F-4D97-AF65-F5344CB8AC3E}">
        <p14:creationId xmlns:p14="http://schemas.microsoft.com/office/powerpoint/2010/main" val="4031735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2026-09-15T15:47:33.2420000Z</dcterms:created>
  <dcterms:modified xsi:type="dcterms:W3CDTF">2026-09-15T15:47:33.2420000Z</dcterms:modified>
</coreProperties>
</file>