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fd76bd18543ff" /><Relationship Type="http://schemas.openxmlformats.org/officeDocument/2006/relationships/extended-properties" Target="/docProps/app.xml" Id="R990efeb462324734" /><Relationship Type="http://schemas.openxmlformats.org/officeDocument/2006/relationships/officeDocument" Target="/ppt/presentation.xml" Id="R1a06c541446448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541874fdb84bac"/>
  </p:sldMasterIdLst>
  <p:notesMasterIdLst>
    <p:notesMasterId xmlns:r="http://schemas.openxmlformats.org/officeDocument/2006/relationships" r:id="R39e1b51d526e4894"/>
  </p:notesMasterIdLst>
  <p:sldIdLst>
    <p:sldId xmlns:r="http://schemas.openxmlformats.org/officeDocument/2006/relationships" id="256" r:id="R3ef6ab2b704f4261"/>
    <p:sldId xmlns:r="http://schemas.openxmlformats.org/officeDocument/2006/relationships" id="257" r:id="Rc5bba800228b4d29"/>
    <p:sldId xmlns:r="http://schemas.openxmlformats.org/officeDocument/2006/relationships" id="258" r:id="R2cb88d50c9cd47a9"/>
    <p:sldId xmlns:r="http://schemas.openxmlformats.org/officeDocument/2006/relationships" id="259" r:id="R310f1f6155f64ed0"/>
    <p:sldId xmlns:r="http://schemas.openxmlformats.org/officeDocument/2006/relationships" id="260" r:id="R0430975102f74bf4"/>
    <p:sldId xmlns:r="http://schemas.openxmlformats.org/officeDocument/2006/relationships" id="261" r:id="R3256aea79dc844cc"/>
    <p:sldId xmlns:r="http://schemas.openxmlformats.org/officeDocument/2006/relationships" id="262" r:id="R2252f919113e4e41"/>
    <p:sldId xmlns:r="http://schemas.openxmlformats.org/officeDocument/2006/relationships" id="263" r:id="R11581adce5f245a8"/>
    <p:sldId xmlns:r="http://schemas.openxmlformats.org/officeDocument/2006/relationships" id="264" r:id="R55abc7a06c4e4b2b"/>
    <p:sldId xmlns:r="http://schemas.openxmlformats.org/officeDocument/2006/relationships" id="265" r:id="Ra861a6d48b3f4c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b02c288ef4c74" /><Relationship Type="http://schemas.openxmlformats.org/officeDocument/2006/relationships/slideMaster" Target="/ppt/slideMasters/slideMaster1.xml" Id="R1c541874fdb84bac" /><Relationship Type="http://schemas.openxmlformats.org/officeDocument/2006/relationships/notesMaster" Target="/ppt/notesMasters/notesMaster1.xml" Id="R39e1b51d526e4894" /><Relationship Type="http://schemas.openxmlformats.org/officeDocument/2006/relationships/presProps" Target="/ppt/presProps.xml" Id="R55935aa1c81140f1" /><Relationship Type="http://schemas.openxmlformats.org/officeDocument/2006/relationships/tableStyles" Target="/ppt/tableStyles.xml" Id="R87cb8bb48a6643cb" /><Relationship Type="http://schemas.openxmlformats.org/officeDocument/2006/relationships/slide" Target="/ppt/slides/slide1.xml" Id="R3ef6ab2b704f4261" /><Relationship Type="http://schemas.openxmlformats.org/officeDocument/2006/relationships/slide" Target="/ppt/slides/slide2.xml" Id="Rc5bba800228b4d29" /><Relationship Type="http://schemas.openxmlformats.org/officeDocument/2006/relationships/slide" Target="/ppt/slides/slide3.xml" Id="R2cb88d50c9cd47a9" /><Relationship Type="http://schemas.openxmlformats.org/officeDocument/2006/relationships/slide" Target="/ppt/slides/slide4.xml" Id="R310f1f6155f64ed0" /><Relationship Type="http://schemas.openxmlformats.org/officeDocument/2006/relationships/slide" Target="/ppt/slides/slide5.xml" Id="R0430975102f74bf4" /><Relationship Type="http://schemas.openxmlformats.org/officeDocument/2006/relationships/slide" Target="/ppt/slides/slide6.xml" Id="R3256aea79dc844cc" /><Relationship Type="http://schemas.openxmlformats.org/officeDocument/2006/relationships/slide" Target="/ppt/slides/slide7.xml" Id="R2252f919113e4e41" /><Relationship Type="http://schemas.openxmlformats.org/officeDocument/2006/relationships/slide" Target="/ppt/slides/slide8.xml" Id="R11581adce5f245a8" /><Relationship Type="http://schemas.openxmlformats.org/officeDocument/2006/relationships/slide" Target="/ppt/slides/slide9.xml" Id="R55abc7a06c4e4b2b" /><Relationship Type="http://schemas.openxmlformats.org/officeDocument/2006/relationships/slide" Target="/ppt/slides/slide10.xml" Id="Ra861a6d48b3f4c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8963df27b5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6d64cd95594ff8" /><Relationship Type="http://schemas.openxmlformats.org/officeDocument/2006/relationships/notesMaster" Target="/ppt/notesMasters/notesMaster1.xml" Id="R9be72e77aad7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5ddda00a264519" /><Relationship Type="http://schemas.openxmlformats.org/officeDocument/2006/relationships/notesMaster" Target="/ppt/notesMasters/notesMaster1.xml" Id="R449d9e00ae9540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ed1cd748c44269" /><Relationship Type="http://schemas.openxmlformats.org/officeDocument/2006/relationships/notesMaster" Target="/ppt/notesMasters/notesMaster1.xml" Id="Rb104b60978fe45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4fd30c7eef4bb1" /><Relationship Type="http://schemas.openxmlformats.org/officeDocument/2006/relationships/notesMaster" Target="/ppt/notesMasters/notesMaster1.xml" Id="Reeee668f40e84e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b538e52e564fa1" /><Relationship Type="http://schemas.openxmlformats.org/officeDocument/2006/relationships/notesMaster" Target="/ppt/notesMasters/notesMaster1.xml" Id="R285480c226c745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b8b15931444ea0" /><Relationship Type="http://schemas.openxmlformats.org/officeDocument/2006/relationships/notesMaster" Target="/ppt/notesMasters/notesMaster1.xml" Id="R0d35f74b0cc24c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4c9151e6f4114" /><Relationship Type="http://schemas.openxmlformats.org/officeDocument/2006/relationships/notesMaster" Target="/ppt/notesMasters/notesMaster1.xml" Id="Rcdef8cb5f9fe41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b0ed614ef343ac" /><Relationship Type="http://schemas.openxmlformats.org/officeDocument/2006/relationships/notesMaster" Target="/ppt/notesMasters/notesMaster1.xml" Id="R41033c45616949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d6b042a32c4eae" /><Relationship Type="http://schemas.openxmlformats.org/officeDocument/2006/relationships/notesMaster" Target="/ppt/notesMasters/notesMaster1.xml" Id="R8fc697a3f0d947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e5b5683a194e5f" /><Relationship Type="http://schemas.openxmlformats.org/officeDocument/2006/relationships/notesMaster" Target="/ppt/notesMasters/notesMaster1.xml" Id="R89f98210df6d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cambia después de aprobar.</a:t>
            </a:r>
          </a:p>
          <a:p xmlns:a="http://schemas.openxmlformats.org/drawingml/2006/main">
            <a:r>
              <a:t>Señal para avanzar: Aparecen obligaciones persistentes.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uso no figura en el inventario?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Inventario incompleto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Buscar usos indirectos y no usos.</a:t>
            </a:r>
          </a:p>
          <a:p xmlns:a="http://schemas.openxmlformats.org/drawingml/2006/main">
            <a:r>
              <a:t>Señal para avanzar: La frontera es sociotécnica.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Ownership con autoridad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nombre y capacidad.</a:t>
            </a:r>
          </a:p>
          <a:p xmlns:a="http://schemas.openxmlformats.org/drawingml/2006/main">
            <a:r>
              <a:t>Señal para avanzar: Existe rendición de cuentas.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procedencia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Rastrear versión y proveedor.</a:t>
            </a:r>
          </a:p>
          <a:p xmlns:a="http://schemas.openxmlformats.org/drawingml/2006/main">
            <a:r>
              <a:t>Señal para avanzar: El uso puede reconstruirse.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persiste después del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Clasificación de cambios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Graduar prueba y aprobación.</a:t>
            </a:r>
          </a:p>
          <a:p xmlns:a="http://schemas.openxmlformats.org/drawingml/2006/main">
            <a:r>
              <a:t>Señal para avanzar: No todo cambio pasa silencioso.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persiste después del retiro?</a:t>
            </a:r>
          </a:p>
          <a:p xmlns:a="http://schemas.openxmlformats.org/drawingml/2006/main">
            <a:r>
              <a:t>• ¿Qué uso no figura en el inventario?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Deriva HH-33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Mirar grupos y outcome.</a:t>
            </a:r>
          </a:p>
          <a:p xmlns:a="http://schemas.openxmlformats.org/drawingml/2006/main">
            <a:r>
              <a:t>Señal para avanzar: Se detecta más que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persiste después del retiro?</a:t>
            </a:r>
          </a:p>
          <a:p xmlns:a="http://schemas.openxmlformats.org/drawingml/2006/main">
            <a:r>
              <a:t>• ¿Qué uso no figura en el inventario?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Contestación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Dar información y acción a la persona.</a:t>
            </a:r>
          </a:p>
          <a:p xmlns:a="http://schemas.openxmlformats.org/drawingml/2006/main">
            <a:r>
              <a:t>Señal para avanzar: La revisión puede reparar.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uso no figura en el inventario?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Incidente de 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Coordinar técnica, negocio y derechos.</a:t>
            </a:r>
          </a:p>
          <a:p xmlns:a="http://schemas.openxmlformats.org/drawingml/2006/main">
            <a:r>
              <a:t>Señal para avanzar: Hay contención y comunicación.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tiene autoridad para detener?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Retiro por etapas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Mantener continuidad.</a:t>
            </a:r>
          </a:p>
          <a:p xmlns:a="http://schemas.openxmlformats.org/drawingml/2006/main">
            <a:r>
              <a:t>Señal para avanzar: Las obligaciones sobreviven al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cambió en el proveedor?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Elegir evidencias conectadas.</a:t>
            </a:r>
          </a:p>
          <a:p xmlns:a="http://schemas.openxmlformats.org/drawingml/2006/main">
            <a:r>
              <a:t>Señal para avanzar: Surge cadena integral.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señal revela daño sin caída técnica?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persiste después del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sistema vivo de gobierno HH-33 capaz de detectar cambio, responder incidentes, reparar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bee6dec5440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1f78397f3c47d0" /><Relationship Type="http://schemas.openxmlformats.org/officeDocument/2006/relationships/slideLayout" Target="/ppt/slideLayouts/slideLayout1.xml" Id="R4189054dbc26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89054dbc26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a44f402ba4743" /><Relationship Type="http://schemas.openxmlformats.org/officeDocument/2006/relationships/notesSlide" Target="/ppt/notesSlides/notesSlide1.xml" Id="R49cc534c518c4c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44b0ae0094903" /><Relationship Type="http://schemas.openxmlformats.org/officeDocument/2006/relationships/notesSlide" Target="/ppt/notesSlides/notesSlide2.xml" Id="R6e7dabb3bf4b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c3b1b80b24505" /><Relationship Type="http://schemas.openxmlformats.org/officeDocument/2006/relationships/notesSlide" Target="/ppt/notesSlides/notesSlide3.xml" Id="Rc3116adb6df2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6a6e1c5e140b5" /><Relationship Type="http://schemas.openxmlformats.org/officeDocument/2006/relationships/notesSlide" Target="/ppt/notesSlides/notesSlide4.xml" Id="R2f7d28aabc2f4b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bf4a86ee64c5d" /><Relationship Type="http://schemas.openxmlformats.org/officeDocument/2006/relationships/notesSlide" Target="/ppt/notesSlides/notesSlide5.xml" Id="R9632221713e646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6a13b042741b8" /><Relationship Type="http://schemas.openxmlformats.org/officeDocument/2006/relationships/notesSlide" Target="/ppt/notesSlides/notesSlide6.xml" Id="R816f6a92f201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a131cbca5402b" /><Relationship Type="http://schemas.openxmlformats.org/officeDocument/2006/relationships/notesSlide" Target="/ppt/notesSlides/notesSlide7.xml" Id="Rbb140a70c3844f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96e3d336a4acf" /><Relationship Type="http://schemas.openxmlformats.org/officeDocument/2006/relationships/notesSlide" Target="/ppt/notesSlides/notesSlide8.xml" Id="Re3090774b23046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a190f6b6146c7" /><Relationship Type="http://schemas.openxmlformats.org/officeDocument/2006/relationships/notesSlide" Target="/ppt/notesSlides/notesSlide9.xml" Id="R5445a5f492e347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7d28fa3c84f2f" /><Relationship Type="http://schemas.openxmlformats.org/officeDocument/2006/relationships/notesSlide" Target="/ppt/notesSlides/notesSlide10.xml" Id="R62ab991687b54d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4C007-AE98-424C-8E4C-1090C4ED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9D50B-D83F-4A08-BF9C-E71ED0A3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A530B-AD03-4E18-83D8-3ED183B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1EBD6-CF08-4E4C-808C-0B6606E7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CD972-FDA3-4B03-A9C9-7E7363F6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476FF-DE8F-49BB-9F26-26DF29E5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36D8A-B7A4-4CE1-9352-C9E8C7CF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0A1BD-F8AE-441C-9667-B5401AA8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BD261-B429-4644-A945-E9EB1B1F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gobernar sistemas de inteligencia artificial que cambian durante su uso y dependen de datos, modelos y proveedores distribuidos?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DE87A-903E-4DC3-9629-39FA3DDB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04333-122F-42F5-9397-59659BA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624407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6527F-F28C-468A-BA36-FBBCDE9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22504-B91A-4AA9-9DD1-AB149B9D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E6644-8557-4434-B1F3-FD741C19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FDE29-7233-46C3-9B8E-B5A6954B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D2E86-854E-462B-B40F-E1531BA0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8F822-07BE-49E6-BA18-B6832043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0FD21-C0C6-426C-906E-D13B2324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16B69-AB03-4643-B6C2-2AEB8B4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Inventario incompleto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78702-8A55-47AB-B0E1-1901DE32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8B8AE-CD3C-4504-9C5A-63ABBCD7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67852-7F44-45B7-B11D-04BFF310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E283D-D6BC-422A-A11F-73D3A74B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B1B46-7952-4CBA-AD46-2FA28E4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CA055-8430-4B1B-82D5-E49ABCE1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49DFF-1496-40C0-86C8-9652982A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2CDE0-DA24-4275-8B03-A220415E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DF600-FCC7-485B-ADB8-BFC707D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FC310-C2BD-4D05-9457-6CB860D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487604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4FE59-B04A-444D-B4BB-25E47C73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307D9-DD88-4F75-B616-9AC42977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31035-5B71-4DF3-A0E5-19E76823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067D1-73F9-4D48-92CC-AD7483F4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82763-6DA6-426D-84B6-ADC061D3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288F2-E857-45A2-9BFB-C705C1E4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1AF84-B715-47C3-8B61-E80C1AE9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83327-0A46-4103-A62B-C3A6C005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Ownership con autoridad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1361B-4078-4A4F-9E13-C4BDB968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0E2A-EB50-4F60-A543-8D28F62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801D8-47A6-4423-8E1A-354FA208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B4BA1-2855-4D79-A8D9-86CA228C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6724E-E0B5-4658-A0BC-B0E9E8CB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65FD8-74D7-4371-BD86-17DE3D23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0D52A-A340-477A-AC27-34897D7D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A668E-43C5-414E-90FE-08C18EE3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7A042-366C-4DA9-9918-B70B3EA2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33027-C5FF-49BC-8EDF-149793CA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69990-03A7-4CA7-916A-F448E05D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839D4-7B8D-4905-8ABC-0F44E205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291916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8A41F-74D9-4345-BC32-A5F15705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52B30-0C7C-4423-8E76-45DC6E51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07447-C8CF-4221-8FEA-C83D957F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FC84F-0ECF-43D3-B916-0BB25492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F8DE3-C764-4C2B-9A27-56F2F3E9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BDF3C-3D5C-4336-BA31-187195BE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56EAE-102A-4FFE-9B1A-5CBECC7C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B5841-C561-4F38-B0EA-B874A997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procedencia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B83C9-B586-4E9A-BB74-1047917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ED8E2-EEFF-43AC-9F0F-AE6F8251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F119B-E398-4F34-80AF-65D820EC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D8721-3CF6-4C50-BF03-26BC989B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9D28D-ACAA-428D-B6F9-A6F9E0B5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AFB4C-A933-42E7-86B1-9B7F5A2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840615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E69E3-4243-4F17-9EC8-ADFF046B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C77E9-F4F5-4FB3-9BA6-7FC6CFEE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A6B23-D3F8-4B54-A50C-8F4455DC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F59F7-C3AE-4E1E-BF52-907FF470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FB398-B63E-42F2-BA43-17B82A73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59CB6-9C7D-46B3-B9C7-3BCBAD16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FEF79-F3FD-44D3-A5CC-B2ECEC0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3074-C04D-4848-93CF-D2E80619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Clasificación de cambios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701E6-0257-497E-BC0B-06871F87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DB5AE-40B1-4EC8-8381-66B21873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1FD26-EFCD-42C3-BEE0-5FF87C48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A44E6-8A20-4BFC-B4D0-D7F3FDB1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A5440-574E-4FD1-BF8F-94438891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F0E23-6BAA-48A1-A1D5-160B4CC0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E7D10-7343-446D-92A2-2856BBD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72EC3-A730-4460-A53F-5F0B57AC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3354A-1AE4-41CB-9F76-4EA005B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A0804-01D8-4F04-8A39-3AF2D7CA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97880-B4E1-4A18-ACBF-D975F1C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A3DBC-6D55-4CF0-BCE9-6AC19C5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33900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DED64-1F6B-43E8-90F5-93190D93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3E589-FBF8-446E-9881-F8F13233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463E5-284D-4266-8996-F7B0F3BC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9EF47-6CE0-4FD0-A811-50C3D72F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F73E5-DA2C-4506-B3A9-13E834C2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7294A-F4B2-430D-ADBA-31A9A89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C297D-2AED-4AD6-994B-1812D091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651C7-665F-4A5F-A5DA-ED1496E9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Deriva HH-33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9484A-AB8A-45D3-8C74-41568601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B42AC-5839-4EEF-B243-526000EC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E0070-6853-4B4E-9126-838A91AC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94ED0-35D2-4076-AA9F-654C1FC5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3CE0-314F-4EFC-82D2-BDD83E2D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A427C-25D8-44FB-ABBC-47BEAAB4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954018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1745D-F135-46C8-B903-A01AF71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C03AE-2B32-4E76-904E-AFF71445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159FA-D450-4AE8-B1A0-7B64B89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A5FED-FFE4-4E1D-BBCA-F39D7F0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7F67D-C1E9-4C9B-AE2E-4B9BD299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691CC-6451-4148-A5DF-B6B19D72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6778C-ADB8-4A72-9331-60AE577A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C29A0-811F-42E3-90E0-28696575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BD63D-5723-439F-9D2B-F36DEB08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C7D47-DBCE-47E1-B176-F9233FD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EBC6C-E6B7-4047-B573-97E9A6D9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416742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C96BE-67A6-4AEE-A6F5-3CBA8518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AE7D8-0FE8-49E0-80C7-89CB2F88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76C15-7C4E-46D4-BBB5-3670711F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83BD9-7BF5-4382-8BCA-93BD0BD5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F2542-ACF0-46CA-B736-65559BC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78A5A-7C77-4010-B6EC-1DCC4F08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DDD98-06CC-4ADE-BBE0-A93E3721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656C5-C315-46DC-B6FB-85615C31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Incidente de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31AD9-EF0D-453B-B046-DBD24076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92767-B02C-464C-9EB3-2EAE1B4A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B99F3-1D66-4C14-92EA-2B517101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8D743-2C69-4434-9A14-1F2772F6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0971C-4E38-4F37-B70B-5ADB68FF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9F378-1F11-42E6-B864-3B50A2D6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B6F75-C557-4440-B13E-18DECE14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9BFEA-7E4C-4A51-A182-2CC36015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AB76E-2BEA-42F8-85DD-F8F927B3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562A6-E5C8-4C56-8FF3-88DF80B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61C9C-D015-47EF-BD40-9BEE4DD9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4BB8E-1EC9-4EDF-8442-8CC7FE4B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687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CB8F7-7CD7-4445-BA04-DBC4EFD6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07BF2-BD32-42E5-BA53-CCF85CF3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E8550-0486-4DCA-AB48-A48265F7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E25AF-0761-4DB8-A2E8-9557FE3C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364B5-C11A-469B-9F0A-EF3FA230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8CCA8-85BD-4136-ABC3-B581A1B4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27D74-7AF0-4EDC-8329-39FC410D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EB539-0717-4133-9349-E43576E9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Retiro por etapas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37213-FEF8-4A1D-8576-32A3CD8A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472F5-5CD9-4B15-AB26-DDC8CC4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3D075-E21F-400A-8883-E172D53F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C50AA-EE65-4A58-A347-855ABA3C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FB795-79E8-435D-A284-22B918BE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8645A-D888-4438-BA51-3478B1AD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E36A0-DDD8-453E-97FA-906E7518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69D43-5D47-47F3-AF73-3545C162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6134-625C-4DC4-808A-38F0AF90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25E2D-82F8-4003-BB9D-404ED233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4714B-B79B-4D68-B2C8-35A9C522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7C8E1-BA20-4F95-8DF3-CBFE15B0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87928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A6AC7-DF0B-4B49-9D63-4828236E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97DA5-B2FD-4BB5-9813-338D03A3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629E5-BB95-47C6-9615-D84D22B1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8357B-F563-419A-9FC3-10220457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5C6BE-3632-495E-BBC8-6111B0C8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B5F66-1A60-4E18-9543-F205F084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5C938-4214-4072-B947-E8754FAA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EA8B9-8CE5-44E4-A8DC-2BE47408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F4B24-A1EE-42D0-9BFF-A45DECB1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3EAC0-1826-4BE9-B086-FACAECB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06833-0D13-4545-83E4-85F4223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F64E2-BFFF-4F79-B77A-2F5328C4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5D06A-2F3C-45EF-9CF4-91E7D994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AE3C2-F827-463B-B6D3-07001D02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F3058-A610-48D1-B8F6-292B5198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sistema vivo de gobierno HH-33 capaz de detectar cambio, responder incidentes, reparar y retirar.</a:t>
            </a:r>
          </a:p>
        </p:txBody>
      </p:sp>
    </p:spTree>
    <p:extLst>
      <p:ext uri="{BB962C8B-B14F-4D97-AF65-F5344CB8AC3E}">
        <p14:creationId xmlns:p14="http://schemas.microsoft.com/office/powerpoint/2010/main" val="1082511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2026-09-12T16:23:29.6970000Z</dcterms:created>
  <dcterms:modified xsi:type="dcterms:W3CDTF">2026-09-12T16:23:29.6970000Z</dcterms:modified>
</coreProperties>
</file>