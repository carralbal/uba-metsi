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f2d79c10f4de5" /><Relationship Type="http://schemas.openxmlformats.org/officeDocument/2006/relationships/extended-properties" Target="/docProps/app.xml" Id="R06bb1f00d7584da5" /><Relationship Type="http://schemas.openxmlformats.org/officeDocument/2006/relationships/officeDocument" Target="/ppt/presentation.xml" Id="R400dffa0f486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34958b72bb43ce"/>
  </p:sldMasterIdLst>
  <p:notesMasterIdLst>
    <p:notesMasterId xmlns:r="http://schemas.openxmlformats.org/officeDocument/2006/relationships" r:id="R3dff420984f44c01"/>
  </p:notesMasterIdLst>
  <p:sldIdLst>
    <p:sldId xmlns:r="http://schemas.openxmlformats.org/officeDocument/2006/relationships" id="256" r:id="R07aa6e33c5014db2"/>
    <p:sldId xmlns:r="http://schemas.openxmlformats.org/officeDocument/2006/relationships" id="257" r:id="R326c5c838dac49ec"/>
    <p:sldId xmlns:r="http://schemas.openxmlformats.org/officeDocument/2006/relationships" id="258" r:id="Rd02c0801febd4245"/>
    <p:sldId xmlns:r="http://schemas.openxmlformats.org/officeDocument/2006/relationships" id="259" r:id="R216a8ef1a4974b95"/>
    <p:sldId xmlns:r="http://schemas.openxmlformats.org/officeDocument/2006/relationships" id="260" r:id="R45e48622588c4be6"/>
    <p:sldId xmlns:r="http://schemas.openxmlformats.org/officeDocument/2006/relationships" id="261" r:id="R4c2b9f36842d4e29"/>
    <p:sldId xmlns:r="http://schemas.openxmlformats.org/officeDocument/2006/relationships" id="262" r:id="Rbe58bc35d5b94b31"/>
    <p:sldId xmlns:r="http://schemas.openxmlformats.org/officeDocument/2006/relationships" id="263" r:id="R93afd31b56c6470c"/>
    <p:sldId xmlns:r="http://schemas.openxmlformats.org/officeDocument/2006/relationships" id="264" r:id="R66bac1a8cc6a491e"/>
    <p:sldId xmlns:r="http://schemas.openxmlformats.org/officeDocument/2006/relationships" id="265" r:id="R4ad0cede4d6b45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e53d0368104099" /><Relationship Type="http://schemas.openxmlformats.org/officeDocument/2006/relationships/slideMaster" Target="/ppt/slideMasters/slideMaster1.xml" Id="R2134958b72bb43ce" /><Relationship Type="http://schemas.openxmlformats.org/officeDocument/2006/relationships/notesMaster" Target="/ppt/notesMasters/notesMaster1.xml" Id="R3dff420984f44c01" /><Relationship Type="http://schemas.openxmlformats.org/officeDocument/2006/relationships/presProps" Target="/ppt/presProps.xml" Id="R12dd82d967564125" /><Relationship Type="http://schemas.openxmlformats.org/officeDocument/2006/relationships/tableStyles" Target="/ppt/tableStyles.xml" Id="R1cf9cdaf14094d82" /><Relationship Type="http://schemas.openxmlformats.org/officeDocument/2006/relationships/slide" Target="/ppt/slides/slide1.xml" Id="R07aa6e33c5014db2" /><Relationship Type="http://schemas.openxmlformats.org/officeDocument/2006/relationships/slide" Target="/ppt/slides/slide2.xml" Id="R326c5c838dac49ec" /><Relationship Type="http://schemas.openxmlformats.org/officeDocument/2006/relationships/slide" Target="/ppt/slides/slide3.xml" Id="Rd02c0801febd4245" /><Relationship Type="http://schemas.openxmlformats.org/officeDocument/2006/relationships/slide" Target="/ppt/slides/slide4.xml" Id="R216a8ef1a4974b95" /><Relationship Type="http://schemas.openxmlformats.org/officeDocument/2006/relationships/slide" Target="/ppt/slides/slide5.xml" Id="R45e48622588c4be6" /><Relationship Type="http://schemas.openxmlformats.org/officeDocument/2006/relationships/slide" Target="/ppt/slides/slide6.xml" Id="R4c2b9f36842d4e29" /><Relationship Type="http://schemas.openxmlformats.org/officeDocument/2006/relationships/slide" Target="/ppt/slides/slide7.xml" Id="Rbe58bc35d5b94b31" /><Relationship Type="http://schemas.openxmlformats.org/officeDocument/2006/relationships/slide" Target="/ppt/slides/slide8.xml" Id="R93afd31b56c6470c" /><Relationship Type="http://schemas.openxmlformats.org/officeDocument/2006/relationships/slide" Target="/ppt/slides/slide9.xml" Id="R66bac1a8cc6a491e" /><Relationship Type="http://schemas.openxmlformats.org/officeDocument/2006/relationships/slide" Target="/ppt/slides/slide10.xml" Id="R4ad0cede4d6b45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b328b3d06d43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549da19fc4ee2" /><Relationship Type="http://schemas.openxmlformats.org/officeDocument/2006/relationships/notesMaster" Target="/ppt/notesMasters/notesMaster1.xml" Id="R1b47a3437fa8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de259f8bb14126" /><Relationship Type="http://schemas.openxmlformats.org/officeDocument/2006/relationships/notesMaster" Target="/ppt/notesMasters/notesMaster1.xml" Id="Ree00dddb102041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cbebd286ae44bc" /><Relationship Type="http://schemas.openxmlformats.org/officeDocument/2006/relationships/notesMaster" Target="/ppt/notesMasters/notesMaster1.xml" Id="R1144bf38ae7440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6bc5fe6f0446db" /><Relationship Type="http://schemas.openxmlformats.org/officeDocument/2006/relationships/notesMaster" Target="/ppt/notesMasters/notesMaster1.xml" Id="R80d98066138e42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842315e41843c5" /><Relationship Type="http://schemas.openxmlformats.org/officeDocument/2006/relationships/notesMaster" Target="/ppt/notesMasters/notesMaster1.xml" Id="R4fc531e0f5864b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4cd6264d4e4c69" /><Relationship Type="http://schemas.openxmlformats.org/officeDocument/2006/relationships/notesMaster" Target="/ppt/notesMasters/notesMaster1.xml" Id="R6f0a2775ce3845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c3507393d24fa9" /><Relationship Type="http://schemas.openxmlformats.org/officeDocument/2006/relationships/notesMaster" Target="/ppt/notesMasters/notesMaster1.xml" Id="R540bd1cb438e40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1b8bf67140414d" /><Relationship Type="http://schemas.openxmlformats.org/officeDocument/2006/relationships/notesMaster" Target="/ppt/notesMasters/notesMaster1.xml" Id="R98b57e28d6b548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8f1504ad674848" /><Relationship Type="http://schemas.openxmlformats.org/officeDocument/2006/relationships/notesMaster" Target="/ppt/notesMasters/notesMaster1.xml" Id="Rf91572b3942c40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731f40e8ea4f62" /><Relationship Type="http://schemas.openxmlformats.org/officeDocument/2006/relationships/notesMaster" Target="/ppt/notesMasters/notesMaster1.xml" Id="R211f89e9b5114c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Entregar un mandato y pedir decisión inicial.</a:t>
            </a:r>
          </a:p>
          <a:p xmlns:a="http://schemas.openxmlformats.org/drawingml/2006/main">
            <a:r>
              <a:t>Señal para avanzar: Pedido, evidencia y solución aparecen mezclados.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¿Esta frase explica una situación o solicita una solución?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Cuatro categorías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Mandato y primera decisión · 10 minutos</a:t>
            </a:r>
          </a:p>
          <a:p xmlns:a="http://schemas.openxmlformats.org/drawingml/2006/main">
            <a:r>
              <a:t>Cada equipo recibe un mandato y debe escribir qué aprobaría hoy. Luego separa pedido, solución preferida, restricción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pedido, síntoma, mecanismo y problema.</a:t>
            </a:r>
          </a:p>
          <a:p xmlns:a="http://schemas.openxmlformats.org/drawingml/2006/main">
            <a:r>
              <a:t>Señal para avanzar: Cada frase tiene función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>• ¿Qué éxito no debería autorizarse?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Museo de encuadres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Museo de encuadres rivales · 15 minutos</a:t>
            </a:r>
          </a:p>
          <a:p xmlns:a="http://schemas.openxmlformats.org/drawingml/2006/main">
            <a:r>
              <a:t>Los equipos recorren formulaciones ajenas y marcan qué mecanismo privilegian, qué población omiten y qué intervención vuelven probable.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intervención vuelve probable cada marco.</a:t>
            </a:r>
          </a:p>
          <a:p xmlns:a="http://schemas.openxmlformats.org/drawingml/2006/main">
            <a:r>
              <a:t>Señal para avanzar: Se reconocen consecuencias del encuadre.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>• ¿Qué éxito no debería autorizarse?</a:t>
            </a:r>
          </a:p>
          <a:p xmlns:a="http://schemas.openxmlformats.org/drawingml/2006/main">
            <a:r>
              <a:t>• ¿Qué evidencia de N01 a N09 cambia realmente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Outcome y protecciones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outcome y protección · 10 minutos</a:t>
            </a:r>
          </a:p>
          <a:p xmlns:a="http://schemas.openxmlformats.org/drawingml/2006/main">
            <a:r>
              <a:t>El docente utiliza ejemplos del museo para distinguir output, outcome, protección y anti-outcome. La explicación termina con una reformulación producida por el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Corregir outputs disfrazados y éxito sin límite.</a:t>
            </a:r>
          </a:p>
          <a:p xmlns:a="http://schemas.openxmlformats.org/drawingml/2006/main">
            <a:r>
              <a:t>Señal para avanzar: La formulación incluye población, cambio y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éxito no debería autorizarse?</a:t>
            </a:r>
          </a:p>
          <a:p xmlns:a="http://schemas.openxmlformats.org/drawingml/2006/main">
            <a:r>
              <a:t>• ¿Qué evidencia de N01 a N09 cambia realmente la decisión?</a:t>
            </a:r>
          </a:p>
          <a:p xmlns:a="http://schemas.openxmlformats.org/drawingml/2006/main">
            <a:r>
              <a:t>• ¿Qué haría durante las primeras dos horas?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Muro N01 a N09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Ensamble de evidencia N01 a N09 · 20 minutos</a:t>
            </a:r>
          </a:p>
          <a:p xmlns:a="http://schemas.openxmlformats.org/drawingml/2006/main">
            <a:r>
              <a:t>Cada equipo selecciona piezas del muro y justifica qué parte de su encuadre sostienen. Debe incluir frontera, actores, evidencia, incertidumbre, episodio, trabajo real y recorrido vivido.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procedencia y función de cada pieza.</a:t>
            </a:r>
          </a:p>
          <a:p xmlns:a="http://schemas.openxmlformats.org/drawingml/2006/main">
            <a:r>
              <a:t>Señal para avanzar: El encuadre integra evidencia sin acumularla decorativamente.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de N01 a N09 cambia realmente la decisión?</a:t>
            </a:r>
          </a:p>
          <a:p xmlns:a="http://schemas.openxmlformats.org/drawingml/2006/main">
            <a:r>
              <a:t>• ¿Qué haría durante las primeras dos horas?</a:t>
            </a:r>
          </a:p>
          <a:p xmlns:a="http://schemas.openxmlformats.org/drawingml/2006/main">
            <a:r>
              <a:t>• ¿Cuándo conviene dividir el problema?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dos horas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las primeras dos horas · 18 minutos</a:t>
            </a:r>
          </a:p>
          <a:p xmlns:a="http://schemas.openxmlformats.org/drawingml/2006/main">
            <a:r>
              <a:t>Otro equipo recibe el encuadre y diseña qué haría durante las primeras dos horas sin comenzar por la solución. Si no puede observar, preguntar o comparar algo decisivo, devuelve el encuadre.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acciones de aprendizaje anteriores a la solución.</a:t>
            </a:r>
          </a:p>
          <a:p xmlns:a="http://schemas.openxmlformats.org/drawingml/2006/main">
            <a:r>
              <a:t>Señal para avanzar: El problema permite investigar mecanismos rivales.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haría durante las primeras dos horas?</a:t>
            </a:r>
          </a:p>
          <a:p xmlns:a="http://schemas.openxmlformats.org/drawingml/2006/main">
            <a:r>
              <a:t>• ¿Cuándo conviene dividir el problema?</a:t>
            </a:r>
          </a:p>
          <a:p xmlns:a="http://schemas.openxmlformats.org/drawingml/2006/main">
            <a:r>
              <a:t>• ¿Qué compromiso continúa vedado?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Evidencia adversa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Perturbación y separación · 18 minutos</a:t>
            </a:r>
          </a:p>
          <a:p xmlns:a="http://schemas.openxmlformats.org/drawingml/2006/main">
            <a:r>
              <a:t>Se introduce evidencia que fortalece un mecanismo y debilita otro. El equipo decide si conserva el problema, lo divide entre llegada y sobreventa o modifica población, outcome y protecciones.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indicar si corresponde dividir o reformular.</a:t>
            </a:r>
          </a:p>
          <a:p xmlns:a="http://schemas.openxmlformats.org/drawingml/2006/main">
            <a:r>
              <a:t>Señal para avanzar: El equipo modifica algo sustantivo o justifica conservarlo.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conviene dividir el problema?</a:t>
            </a:r>
          </a:p>
          <a:p xmlns:a="http://schemas.openxmlformats.org/drawingml/2006/main">
            <a:r>
              <a:t>• ¿Qué compromiso continúa vedado?</a:t>
            </a:r>
          </a:p>
          <a:p xmlns:a="http://schemas.openxmlformats.org/drawingml/2006/main">
            <a:r>
              <a:t>• ¿Esta frase explica una situación o solicita una solución?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Nueve decisiones del frame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Comité de puerta · 21 minutos</a:t>
            </a:r>
          </a:p>
          <a:p xmlns:a="http://schemas.openxmlformats.org/drawingml/2006/main">
            <a:r>
              <a:t>Cada equipo presenta su problem frame en nueve decisiones. El comité elige aprobar una investigación o piloto, devolver por evidencia insuficiente, dividir o reformular. Debe indicar qué decisión mayor sigue prohibida.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Revisar coherencia entre población, mecanismo, outcome, protección y evidencia.</a:t>
            </a:r>
          </a:p>
          <a:p xmlns:a="http://schemas.openxmlformats.org/drawingml/2006/main">
            <a:r>
              <a:t>Señal para avanzar: No hay contradicciones silenciosas.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compromiso continúa vedado?</a:t>
            </a:r>
          </a:p>
          <a:p xmlns:a="http://schemas.openxmlformats.org/drawingml/2006/main">
            <a:r>
              <a:t>• ¿Esta frase explica una situación o solicita una solución?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 de decisión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del bloque · 8 minutos</a:t>
            </a:r>
          </a:p>
          <a:p xmlns:a="http://schemas.openxmlformats.org/drawingml/2006/main">
            <a:r>
              <a:t>Cada persona traza qué cambió desde su memo N01 hasta el encuadre N10 y registra una afirmación que el Bloque C deberá modelar o medir con mayor precisión.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decisión permitida, prohibida y condición de revisión.</a:t>
            </a:r>
          </a:p>
          <a:p xmlns:a="http://schemas.openxmlformats.org/drawingml/2006/main">
            <a:r>
              <a:t>Señal para avanzar: El comité emite un acta argumentada.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¿Esta frase explica una situación o solicita una solución?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al Bloque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concepto necesita un modelo o dato más preciso.</a:t>
            </a:r>
          </a:p>
          <a:p xmlns:a="http://schemas.openxmlformats.org/drawingml/2006/main">
            <a:r>
              <a:t>Señal para avanzar: Surge una necesidad de representación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encuadres rivales para Hotel Horizonte que integren la evidencia de N01 a N09 sin convertir un pedido, síntoma o solución preferida en el problema.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conecta síntoma y outcome?</a:t>
            </a:r>
          </a:p>
          <a:p xmlns:a="http://schemas.openxmlformats.org/drawingml/2006/main">
            <a:r>
              <a:t>• ¿Qué población desaparece del encuadre?</a:t>
            </a:r>
          </a:p>
          <a:p xmlns:a="http://schemas.openxmlformats.org/drawingml/2006/main">
            <a:r>
              <a:t>• ¿Qué éxito no debería autorizarse?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284f919404f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cdd7587f544c6" /><Relationship Type="http://schemas.openxmlformats.org/officeDocument/2006/relationships/slideLayout" Target="/ppt/slideLayouts/slideLayout1.xml" Id="Rd274c59ee4304f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74c59ee430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038b0aea943a4" /><Relationship Type="http://schemas.openxmlformats.org/officeDocument/2006/relationships/notesSlide" Target="/ppt/notesSlides/notesSlide1.xml" Id="R9f32357fcd5d48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1600e585e4165" /><Relationship Type="http://schemas.openxmlformats.org/officeDocument/2006/relationships/notesSlide" Target="/ppt/notesSlides/notesSlide2.xml" Id="R2b74831cdb8549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092eb307d4fa6" /><Relationship Type="http://schemas.openxmlformats.org/officeDocument/2006/relationships/notesSlide" Target="/ppt/notesSlides/notesSlide3.xml" Id="R447ba9c2b5934d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0e18dca7548ee" /><Relationship Type="http://schemas.openxmlformats.org/officeDocument/2006/relationships/notesSlide" Target="/ppt/notesSlides/notesSlide4.xml" Id="Rc01877ff8f364f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67b1cdf664df9" /><Relationship Type="http://schemas.openxmlformats.org/officeDocument/2006/relationships/notesSlide" Target="/ppt/notesSlides/notesSlide5.xml" Id="Rce556539eb0f49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011ac1d6c4a4e" /><Relationship Type="http://schemas.openxmlformats.org/officeDocument/2006/relationships/notesSlide" Target="/ppt/notesSlides/notesSlide6.xml" Id="Ra775eef9d5af44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cb2bd3fb944b3" /><Relationship Type="http://schemas.openxmlformats.org/officeDocument/2006/relationships/notesSlide" Target="/ppt/notesSlides/notesSlide7.xml" Id="R1eea969e8c2246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a4a9beeba4db7" /><Relationship Type="http://schemas.openxmlformats.org/officeDocument/2006/relationships/notesSlide" Target="/ppt/notesSlides/notesSlide8.xml" Id="R2c35d8c5866942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45b584a5742c9" /><Relationship Type="http://schemas.openxmlformats.org/officeDocument/2006/relationships/notesSlide" Target="/ppt/notesSlides/notesSlide9.xml" Id="Re1c5f7afad0343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03c071b5c4506" /><Relationship Type="http://schemas.openxmlformats.org/officeDocument/2006/relationships/notesSlide" Target="/ppt/notesSlides/notesSlide10.xml" Id="Rc7d3ca9cf51b43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6F65C-C133-4967-9791-3F3E8AA8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AC1D0-EEEF-4AE6-8E7C-5258FEC7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FE443-F222-40D7-8576-628E3734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6B67D-07AB-4731-BBC1-46D92405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034FE-D5BB-46F2-92E2-976FD02F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9B481-EB88-4A78-A0A5-9AF5F6C9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50C9-F5DC-485B-B676-7EADAA89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6126F-9EC4-49EF-BAD9-9D4D545B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F2C6B-6D90-4475-B47A-4790E6B3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Construir el problema: de síntomas a outcomes verificables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885EB-1070-4C5C-9595-A2702885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formular un problema que permita actuar sin convertir la primera explicación, o la solución preferida, en una verdad prematura?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09739-770F-46A2-9AE5-411C96EC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4298E-7C17-46AD-9CE3-152BBF8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038275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A4DA4-DA5B-4383-BC00-B2F9BF8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3342A-0863-4B61-93E2-C441695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30BAA-D4B2-480D-8534-9E0D5E53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F06CA-6EDB-4DFB-B86A-3629D8B4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2099A-8439-46DA-8F5B-870A9353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98A01-36A2-4751-9699-EB11E9E5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7118B-840F-429A-BB28-ADF06138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EA39-6BC7-4347-B4AB-B4B1CE6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Mandato y primera 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A616C-1B37-4DDA-A7D1-E2E470CF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3F4BA-52B4-4DA6-944C-F49F877C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E016F-11D5-4493-901C-E95E763B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recibe un mandato y debe escribir qué aprobaría hoy. Luego separa pedido, solución preferida, restricción y evidencia.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E43DC-4BE4-4A67-B503-F54F2553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783EB-456F-4FFE-AE82-10603C17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01A26-BD01-47B9-9332-923214C9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EB48E-4E9C-4A5B-A559-ACB9CB0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DBB8E-8BAE-4FB8-9B5B-549A6B72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1C12F-7DAF-41BA-9621-9DE403E3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8889A-0C81-4DC6-9B55-DFF47C8A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7C764-DBAF-4F33-B50B-977AB416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8B62D-12A5-482F-9B2C-5408CFB2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A219D-BF3F-4851-8417-3925D441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79186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3891A-E6F8-47AA-B343-92DD8F93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504FD-8F21-4EE8-9806-6B489255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BB75D-A8F9-45B3-BFBD-613E44E1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18627-E63C-4A57-856C-5600D4AB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BA28C-A54F-44E2-9B4E-7AC91882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489CB-B258-4566-8B26-5D51660C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47880-BCD1-4E76-AEDB-FF881298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B0BE7-36D2-4EB2-9D33-747EC90E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Museo de encuadres rivales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92627-ED85-4FA4-B844-E9F15BFF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D322A-B4BF-4590-B678-808348C1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10599-6A4C-4949-93F7-3206C909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recorren formulaciones ajenas y marcan qué mecanismo privilegian, qué población omiten y qué intervención vuelven probable.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A0E16-EAD1-40F3-8D1C-C18C22D6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0F641-6C82-40FE-9912-2E16049D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02DD1-C5D3-4071-9CC5-88299CFA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7760E-4458-45E3-9C3A-B616EB0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EFE90-66DC-4F5B-B3D2-BEEAC671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5EE98-539A-44C2-B02A-FFC4E44A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73C42-B747-4D96-8DD9-6A9FEC02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4A8B8-6418-47C5-831A-A40B1669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58275-6FC3-411B-BD2D-D737EB43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3391F-A735-43C8-917D-17E4A994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861DC-4A19-423D-BF77-FC43B313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0F937-95D7-456A-8079-CD8E09C7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059577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C531D-A957-48F7-9817-B27E71EF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1FBB5-CA7A-4FF6-A67D-BAB41A55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F65D2-3ED6-4679-A8BF-C31D1230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63B0F-AD88-4C3E-AFC2-160A6529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2A61E-F2A3-4B8B-8848-D19583D8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C5638-F66E-4868-AAB3-E286841A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81547-E3DC-43C3-98AA-B95B8ECE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A9614-B8E1-458C-9381-434AC612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outcome y protección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B6C2F-29DB-488F-890D-375DFD05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54888-45D4-435A-BE3E-EDC726CA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BA4CC-BF0B-4199-BB40-B5E27781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utiliza ejemplos del museo para distinguir output, outcome, protección y anti-outcome. La explicación termina con una reformulación producida por el grupo.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525C5-A02B-4881-827C-189BF7B0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10AA8-CA57-49DD-911B-E02C9287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85A44-E478-4CD7-9916-BDAACB21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B9BB-B04F-4208-93B6-AFBEAAD0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5847C-1126-40B0-BE63-2CEB98FB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0D69C-825A-416A-9B3A-9B3E104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79337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35A35-FC30-4BFA-BF59-B62F995E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5792E-A32A-4824-8FBE-05CE39B3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CCF21-A67A-4C16-BF21-3175BD18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FAE41-4657-463B-B5D9-469AAF45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29EEB-FF4D-4EDD-AF84-26851D3B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1DA54-E9A3-45CC-BD63-DC573A03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A0F1A-0301-436A-A369-8151F82E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C305A-F72F-4B14-B093-43FBE571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Ensamble de evidencia N01 a N09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66B27-7202-43C1-977B-8CC25E79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11BA3-F4DF-486C-9F1F-406A36E7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FE251-9F09-4C17-AB3C-66D3135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selecciona piezas del muro y justifica qué parte de su encuadre sostienen. Debe incluir frontera, actores, evidencia, incertidumbre, episodio, trabajo real y recorrido vivido.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07F44-EF70-49B3-9DE2-1D419448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F8590-0660-4003-AA24-9285DE88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B2A0D-9718-4A4B-9EFD-19950166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E993A-C398-48D9-ABA1-C35ED5F2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20072-8746-4497-8DBD-E08494CD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72230-15D6-49FA-92FE-16E61BA3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1AC82-B0B3-4B4F-9A73-43381E1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9B9D9-C9C7-4398-9AFD-AB2E598D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0ACB2-5BBD-4E15-AAE7-23131FD7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7AEF0-C4DC-4650-B76E-F7AE58F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382E5-CCEC-49D4-B99F-B326B641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63341-0BC7-4F90-8655-8441B85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35797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A1021-0D97-4B7A-B5DF-A8226F92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F330B-C17A-4684-8AC6-E62812AB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27FA6-CF90-440A-A578-DC8E6E89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32BEE-45ED-4F29-BC41-5D28EE4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193F7-03AF-45ED-B497-519CE297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93928-5EFB-469F-8FC8-6037E669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58F46-7B0B-449E-B0DD-DCAEEC74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9BEF2-7126-43C5-9637-4619C2A3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las primeras dos horas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4B781-9709-40E0-B918-3415590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99852-A9F7-4FDE-A50D-46373873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75911-F68C-40DD-B795-E13B195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B8879-DFF2-4F5B-962B-0F55A489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4B0CE-9A8E-48BC-A4AB-BC540034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dos horas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3C8F7-7CFE-46C4-A3FA-09FF67E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Otro equipo recibe el encuadre y diseña qué haría durante las primeras dos horas sin comenzar por la solución. Si no puede observar, preguntar o comparar algo decisivo, devuelve el encuadre.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D1C85-750D-4831-BCE4-8E97766C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68634-8963-4BA8-981B-036159FF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445744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F28C5-6E9A-4481-A8A3-2293792C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2703A-94A1-472A-A535-C9F81802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03781-E5AA-4588-8714-4A963A3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20024-2933-4FC2-85B2-26FE852E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9F448-F94E-4C02-BA50-2BF0286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E9FB7-D435-4A2E-82BE-06C09767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6FB8D-06F6-451D-8319-C5EA2F48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AFC5B-20E3-4E63-BB3D-B8D531BF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y separación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078D3-1DEE-4408-B0CD-CA6868E4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28828-9791-4783-9A71-06C58E50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274A2-0661-44B8-9EE5-348FDA2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38C98-04F0-4ABA-82F3-0FA63ED4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529D9-89F4-430E-BADC-19BB7FA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introduce evidencia que fortalece un mecanismo y debilita otro. El equipo decide si conserva el problema, lo divide entre llegada y sobreventa o modifica población, outcome y protecciones.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5F4A3-11FD-4218-ADD9-AF22C684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135062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E1489-6F8B-412D-9A65-91B9B985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53690-96DA-4A49-A0F0-75C3EDC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9682C-9727-40C9-81F7-4219E9A4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6EA0C-5471-49BC-97D5-7A0120F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E208C-79E2-43B7-9E1E-C132E76C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FB6FB-D9DA-4829-910A-50625420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DFF5F-BCE4-4611-9766-D86966A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23320-40E0-40E8-A9A4-715A49A5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Comité de puerta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65B15-04C3-457B-94AB-381BF81C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FC64D-88D6-4EB1-8E2F-5DCDAFBC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21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E8E29-8251-4A67-925C-11040C87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presenta su problem frame en nueve decisiones. El comité elige aprobar una investigación o piloto, devolver por evidencia insuficiente, dividir o reformular. Debe indicar qué decisión mayor sigue prohibida.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92869-2008-4E77-A92C-6EF0763F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6A39-192D-46F7-B80E-8CF0A060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F9048-7F6C-4147-ACB0-EE2B320D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649A7-EF4C-4AF8-86AD-F6772434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58619-1B15-49DA-94E0-2412EEFE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9264B-CFAF-42CC-9576-53DAFFF1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39F8A-6D28-4D17-8850-C51A5669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124A1-88FD-404D-9252-BB65477D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E4ADE-CE04-4AAC-9EEE-A9C6E37C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8FC8C-FB0C-482C-91EC-6DA1520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7191D-62CE-49F2-9733-B3BB247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AFC50-632A-4D1E-AA67-D7DD9604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0623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95CA7-DE9C-4141-87DB-B7759019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C20FD-5F87-4DCC-A273-6437BDAE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2B37E-E862-4052-82AB-6ACC2B30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915D2-BCA1-44F3-942D-B4FB4AF3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8374A-F709-4393-82D6-65509EDF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7EF02-E23A-4F5F-8494-F01D275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37162-CD18-455F-8626-14B0FD91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35097-B3DF-461E-BB8B-0EB7E0D0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del bloque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AC925-1C20-4AF1-AA92-FCA87C9F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643C9-ECFE-471D-9F95-A27605C6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ADC4F-96BD-4FD3-ABA2-9059C557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traza qué cambió desde su memo N01 hasta el encuadre N10 y registra una afirmación que el Bloque C deberá modelar o medir con mayor precisión.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3FC96-E7CF-456C-AC48-6B59C3E9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FE01B-94CB-478D-B8E2-1A750DC5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1C413-0A30-4DC5-8A8F-73E8C26B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31E22-CCA1-4816-9848-7CC041E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64D72-4A69-47BF-8157-D46E7B19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778E1-0782-42B3-81AF-9CECB7A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B4565-6F83-4EE5-BD4C-28A38908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327B6-6EB6-40CA-8A2D-4DCC3260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07B90-599E-4048-ABDE-B465BFDA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32ED3-7184-43A9-9391-8916C0D0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9A899-3A24-4290-845E-5596BC0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5C343-B96E-408E-AB46-00FDF932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09576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12FF2-7D5A-4804-A0C9-5DDB4A2A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FB424-D869-4A2E-808F-80FD5CCA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C7DB6-7A27-4A93-8D0F-A4DF01E0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B7E96-C65C-4E57-ABE0-D454E738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E9E92-D4E7-4A97-90BA-D4138905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FB6C4-890E-4C71-B387-C31935E3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8E322-F703-437C-973C-C29D5BF6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67B0A-C998-4DC7-B511-2518AB34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al Bloque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C31C9-4658-4E3D-9C02-AA37FB16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9D1EA-7A9A-4FCD-9E96-226F40A1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76C64-2D5B-4957-B184-E9687E26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17EDD-2F4C-44C5-84EF-0C496360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74953-DB66-4D57-874E-2147C0E6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FE3AA-C16E-456E-952D-FBBB4A0F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E9D05-92B3-45F9-B7FC-844B3F59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</p:spTree>
    <p:extLst>
      <p:ext uri="{BB962C8B-B14F-4D97-AF65-F5344CB8AC3E}">
        <p14:creationId xmlns:p14="http://schemas.microsoft.com/office/powerpoint/2010/main" val="1189035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2026-09-14T03:54:19.0110000Z</dcterms:created>
  <dcterms:modified xsi:type="dcterms:W3CDTF">2026-09-14T03:54:19.0110000Z</dcterms:modified>
</coreProperties>
</file>