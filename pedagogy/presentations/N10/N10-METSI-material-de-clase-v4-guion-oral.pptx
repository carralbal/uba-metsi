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d9edb13814bf7" /><Relationship Type="http://schemas.openxmlformats.org/officeDocument/2006/relationships/extended-properties" Target="/docProps/app.xml" Id="R9916375bf44d4636" /><Relationship Type="http://schemas.openxmlformats.org/officeDocument/2006/relationships/officeDocument" Target="/ppt/presentation.xml" Id="R0b237f18e17b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aa193b42b4d09"/>
  </p:sldMasterIdLst>
  <p:notesMasterIdLst>
    <p:notesMasterId xmlns:r="http://schemas.openxmlformats.org/officeDocument/2006/relationships" r:id="Rb9a33aee71c74209"/>
  </p:notesMasterIdLst>
  <p:sldIdLst>
    <p:sldId xmlns:r="http://schemas.openxmlformats.org/officeDocument/2006/relationships" id="256" r:id="R62eb7e0a5f054438"/>
    <p:sldId xmlns:r="http://schemas.openxmlformats.org/officeDocument/2006/relationships" id="257" r:id="R52f2724a5eca407e"/>
    <p:sldId xmlns:r="http://schemas.openxmlformats.org/officeDocument/2006/relationships" id="258" r:id="Rfa11c2c765e6425c"/>
    <p:sldId xmlns:r="http://schemas.openxmlformats.org/officeDocument/2006/relationships" id="259" r:id="R1b56b3a7c5ae450a"/>
    <p:sldId xmlns:r="http://schemas.openxmlformats.org/officeDocument/2006/relationships" id="260" r:id="R74e7f709ee81423c"/>
    <p:sldId xmlns:r="http://schemas.openxmlformats.org/officeDocument/2006/relationships" id="261" r:id="Re4e42e5fd8b34114"/>
    <p:sldId xmlns:r="http://schemas.openxmlformats.org/officeDocument/2006/relationships" id="262" r:id="R33eab9e7d8764a3e"/>
    <p:sldId xmlns:r="http://schemas.openxmlformats.org/officeDocument/2006/relationships" id="263" r:id="R14f74a83b945445d"/>
    <p:sldId xmlns:r="http://schemas.openxmlformats.org/officeDocument/2006/relationships" id="264" r:id="R40212df06b674ea7"/>
    <p:sldId xmlns:r="http://schemas.openxmlformats.org/officeDocument/2006/relationships" id="265" r:id="R60984b7881af4c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8af0bc39564f07" /><Relationship Type="http://schemas.openxmlformats.org/officeDocument/2006/relationships/slideMaster" Target="/ppt/slideMasters/slideMaster1.xml" Id="R958aa193b42b4d09" /><Relationship Type="http://schemas.openxmlformats.org/officeDocument/2006/relationships/notesMaster" Target="/ppt/notesMasters/notesMaster1.xml" Id="Rb9a33aee71c74209" /><Relationship Type="http://schemas.openxmlformats.org/officeDocument/2006/relationships/presProps" Target="/ppt/presProps.xml" Id="R8ab4ab68efe94963" /><Relationship Type="http://schemas.openxmlformats.org/officeDocument/2006/relationships/tableStyles" Target="/ppt/tableStyles.xml" Id="R45ebb35b3d674f64" /><Relationship Type="http://schemas.openxmlformats.org/officeDocument/2006/relationships/slide" Target="/ppt/slides/slide1.xml" Id="R62eb7e0a5f054438" /><Relationship Type="http://schemas.openxmlformats.org/officeDocument/2006/relationships/slide" Target="/ppt/slides/slide2.xml" Id="R52f2724a5eca407e" /><Relationship Type="http://schemas.openxmlformats.org/officeDocument/2006/relationships/slide" Target="/ppt/slides/slide3.xml" Id="Rfa11c2c765e6425c" /><Relationship Type="http://schemas.openxmlformats.org/officeDocument/2006/relationships/slide" Target="/ppt/slides/slide4.xml" Id="R1b56b3a7c5ae450a" /><Relationship Type="http://schemas.openxmlformats.org/officeDocument/2006/relationships/slide" Target="/ppt/slides/slide5.xml" Id="R74e7f709ee81423c" /><Relationship Type="http://schemas.openxmlformats.org/officeDocument/2006/relationships/slide" Target="/ppt/slides/slide6.xml" Id="Re4e42e5fd8b34114" /><Relationship Type="http://schemas.openxmlformats.org/officeDocument/2006/relationships/slide" Target="/ppt/slides/slide7.xml" Id="R33eab9e7d8764a3e" /><Relationship Type="http://schemas.openxmlformats.org/officeDocument/2006/relationships/slide" Target="/ppt/slides/slide8.xml" Id="R14f74a83b945445d" /><Relationship Type="http://schemas.openxmlformats.org/officeDocument/2006/relationships/slide" Target="/ppt/slides/slide9.xml" Id="R40212df06b674ea7" /><Relationship Type="http://schemas.openxmlformats.org/officeDocument/2006/relationships/slide" Target="/ppt/slides/slide10.xml" Id="R60984b7881af4c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4f4f795f95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bc9d8bd7fe4a75" /><Relationship Type="http://schemas.openxmlformats.org/officeDocument/2006/relationships/notesMaster" Target="/ppt/notesMasters/notesMaster1.xml" Id="R097629879d2947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5f17e2065b4e1b" /><Relationship Type="http://schemas.openxmlformats.org/officeDocument/2006/relationships/notesMaster" Target="/ppt/notesMasters/notesMaster1.xml" Id="Rcf806537205047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de9cf59ca344c4" /><Relationship Type="http://schemas.openxmlformats.org/officeDocument/2006/relationships/notesMaster" Target="/ppt/notesMasters/notesMaster1.xml" Id="R0d745125281342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a64737d69f4814" /><Relationship Type="http://schemas.openxmlformats.org/officeDocument/2006/relationships/notesMaster" Target="/ppt/notesMasters/notesMaster1.xml" Id="R547782876cc94e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9b1ade9f52473b" /><Relationship Type="http://schemas.openxmlformats.org/officeDocument/2006/relationships/notesMaster" Target="/ppt/notesMasters/notesMaster1.xml" Id="Reacd141e7a704b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baffbad8fe48b2" /><Relationship Type="http://schemas.openxmlformats.org/officeDocument/2006/relationships/notesMaster" Target="/ppt/notesMasters/notesMaster1.xml" Id="R2eafbb4e828447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5d09cd81604a8a" /><Relationship Type="http://schemas.openxmlformats.org/officeDocument/2006/relationships/notesMaster" Target="/ppt/notesMasters/notesMaster1.xml" Id="R0ee7b1d538744c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d4148f5b3b4736" /><Relationship Type="http://schemas.openxmlformats.org/officeDocument/2006/relationships/notesMaster" Target="/ppt/notesMasters/notesMaster1.xml" Id="R75b72839d3fd4e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b1e3970ab4880" /><Relationship Type="http://schemas.openxmlformats.org/officeDocument/2006/relationships/notesMaster" Target="/ppt/notesMasters/notesMaster1.xml" Id="R25dcf61ef4c44e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1e07b07f30434c" /><Relationship Type="http://schemas.openxmlformats.org/officeDocument/2006/relationships/notesMaster" Target="/ppt/notesMasters/notesMaster1.xml" Id="R61703c8f2c9f43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Construir el problema: de síntomas a outcomes verificables.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formular un problema que permita actuar sin convertir la primera explicación, o la solución preferida, en una verdad prematura?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¿Esta frase explica una situación o solicita una solución? ¿Qué mecanismo conecta síntoma y outcome?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recibe un mandato y debe escribir qué aprobaría hoy. Luego separa pedido, solución preferida, restricción y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mecanismo conecta síntoma y outcome? ¿Qué población desaparece del encuadre?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recorren formulaciones ajenas y marcan qué mecanismo privilegian, qué población omiten y qué intervención vuelven probable.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población desaparece del encuadre? ¿Qué éxito no debería autorizarse?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voy a utilizar ejemplos del museo para distinguir output, outcome, protección y anti-outcome. La explicación termina con una reformulación producida por el grupo.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éxito no debería autorizarse? ¿Qué evidencia de N01 a N09 cambia realmente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selecciona piezas del muro y justifica qué parte de su encuadre sostienen. Debe incluir frontera, actores, evidencia, incertidumbre, episodio, trabajo real y recorrido vivido.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evidencia de N01 a N09 cambia realmente la decisión? ¿Qué haría durante las primeras dos horas?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recibe el encuadre y diseña qué haría durante las primeras dos horas sin comenzar por la solución. Si no puede observar, preguntar o comparar algo decisivo, devuelve el encuadre.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haría durante las primeras dos horas? ¿Cuándo conviene dividir el problema?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introduce evidencia que fortalece un mecanismo y debilita otro. El equipo decide si conserva el problema, lo divide entre llegada y sobreventa o modifica población, outcome y protecciones.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¿Cuándo conviene dividir el problema? ¿Qué compromiso continúa vedado?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presenta su problem frame en nueve decisiones. El comité elige aprobar una investigación o piloto, devolver por evidencia insuficiente, dividir o reformular. Debe indicar qué decisión mayor sigue prohibida.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21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compromiso continúa vedado? ¿Esta frase explica una situación o solicita una solución?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traza qué cambió desde su memo N01 hasta el encuadre N10 y registra una afirmación que el Bloque C deberá modelar o medir con mayor precisión.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¿Esta frase explica una situación o solicita una solución? ¿Qué mecanismo conecta síntoma y outcome?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problem frame provisional de HH-10, contrastado contra encuadres rivales y evidencia acumulada, que habilita una puerta explícita: aprobar, devolver, dividir o reformular.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f926ffbc940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00366db26c4ea6" /><Relationship Type="http://schemas.openxmlformats.org/officeDocument/2006/relationships/slideLayout" Target="/ppt/slideLayouts/slideLayout1.xml" Id="R00747d5f8a4c4e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747d5f8a4c4e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2b7d4d40246a6" /><Relationship Type="http://schemas.openxmlformats.org/officeDocument/2006/relationships/notesSlide" Target="/ppt/notesSlides/notesSlide1.xml" Id="R05256ac89ddd42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92a546e1e4650" /><Relationship Type="http://schemas.openxmlformats.org/officeDocument/2006/relationships/notesSlide" Target="/ppt/notesSlides/notesSlide2.xml" Id="R7495c726f33b4e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b1f65f3a54ed0" /><Relationship Type="http://schemas.openxmlformats.org/officeDocument/2006/relationships/notesSlide" Target="/ppt/notesSlides/notesSlide3.xml" Id="R7748a0ed5ca045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29951d58b401b" /><Relationship Type="http://schemas.openxmlformats.org/officeDocument/2006/relationships/notesSlide" Target="/ppt/notesSlides/notesSlide4.xml" Id="R5a5890f476d84b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23340cee8456d" /><Relationship Type="http://schemas.openxmlformats.org/officeDocument/2006/relationships/notesSlide" Target="/ppt/notesSlides/notesSlide5.xml" Id="R20fb6cbb62f141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0fa6e75a14626" /><Relationship Type="http://schemas.openxmlformats.org/officeDocument/2006/relationships/notesSlide" Target="/ppt/notesSlides/notesSlide6.xml" Id="Rd98684982f9e48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5b6f5c2714d6d" /><Relationship Type="http://schemas.openxmlformats.org/officeDocument/2006/relationships/notesSlide" Target="/ppt/notesSlides/notesSlide7.xml" Id="R6b138f6cd2064e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b8997972244e0" /><Relationship Type="http://schemas.openxmlformats.org/officeDocument/2006/relationships/notesSlide" Target="/ppt/notesSlides/notesSlide8.xml" Id="Re70573f54b2048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fba5febc344b3" /><Relationship Type="http://schemas.openxmlformats.org/officeDocument/2006/relationships/notesSlide" Target="/ppt/notesSlides/notesSlide9.xml" Id="Rd3817d7c279140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72f7923be4259" /><Relationship Type="http://schemas.openxmlformats.org/officeDocument/2006/relationships/notesSlide" Target="/ppt/notesSlides/notesSlide10.xml" Id="Re6a5cba9901043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40BB2-1C74-4601-8FB4-9480581A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D111A-6490-4587-8856-0CCD10F3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A039E-EC8D-47C5-B109-0616C444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7D6A3-00EA-4E2F-BF1C-A369AA8E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9F90C-51A8-43D3-B675-7B50240B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C45DE-CE86-4325-95CA-2F702C1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E302D-BA3D-4521-A376-A14C19EA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3B9B3-0C61-4B84-8626-22A487C1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B960F-5C86-44A0-873A-55CC595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Construir el problema: de síntomas a outcomes verificables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C3C679-52F4-4768-9899-B517B4B2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formular un problema que permita actuar sin convertir la primera explicación, o la solución preferida, en una verdad prematura?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821FC-F59F-4942-B608-089B392B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028BA-56E3-4AB8-A58F-3411506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811294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B0AB4E-217B-4467-A519-E0998098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FB24F-34AF-47C5-B9B0-C8286A67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48653-3B48-43E8-AE0A-BE154186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0D0FA-5899-40B9-B787-CEFD27A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95521-4479-4777-B762-A2907E68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54D26-5579-49AE-9973-659C1CCC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6C7AF-7404-4DB9-9EFF-1928D894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0EE58-E44F-45E9-B9DF-04AA649E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Mandato y primera 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4E7F1-AA92-49AF-8D7B-483BF66F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947F9-F9F7-4ABD-BD82-78549AC7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036D7-B8B8-4860-A898-E413F499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recibe un mandato y debe escribir qué aprobaría hoy. Luego separa pedido, solución preferida, restricción y evidencia.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B590D-2E47-4915-A07D-D2F765B3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E99EB-EE51-4011-A3A6-EDAB9CF5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97C7C-7D56-46BD-94F9-36C4311A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8FBB9-4E0E-4189-B691-9FC76F62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0C137-54DC-4FE7-A16D-4B016998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BA498-BC5C-4687-AA8E-5F376CCD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BFC8F-BC7A-4AC2-80D9-F223BEF4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6A73D-51FB-423C-B97F-982428B8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C74EFC-CDF9-41AD-8ACC-9B046119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FD81C-261E-4DD1-A9C2-0917999A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2139234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81A14-DC33-46A3-9448-4C5380D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8813E-CCBA-482A-851D-B91DA9E2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BF410-17E4-4A3D-BCD8-23F0C0EB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67002-B5FD-4438-926B-975E660C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D7C71-205D-4EC0-8FAC-111BF3E2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828B9-A7DB-4A02-828B-0E20C4D5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723B4-682C-48DE-BE3B-BF22FB9D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E3D07-A619-4C07-880A-1D6316DF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Museo de encuadres rivales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5882C-9DBB-4DDB-B301-FDFC6C27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DC9D1-BF81-4C43-AE63-0B6E9F2B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ED8B9-A803-4320-86D4-CC1AD7BC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recorren formulaciones ajenas y marcan qué mecanismo privilegian, qué población omiten y qué intervención vuelven probable.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8BB85-DD4E-4EC2-8661-F7A8196A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26207-9600-497D-B6AE-3C8911C4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9EE27-EDBB-42D3-B9F5-E9EE4004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456CC-243F-4530-987F-1E0380BB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4C041-748A-47C9-BEB7-9F6A7965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1B464-AB60-44F6-92A6-AE282F7F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72A00-7B9A-4157-997A-ECE0F63B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C4FCD-CBA9-4917-A445-56041D53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ED494-ACCC-4EC8-958A-0E93B129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E9AAD-1AC2-4793-B7F7-9AD0044D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049BB-D722-4454-BD84-28D6DF70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4C639-4AF2-4713-9786-8FB0617B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757196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ACDE8-958B-4B68-BED5-9932FBFB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F051E-8BC3-4D59-B902-AC76B18C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19005-D087-4A16-8B3A-6403CBF9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FD352-7CD2-479C-A018-1885A55D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63E2D-E6DF-4BCB-9310-B8CC68B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17D7D-BD80-4C3D-9B5B-3239D57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49593-B91F-4C5E-9749-894AE83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B390A-4FC6-4AE5-BC5B-B414ED0F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outcome y protección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90247-D4B4-407D-92BC-4FD0CCE4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C44A5-326C-4A88-AF3A-E1384D9B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C9A40-A2A9-473B-AAC7-3FCFB5C5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utiliza ejemplos del museo para distinguir output, outcome, protección y anti-outcome. La explicación termina con una reformulación producida por el grupo.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4D30A-8C82-460D-B9D1-10422A3B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A2F0F-1F82-40B7-9272-FF634828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EAFF0-E56F-4D92-A652-D2ABA96C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B6111-418A-44D6-A4CD-6F3959E5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1AB4B-2EF9-41CD-AA12-1098B8AD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D0297-1831-4624-962E-411E9337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5632608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59DA6D-A181-46F5-B391-50DCD243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A13C0-0325-4FEF-82EA-1CBACB96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F52ED-A41A-4F77-8C9B-7E12671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22B3B-7CB2-40C9-8987-EB830D56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264BB-F5C3-41DE-B463-23A5118A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63E51-9326-410E-87D0-4A07CD06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57D0-4A5C-402B-86FF-D0D5B21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A6641-D5B3-4A65-8659-176AFC38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Ensamble de evidencia N01 a N09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9F4D8-986D-46E3-BC88-CC077415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C795F-4289-4237-9FA4-44EF9F66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8E0A1-45CD-4740-930F-7AA341EE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selecciona piezas del muro y justifica qué parte de su encuadre sostienen. Debe incluir frontera, actores, evidencia, incertidumbre, episodio, trabajo real y recorrido vivido.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E54A9-0C47-4457-A863-DFD8AF2B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6A9A1-6393-48A8-A8B7-AA854186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4C8D0-53E9-4106-8113-7C94DB3A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D60F0-5BCA-4A2B-B6A0-DC1BA775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40E58-A134-4120-85D4-334D5EA9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A4C62-5343-4824-A222-D411BB11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3D5AC-6E9E-4C31-811E-13ADCC99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9E99B-907E-46EB-9C31-5DC87BB2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6BACC-7496-4C23-B30D-8D731D12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69DF5-9CB4-4FD3-9194-7E8E7F35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73F5C-8FBB-4D84-A4A1-2032D0C0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B3228-B537-4BB1-B580-C1B6B72F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03290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CFD36-4B5A-4782-8833-8E497F08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A1A3D-B1F9-4846-8422-DD67A38E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B6E54-9225-4C2D-87DC-6F51BF33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2B1FB-120F-439F-B39A-6C7C3B6B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FB817-C07E-46E3-952A-AB6DDA8F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73783-CF87-43CD-B005-2D72736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3A4E2-CD69-4842-9E5D-6045B666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48C7C-9167-4ACB-9287-46E504CE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las primeras dos horas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B5663-A2A2-4AF5-82AA-0AFE4B8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FFD6E-D959-435B-B39F-122217E4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3C0F1-E86E-4B88-AB2F-8AB734BC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97925-C949-484F-B027-1968F254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DFA81-2687-41FA-8ADA-E208FBC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dos horas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8CCAB-EA68-4E50-8EDD-6764E6F7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Otro equipo recibe el encuadre y diseña qué haría durante las primeras dos horas sin comenzar por la solución. Si no puede observar, preguntar o comparar algo decisivo, devuelve el encuadre.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B473A-78F0-468B-B959-D87708A8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5363B-F806-4A23-99EB-01A0C3D0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377433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009D72-3D1B-46B3-86E9-DD12EC1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D5210-9F34-453F-9788-1456041E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0D0D1-CC7E-4197-A9FE-B106CD0F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16EDB-24B9-47A9-B5B1-347DDD94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C2534-5564-4432-AA0A-2B69A736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4A725-DCF7-4343-BA60-0F40696F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6434D-A977-4092-9522-8B7B4361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B0AFB-21E2-47C1-B323-8C7C19E9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y separación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E7E2A-3CC3-4DC5-9759-70019E94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88EF2-D472-4A57-9408-24184834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AC9CB-3C36-4732-842E-6913D8A9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59011-E7EE-4E86-A2AA-31EFA44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24B39-9F13-4158-A57F-F2FF45F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 introduce evidencia que fortalece un mecanismo y debilita otro. El equipo decide si conserva el problema, lo divide entre llegada y sobreventa o modifica población, outcome y protecciones.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10E71-8562-44F2-83FC-5F9B9FE5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5048558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9FC9A-6BBC-489D-AE76-E060DBC8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2C6F0-B1B7-457B-8DD3-8E8439D5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6AF39-2152-4409-932D-286C4B79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80216-B1AD-4082-9EE1-2F3E356F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7A732-91C9-4442-A149-09D7DEDE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C1D9C-6C6B-4E2D-9EA7-9E1A5906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5B07B-D7DD-4930-96C9-3BE31DF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305FA-DBF7-4629-8282-3A32B61F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Comité de puerta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53D4C-E8AF-4313-AEE3-9F07929F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14386-6DE2-4768-9FEC-9F2AE560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21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FE31E-60CC-48AC-BA8D-98C7FF92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presenta su problem frame en nueve decisiones. El comité elige aprobar una investigación o piloto, devolver por evidencia insuficiente, dividir o reformular. Debe indicar qué decisión mayor sigue prohibida.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E410B-95DC-49AA-A9A1-4641C71E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08078-310A-4626-84B3-35EF7B8C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D9E79-90C9-4132-A7EA-5D665E51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13039-12A5-4F10-AC74-A9039B3B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CE72C-D8BD-4614-A427-5C0F7D6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4F873-1B3A-4126-94F0-DB2BDC78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10E7B-4B3D-4649-B93A-312F1828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F1FC8-4FD5-4F7D-8312-35DA1A89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F6602-F372-4E62-951E-E144B0E9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F6080-973D-44F8-BCB9-BDBD19A1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D0151-A9D2-4A69-A461-45AB119E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AFFB2-4BB0-4D06-9C2F-BE5E70B5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0441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89E4B-A784-4278-9080-60F91D78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108E9-FF69-4567-8471-D572E2E7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60813-D028-4B9E-A0F1-5AD20C8A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07998-E9E8-4227-9BAA-C031838C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6DFFD-4145-495F-BC7C-3DC552B6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8EEA6-9A19-4144-8E24-E8DCF611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9DBD9-4B09-43E4-809B-F1354761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209DA-CC26-4B31-BBC3-A566CAB6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del bloque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30115-334B-4B1C-A40B-19682349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FEFE4-094F-487F-8239-97B281F2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BB08D-3754-4ADB-ABB4-73C34F72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traza qué cambió desde su memo N01 hasta el encuadre N10 y registra una afirmación que el Bloque C deberá modelar o medir con mayor precisión.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958F3-4182-42DC-8DEC-A4486A01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9B740-E8ED-459B-9A9B-B52CB5EB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C54EA-2850-4454-B832-2591C1CA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846C1-2069-473A-AE2F-06F8EEAE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14827-8494-47D5-800E-66C1DCB1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A96F3-6ECF-48F2-AF98-554EC3CB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6FB4D-D61E-4C65-A486-015E089B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068FF-B58D-4976-93FB-9307C3DC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EF6BE-6130-42AE-BA34-2F3C7A2E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33238-9F70-4FF6-A4CB-26BE5F61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41D50-337C-4C34-A385-973557E8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2A041-9855-41F9-921A-98FE7B2E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056114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7C194-8F88-41A2-ABDB-540CAB6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D6227-6F2F-4FE5-9141-AE3F453B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N10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B2CB9-7609-4EE4-96B3-53A6B29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3F574-E3BD-4C3A-AAE3-8A1D7511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63A9B-3C8A-4508-B3E2-78BFA116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8F0EA-AA9B-42DF-9562-0CAD6A8C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CDAED-C50F-4ADB-939B-E10FDBA6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6DE18-4F24-4A11-BCF5-E7D182DA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al Bloque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D49C9-6A0C-4A47-9AD0-E796ABCA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12A54-F922-4F1B-B586-D5CD09B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BE5B6-BD4F-45AB-A02E-DD251E5D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28F16-4D1B-43C3-8866-503D088D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3B44A-BADD-45D5-BFB1-B93F6EC6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82D72-5FF6-4424-B8F8-6F85E5FF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27E48-EE26-46BF-A777-97E093A1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problem frame provisional de HH-10, contrastado contra encuadres rivales y evidencia acumulada, que habilita una puerta explícita: aprobar, devolver, dividir o reformular.</a:t>
            </a:r>
          </a:p>
        </p:txBody>
      </p:sp>
    </p:spTree>
    <p:extLst>
      <p:ext uri="{BB962C8B-B14F-4D97-AF65-F5344CB8AC3E}">
        <p14:creationId xmlns:p14="http://schemas.microsoft.com/office/powerpoint/2010/main" val="841638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2026-09-15T15:46:55.8140000Z</dcterms:created>
  <dcterms:modified xsi:type="dcterms:W3CDTF">2026-09-15T15:46:55.8140000Z</dcterms:modified>
</coreProperties>
</file>