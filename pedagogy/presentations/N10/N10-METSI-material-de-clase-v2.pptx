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629fca1c2b4e99" /><Relationship Type="http://schemas.openxmlformats.org/officeDocument/2006/relationships/extended-properties" Target="/docProps/app.xml" Id="R0ae69d8ff8c949cf" /><Relationship Type="http://schemas.openxmlformats.org/officeDocument/2006/relationships/officeDocument" Target="/ppt/presentation.xml" Id="R4a3caffcd9074b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9f31d094f14915"/>
  </p:sldMasterIdLst>
  <p:notesMasterIdLst>
    <p:notesMasterId xmlns:r="http://schemas.openxmlformats.org/officeDocument/2006/relationships" r:id="Rc7075398bdbe4796"/>
  </p:notesMasterIdLst>
  <p:sldIdLst>
    <p:sldId xmlns:r="http://schemas.openxmlformats.org/officeDocument/2006/relationships" id="256" r:id="R365cb57f872041fc"/>
    <p:sldId xmlns:r="http://schemas.openxmlformats.org/officeDocument/2006/relationships" id="257" r:id="R532ef9496bc443a7"/>
    <p:sldId xmlns:r="http://schemas.openxmlformats.org/officeDocument/2006/relationships" id="258" r:id="Rca101ece7f97424f"/>
    <p:sldId xmlns:r="http://schemas.openxmlformats.org/officeDocument/2006/relationships" id="259" r:id="R9b26d5f164da4fb7"/>
    <p:sldId xmlns:r="http://schemas.openxmlformats.org/officeDocument/2006/relationships" id="260" r:id="R75926a32bd094d2b"/>
    <p:sldId xmlns:r="http://schemas.openxmlformats.org/officeDocument/2006/relationships" id="261" r:id="R50f87740ed354e05"/>
    <p:sldId xmlns:r="http://schemas.openxmlformats.org/officeDocument/2006/relationships" id="262" r:id="Rb38131cb2ba740c5"/>
    <p:sldId xmlns:r="http://schemas.openxmlformats.org/officeDocument/2006/relationships" id="263" r:id="R419e8e1d17244dc1"/>
    <p:sldId xmlns:r="http://schemas.openxmlformats.org/officeDocument/2006/relationships" id="264" r:id="R9035b150a3a244a2"/>
    <p:sldId xmlns:r="http://schemas.openxmlformats.org/officeDocument/2006/relationships" id="265" r:id="R9833341aeca04f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fd14bc9d354520" /><Relationship Type="http://schemas.openxmlformats.org/officeDocument/2006/relationships/slideMaster" Target="/ppt/slideMasters/slideMaster1.xml" Id="R5b9f31d094f14915" /><Relationship Type="http://schemas.openxmlformats.org/officeDocument/2006/relationships/notesMaster" Target="/ppt/notesMasters/notesMaster1.xml" Id="Rc7075398bdbe4796" /><Relationship Type="http://schemas.openxmlformats.org/officeDocument/2006/relationships/presProps" Target="/ppt/presProps.xml" Id="Rfe449fc851554c79" /><Relationship Type="http://schemas.openxmlformats.org/officeDocument/2006/relationships/tableStyles" Target="/ppt/tableStyles.xml" Id="Rca0e717b2cb24257" /><Relationship Type="http://schemas.openxmlformats.org/officeDocument/2006/relationships/slide" Target="/ppt/slides/slide1.xml" Id="R365cb57f872041fc" /><Relationship Type="http://schemas.openxmlformats.org/officeDocument/2006/relationships/slide" Target="/ppt/slides/slide2.xml" Id="R532ef9496bc443a7" /><Relationship Type="http://schemas.openxmlformats.org/officeDocument/2006/relationships/slide" Target="/ppt/slides/slide3.xml" Id="Rca101ece7f97424f" /><Relationship Type="http://schemas.openxmlformats.org/officeDocument/2006/relationships/slide" Target="/ppt/slides/slide4.xml" Id="R9b26d5f164da4fb7" /><Relationship Type="http://schemas.openxmlformats.org/officeDocument/2006/relationships/slide" Target="/ppt/slides/slide5.xml" Id="R75926a32bd094d2b" /><Relationship Type="http://schemas.openxmlformats.org/officeDocument/2006/relationships/slide" Target="/ppt/slides/slide6.xml" Id="R50f87740ed354e05" /><Relationship Type="http://schemas.openxmlformats.org/officeDocument/2006/relationships/slide" Target="/ppt/slides/slide7.xml" Id="Rb38131cb2ba740c5" /><Relationship Type="http://schemas.openxmlformats.org/officeDocument/2006/relationships/slide" Target="/ppt/slides/slide8.xml" Id="R419e8e1d17244dc1" /><Relationship Type="http://schemas.openxmlformats.org/officeDocument/2006/relationships/slide" Target="/ppt/slides/slide9.xml" Id="R9035b150a3a244a2" /><Relationship Type="http://schemas.openxmlformats.org/officeDocument/2006/relationships/slide" Target="/ppt/slides/slide10.xml" Id="R9833341aeca04f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f81cd8b77b4b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00c8f0ed9a4302" /><Relationship Type="http://schemas.openxmlformats.org/officeDocument/2006/relationships/notesMaster" Target="/ppt/notesMasters/notesMaster1.xml" Id="Rd3172343302046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d2fa3a3fd14a04" /><Relationship Type="http://schemas.openxmlformats.org/officeDocument/2006/relationships/notesMaster" Target="/ppt/notesMasters/notesMaster1.xml" Id="R3fce9b6c4d6b4d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912e8baf734a8b" /><Relationship Type="http://schemas.openxmlformats.org/officeDocument/2006/relationships/notesMaster" Target="/ppt/notesMasters/notesMaster1.xml" Id="Raac17d38049942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343397839a477d" /><Relationship Type="http://schemas.openxmlformats.org/officeDocument/2006/relationships/notesMaster" Target="/ppt/notesMasters/notesMaster1.xml" Id="R7dd39544615b45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0b0883b1c84822" /><Relationship Type="http://schemas.openxmlformats.org/officeDocument/2006/relationships/notesMaster" Target="/ppt/notesMasters/notesMaster1.xml" Id="Rabb3d6e5d00244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26424a85d74132" /><Relationship Type="http://schemas.openxmlformats.org/officeDocument/2006/relationships/notesMaster" Target="/ppt/notesMasters/notesMaster1.xml" Id="Rfe5a871ce48d4b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556c81cf3947d7" /><Relationship Type="http://schemas.openxmlformats.org/officeDocument/2006/relationships/notesMaster" Target="/ppt/notesMasters/notesMaster1.xml" Id="R4bfaf6df61e74e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0571b02850455b" /><Relationship Type="http://schemas.openxmlformats.org/officeDocument/2006/relationships/notesMaster" Target="/ppt/notesMasters/notesMaster1.xml" Id="Ref2b2de8196046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796ac46b8348ed" /><Relationship Type="http://schemas.openxmlformats.org/officeDocument/2006/relationships/notesMaster" Target="/ppt/notesMasters/notesMaster1.xml" Id="Rede843bc9b7c46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bb4f850746470d" /><Relationship Type="http://schemas.openxmlformats.org/officeDocument/2006/relationships/notesMaster" Target="/ppt/notesMasters/notesMaster1.xml" Id="R14f589f0abd843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Entregar un mandato y pedir decisión inicial.</a:t>
            </a:r>
          </a:p>
          <a:p xmlns:a="http://schemas.openxmlformats.org/drawingml/2006/main">
            <a:r>
              <a:t>Señal para avanzar: Pedido, evidencia y solución aparecen mezclados.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¿Esta frase explica una situación o solicita una solución?</a:t>
            </a:r>
          </a:p>
          <a:p xmlns:a="http://schemas.openxmlformats.org/drawingml/2006/main">
            <a:r>
              <a:t>• ¿Qué mecanismo conecta síntoma y outcome?</a:t>
            </a:r>
          </a:p>
          <a:p xmlns:a="http://schemas.openxmlformats.org/drawingml/2006/main">
            <a:r>
              <a:t>• ¿Qué población desaparece del encuadre?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Cuatro categorías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pedido, síntoma, mecanismo y problema.</a:t>
            </a:r>
          </a:p>
          <a:p xmlns:a="http://schemas.openxmlformats.org/drawingml/2006/main">
            <a:r>
              <a:t>Señal para avanzar: Cada frase tiene función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mecanismo conecta síntoma y outcome?</a:t>
            </a:r>
          </a:p>
          <a:p xmlns:a="http://schemas.openxmlformats.org/drawingml/2006/main">
            <a:r>
              <a:t>• ¿Qué población desaparece del encuadre?</a:t>
            </a:r>
          </a:p>
          <a:p xmlns:a="http://schemas.openxmlformats.org/drawingml/2006/main">
            <a:r>
              <a:t>• ¿Qué éxito no debería autorizarse?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Museo de encuadres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intervención vuelve probable cada marco.</a:t>
            </a:r>
          </a:p>
          <a:p xmlns:a="http://schemas.openxmlformats.org/drawingml/2006/main">
            <a:r>
              <a:t>Señal para avanzar: Se reconocen consecuencias del encuadre.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desaparece del encuadre?</a:t>
            </a:r>
          </a:p>
          <a:p xmlns:a="http://schemas.openxmlformats.org/drawingml/2006/main">
            <a:r>
              <a:t>• ¿Qué éxito no debería autorizarse?</a:t>
            </a:r>
          </a:p>
          <a:p xmlns:a="http://schemas.openxmlformats.org/drawingml/2006/main">
            <a:r>
              <a:t>• ¿Qué evidencia de N01 a N09 cambia realmente la 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Outcome y protecciones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Corregir outputs disfrazados y éxito sin límite.</a:t>
            </a:r>
          </a:p>
          <a:p xmlns:a="http://schemas.openxmlformats.org/drawingml/2006/main">
            <a:r>
              <a:t>Señal para avanzar: La formulación incluye población, cambio y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éxito no debería autorizarse?</a:t>
            </a:r>
          </a:p>
          <a:p xmlns:a="http://schemas.openxmlformats.org/drawingml/2006/main">
            <a:r>
              <a:t>• ¿Qué evidencia de N01 a N09 cambia realmente la decisión?</a:t>
            </a:r>
          </a:p>
          <a:p xmlns:a="http://schemas.openxmlformats.org/drawingml/2006/main">
            <a:r>
              <a:t>• ¿Qué haría durante las primeras dos horas?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Muro N01 a N09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procedencia y función de cada pieza.</a:t>
            </a:r>
          </a:p>
          <a:p xmlns:a="http://schemas.openxmlformats.org/drawingml/2006/main">
            <a:r>
              <a:t>Señal para avanzar: El encuadre integra evidencia sin acumularla decorativamente.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de N01 a N09 cambia realmente la decisión?</a:t>
            </a:r>
          </a:p>
          <a:p xmlns:a="http://schemas.openxmlformats.org/drawingml/2006/main">
            <a:r>
              <a:t>• ¿Qué haría durante las primeras dos horas?</a:t>
            </a:r>
          </a:p>
          <a:p xmlns:a="http://schemas.openxmlformats.org/drawingml/2006/main">
            <a:r>
              <a:t>• ¿Cuándo conviene dividir el problema?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de dos horas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acciones de aprendizaje anteriores a la solución.</a:t>
            </a:r>
          </a:p>
          <a:p xmlns:a="http://schemas.openxmlformats.org/drawingml/2006/main">
            <a:r>
              <a:t>Señal para avanzar: El problema permite investigar mecanismos rivales.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haría durante las primeras dos horas?</a:t>
            </a:r>
          </a:p>
          <a:p xmlns:a="http://schemas.openxmlformats.org/drawingml/2006/main">
            <a:r>
              <a:t>• ¿Cuándo conviene dividir el problema?</a:t>
            </a:r>
          </a:p>
          <a:p xmlns:a="http://schemas.openxmlformats.org/drawingml/2006/main">
            <a:r>
              <a:t>• ¿Qué compromiso continúa vedado?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Evidencia adversa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 indicar si corresponde dividir o reformular.</a:t>
            </a:r>
          </a:p>
          <a:p xmlns:a="http://schemas.openxmlformats.org/drawingml/2006/main">
            <a:r>
              <a:t>Señal para avanzar: El equipo modifica algo sustantivo o justifica conservarlo.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¿Cuándo conviene dividir el problema?</a:t>
            </a:r>
          </a:p>
          <a:p xmlns:a="http://schemas.openxmlformats.org/drawingml/2006/main">
            <a:r>
              <a:t>• ¿Qué compromiso continúa vedado?</a:t>
            </a:r>
          </a:p>
          <a:p xmlns:a="http://schemas.openxmlformats.org/drawingml/2006/main">
            <a:r>
              <a:t>• ¿Esta frase explica una situación o solicita una solución?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Nueve decisiones del frame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Revisar coherencia entre población, mecanismo, outcome, protección y evidencia.</a:t>
            </a:r>
          </a:p>
          <a:p xmlns:a="http://schemas.openxmlformats.org/drawingml/2006/main">
            <a:r>
              <a:t>Señal para avanzar: No hay contradicciones silenciosas.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compromiso continúa vedado?</a:t>
            </a:r>
          </a:p>
          <a:p xmlns:a="http://schemas.openxmlformats.org/drawingml/2006/main">
            <a:r>
              <a:t>• ¿Esta frase explica una situación o solicita una solución?</a:t>
            </a:r>
          </a:p>
          <a:p xmlns:a="http://schemas.openxmlformats.org/drawingml/2006/main">
            <a:r>
              <a:t>• ¿Qué mecanismo conecta síntoma y outcome?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Puerta de decisión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decisión permitida, prohibida y condición de revisión.</a:t>
            </a:r>
          </a:p>
          <a:p xmlns:a="http://schemas.openxmlformats.org/drawingml/2006/main">
            <a:r>
              <a:t>Señal para avanzar: El comité emite un acta argumentada.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¿Esta frase explica una situación o solicita una solución?</a:t>
            </a:r>
          </a:p>
          <a:p xmlns:a="http://schemas.openxmlformats.org/drawingml/2006/main">
            <a:r>
              <a:t>• ¿Qué mecanismo conecta síntoma y outcome?</a:t>
            </a:r>
          </a:p>
          <a:p xmlns:a="http://schemas.openxmlformats.org/drawingml/2006/main">
            <a:r>
              <a:t>• ¿Qué población desaparece del encuadre?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al Bloque 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concepto necesita un modelo o dato más preciso.</a:t>
            </a:r>
          </a:p>
          <a:p xmlns:a="http://schemas.openxmlformats.org/drawingml/2006/main">
            <a:r>
              <a:t>Señal para avanzar: Surge una necesidad de representación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mecanismo conecta síntoma y outcome?</a:t>
            </a:r>
          </a:p>
          <a:p xmlns:a="http://schemas.openxmlformats.org/drawingml/2006/main">
            <a:r>
              <a:t>• ¿Qué población desaparece del encuadre?</a:t>
            </a:r>
          </a:p>
          <a:p xmlns:a="http://schemas.openxmlformats.org/drawingml/2006/main">
            <a:r>
              <a:t>• ¿Qué éxito no debería autorizarse?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213c2b758a45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669dc45c09459a" /><Relationship Type="http://schemas.openxmlformats.org/officeDocument/2006/relationships/slideLayout" Target="/ppt/slideLayouts/slideLayout1.xml" Id="R9537659173714a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37659173714a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c46090fa54977" /><Relationship Type="http://schemas.openxmlformats.org/officeDocument/2006/relationships/notesSlide" Target="/ppt/notesSlides/notesSlide1.xml" Id="R36c1a1fb1c6f45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ced6f86cb4f19" /><Relationship Type="http://schemas.openxmlformats.org/officeDocument/2006/relationships/notesSlide" Target="/ppt/notesSlides/notesSlide2.xml" Id="R1b8c6c54defc4f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7818ddb8c4345" /><Relationship Type="http://schemas.openxmlformats.org/officeDocument/2006/relationships/notesSlide" Target="/ppt/notesSlides/notesSlide3.xml" Id="R5d136224917542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4e9b8f2f7426d" /><Relationship Type="http://schemas.openxmlformats.org/officeDocument/2006/relationships/notesSlide" Target="/ppt/notesSlides/notesSlide4.xml" Id="R6fe67c3c46894f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60fdfce6f4f5a" /><Relationship Type="http://schemas.openxmlformats.org/officeDocument/2006/relationships/notesSlide" Target="/ppt/notesSlides/notesSlide5.xml" Id="R830d5b8c752c41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a397b4a8e47e2" /><Relationship Type="http://schemas.openxmlformats.org/officeDocument/2006/relationships/notesSlide" Target="/ppt/notesSlides/notesSlide6.xml" Id="R0af9cd9741a84c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a30cc3920432c" /><Relationship Type="http://schemas.openxmlformats.org/officeDocument/2006/relationships/notesSlide" Target="/ppt/notesSlides/notesSlide7.xml" Id="Raa2e71263e2d42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dc8ffbbae4856" /><Relationship Type="http://schemas.openxmlformats.org/officeDocument/2006/relationships/notesSlide" Target="/ppt/notesSlides/notesSlide8.xml" Id="R956a5980fb6046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6329efd514f03" /><Relationship Type="http://schemas.openxmlformats.org/officeDocument/2006/relationships/notesSlide" Target="/ppt/notesSlides/notesSlide9.xml" Id="R2f2bfa7b213d40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c1fca3bed44bd" /><Relationship Type="http://schemas.openxmlformats.org/officeDocument/2006/relationships/notesSlide" Target="/ppt/notesSlides/notesSlide10.xml" Id="Ra09340453e744b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65250-29AF-4107-9A97-9A10B118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BE05B-99F0-4197-A1A9-A1243180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35293-21BB-4E2C-9AEC-58276AC0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5023F-014E-44FD-B2FD-84BAE161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78350-F456-4F2D-9252-0313483B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D21F7-4641-4A15-823E-017552EC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FD1DC-EA75-4E7D-9AA1-0D36026A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6DC7E-B6E2-4F71-ABD0-6F67BB59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FDB7A-2C67-479F-94D3-8B5FAE88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formular un problema que permita actuar sin convertir la primera explicación, o la solución preferida, en una verdad prematura?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DA108-E047-4C40-9701-325CDE7E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E9215-86FE-4BBF-B008-21FB8D2D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8729703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B6BF8-8516-4952-9D1C-AA78557E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EE19B-E304-430E-92A5-8658CC1D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0D238-69D9-4893-AC41-E2E29DED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1E688-F764-4A24-BBE5-9205BC23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7909B-0E0C-4763-95D7-F3695E41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3CEEA-FC39-423E-8417-C567E060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45FBF-E078-4099-8B7E-2DFE7DC8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016C8-1965-4F44-B574-DF9433C6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Cuatro categorías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38B66-3DDB-4288-9C40-BED18DF7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53B0E-526D-4A6B-B430-1030432F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8C5C3-1CC2-4E3F-B930-E7DF83DD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746E4-671B-4FB1-93A9-691D5050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ED9D3-CCB7-4F0D-BF6A-0A7F5978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9869A-7FEA-4672-9A12-7469C2D8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9C4CA-4B22-4474-840A-920CFE15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D9DB4-E2E0-418F-A2D9-3D98AA12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F9D97C-730D-47EA-B35C-84B3563A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2B036-874A-42F0-BF68-CE2A24B8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2317915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11F07-9E4D-4AAC-AF8B-4B29E47D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F98F5-3167-4BB1-AB8A-385F679B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63D17-13C8-4272-8685-F3DD41C6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D97AE-16CC-4BB8-81AE-2E710613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37116-4787-46E2-983C-D0431E2C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BFF27-D816-4A1E-93A1-3EC82F91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DCC01-C23C-4FA9-8837-DF05CC02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844A5-932C-4588-9A7B-359EE140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Museo de encuadres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AC80E-700B-4E12-B8DA-A6ED98DE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8EF85A-076F-4429-A099-332A61EB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B08A6-F911-4066-9731-0AA0B142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0794C-D4D7-4940-B947-6E23563B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A6B7A-3564-4AC6-B8F2-0EA56A77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8983A-CA71-42EF-889A-FB1A913F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462D0-C730-4449-BABE-EF8B51F9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180BE-F5E6-46AA-BF03-B798EA0A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91036-4018-4CF5-92A2-59C18731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0F08CA-C9E3-466B-B363-66305F70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6F750-1F35-4E49-BA93-8C175528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852F1-D1A8-452B-9991-CB59C4A3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6023583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B18E6-A1DE-493A-9639-1796CA67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205DF-E3F7-4B0A-8954-F008A9C8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BFC9D-1912-465D-B0A9-4D093CE5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C6A11-2F60-41A4-ADED-6CEBF6E2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874D7-CD54-4779-8F50-4C9BB2AA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D94E7-CDA2-4233-BE32-222D4DE4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436B2-23C1-4665-B3F7-618FCCAE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BC67C-1490-4AA5-8F6F-46975DD6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Outcome y protecciones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3BC24-DC34-4966-81E7-BE7CFDD4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704A1-58CE-4CC0-BDC3-37378E4C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69444-002C-43E2-9C20-72A9B9FA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797DC-A85C-4A01-B0C1-1F9AFBB7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08838-F8CB-4161-8B1D-FEE0411C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7F532-3195-44E5-A3AD-70C12C1A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4902728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97EEB3-422B-4313-9344-1B84DA1E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22030-4647-4CC4-BBF8-5BC2832D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48122-66D8-4069-9562-2FC1EEF5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0CB6A-64B8-4465-8056-06209FF3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B2900-E110-4826-AA69-9638A88D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F7D68-7AA1-40BE-939A-0576CC63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89C22-7894-498A-97C8-D38D674D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B75CF-D23E-400A-A72C-741B4208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Muro N01 a N09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05F8C-8DF8-44B8-8F9B-9C0960DA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C0282-892A-4175-9354-B4CF6370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90683-7D5F-4BE8-A0F4-A3AABF94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91EC0-F530-4086-8909-7BE1082C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98643-FF22-428A-BBE1-E08F28F1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6E2E9-4E3E-4AF5-A27E-FB398EDF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4F8C9-E95F-43B5-A3F4-116C5EE1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99E0F-F511-494A-AF8A-225B713A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6E0E70-D027-4910-91D6-D353BCD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4BA0F-69CA-4DFB-A258-0966876D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5310D9-F69E-4AF6-957E-E8DD44F7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6D3353-EE31-430E-AB90-AC3E8423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283224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A3A3A-588C-41FD-BABA-01D8088D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00D4D-8D1F-411C-81A0-1457724C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0DFFF-8E2E-4395-8D25-1D6953E9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E6281-28E1-4A28-9010-7BAC1A06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B7BE9-F3DB-4B03-A01E-150C800D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B0030-8F3F-475D-85C7-91934852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FC2CE-61C2-4336-A504-2DF2385B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E2428-0504-41F6-A4C9-4FE5ABF6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dos horas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02CB0-7EC5-40F4-953B-64BC2ED4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B1C09-D461-4997-8B68-242AD166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A393C-897A-4FCF-8E8D-2DC62ED1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5A391-C412-461F-8AA0-F5C6AD66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D2EF8-E201-411C-A660-932CAB79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FF6A8-E65B-4706-82AB-E776152B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6184579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D7E43-3E5C-464A-8958-CF81BD53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8A415-0C07-4EF5-89ED-065DC172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85F61-B912-4EF0-B770-60465E93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EDE29-C35F-4CD1-86E1-38FEDE76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99CB2-62E9-49C1-85C2-8C1E0514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7A192-E388-4B58-8D12-FD8E666A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C7C87-5A6C-4538-918C-1EA24C1C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54CCB-6120-4677-99C9-BF70661B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Evidencia adversa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ED2D9-F14C-44CA-94E9-CAAD61F2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A7228-1215-4D97-B7B6-312F534A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E75AB-A6A8-4ADB-8639-AF959C44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16651884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0BFADF-D8D2-454E-AF82-50DBF47C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1D1B3-C128-4BBE-81A1-5FFA4C33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C6155-29AE-4BD8-A255-A03435D5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8005B-A8F0-478A-9470-FFE9B55C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E5A9B-9F1F-4CDF-92DA-8A7824F6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3DBBB-F2F5-4B24-9B3D-7EDB4A58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5BB46-D564-4B8B-AB1E-DBCBEEE2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0836C-F3CD-497C-AE97-E731186C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Nueve decisiones del frame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82F90-D109-4552-98A4-84F8BA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BA9B8-DD78-44D3-996D-E8D16299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A5DF9-3066-4ED0-AC82-519B490E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38422-778D-4F9C-8589-CAA9D7A7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552D1-73D3-4F8A-94FA-71F0E568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5589A-9A7F-4050-B30A-0B0D6134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6CA4FB-8DDD-41E1-9A82-D953C5C1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B036F-9A33-4C58-8BE9-9E886596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EE7BD-901E-48FB-B6FE-A6BD0E5A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2EB7C-C5C4-4798-9BCC-CACB092B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040EA3-FC81-40E6-B2A2-C6F9E56F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098E25-5046-486B-9864-34626409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247772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12DE62-643F-4426-A6AA-E723459A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BE8EB-67FB-438E-98A9-3C80F65F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C8706-1344-4086-A73D-6BA3C722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0A08A-07E7-46AC-836B-3B38CC16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37323-4A32-4E2A-84F4-04B26566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C30B4-D3F6-451A-836A-BD977B44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76DC3-EDA4-4A07-BD8C-5D5D087D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618D9-4D71-4731-B1DB-D8FDC332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Puerta de decisión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86C36-C0C2-4908-9780-B1C59B77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E7060-0DDB-445C-BE58-2B49B54C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36946-819D-487D-8AEB-14BE6907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EDD00-285E-49A4-8B0B-2555E46A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4CB27-9C7A-4C33-BC5A-1757E604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A49D7-EEC6-4F84-A158-FD4ADDF3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0D641-2B3A-4A48-B09A-E34DBCA9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78AF5-57EF-4190-A41D-A8C600C0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2C6BB-3818-4D07-9854-A34C666C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D2077B-7A97-4222-B144-FEFEB143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95F04D-8B5F-43F4-863B-62CA3BF2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DE7DAC-DD5E-4633-BD35-1C4753A2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406358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21C85-FFE2-4052-982B-AD1EE8C5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1F503-5C06-4358-9F01-90305DD6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7F678-A496-41F0-900E-23BF1F10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BB739-D6AB-4AF6-AFCC-C13B5A1B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AE69E-BD72-4BB0-A474-EE57AC46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08406-0595-49F8-9375-89C5A968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2CD7C-DAE8-4C8A-8200-99EB810E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5C0D1-B3D4-471B-9012-E791AC2C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al Bloque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17E56-8B77-46AC-BFCD-D9A87BDB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D3A62-4658-4174-889F-041CE71B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ED8DA-1FCE-4961-B1DF-F86ACAA2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744F6-F9EA-4C00-A85D-D456AAEC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80B76-6F70-460C-A462-84D2D188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72AC4-98DC-4D84-A506-135AAB3C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7C7BF-1AD8-4181-ABA5-7360BA4F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</p:spTree>
    <p:extLst>
      <p:ext uri="{BB962C8B-B14F-4D97-AF65-F5344CB8AC3E}">
        <p14:creationId xmlns:p14="http://schemas.microsoft.com/office/powerpoint/2010/main" val="4243633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2026-09-12T16:22:54.9110000Z</dcterms:created>
  <dcterms:modified xsi:type="dcterms:W3CDTF">2026-09-12T16:22:54.9110000Z</dcterms:modified>
</coreProperties>
</file>