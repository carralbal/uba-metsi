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793cc836af4240" /><Relationship Type="http://schemas.openxmlformats.org/officeDocument/2006/relationships/extended-properties" Target="/docProps/app.xml" Id="R8cc5ea91727a4e09" /><Relationship Type="http://schemas.openxmlformats.org/officeDocument/2006/relationships/officeDocument" Target="/ppt/presentation.xml" Id="R6966958e9d5d48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c022d2d337428f"/>
  </p:sldMasterIdLst>
  <p:notesMasterIdLst>
    <p:notesMasterId xmlns:r="http://schemas.openxmlformats.org/officeDocument/2006/relationships" r:id="R51a6c44f2958464f"/>
  </p:notesMasterIdLst>
  <p:sldIdLst>
    <p:sldId xmlns:r="http://schemas.openxmlformats.org/officeDocument/2006/relationships" id="256" r:id="R4f3ce3fece914840"/>
    <p:sldId xmlns:r="http://schemas.openxmlformats.org/officeDocument/2006/relationships" id="257" r:id="R3b93a101f46e42ed"/>
    <p:sldId xmlns:r="http://schemas.openxmlformats.org/officeDocument/2006/relationships" id="258" r:id="Rd23fe9d1037a4728"/>
    <p:sldId xmlns:r="http://schemas.openxmlformats.org/officeDocument/2006/relationships" id="259" r:id="Ra0468b5801e94381"/>
    <p:sldId xmlns:r="http://schemas.openxmlformats.org/officeDocument/2006/relationships" id="260" r:id="R1d1b3995849b42f7"/>
    <p:sldId xmlns:r="http://schemas.openxmlformats.org/officeDocument/2006/relationships" id="261" r:id="Rc4cef07d341d4a90"/>
    <p:sldId xmlns:r="http://schemas.openxmlformats.org/officeDocument/2006/relationships" id="262" r:id="R0207fde8ef3049cd"/>
    <p:sldId xmlns:r="http://schemas.openxmlformats.org/officeDocument/2006/relationships" id="263" r:id="Rde950f502ae840e4"/>
    <p:sldId xmlns:r="http://schemas.openxmlformats.org/officeDocument/2006/relationships" id="264" r:id="R8b8ccc921ce145b9"/>
    <p:sldId xmlns:r="http://schemas.openxmlformats.org/officeDocument/2006/relationships" id="265" r:id="R9dcbd2038db24d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1fca0f99a144d1" /><Relationship Type="http://schemas.openxmlformats.org/officeDocument/2006/relationships/slideMaster" Target="/ppt/slideMasters/slideMaster1.xml" Id="Re2c022d2d337428f" /><Relationship Type="http://schemas.openxmlformats.org/officeDocument/2006/relationships/notesMaster" Target="/ppt/notesMasters/notesMaster1.xml" Id="R51a6c44f2958464f" /><Relationship Type="http://schemas.openxmlformats.org/officeDocument/2006/relationships/presProps" Target="/ppt/presProps.xml" Id="R3428bdb8c29d4bde" /><Relationship Type="http://schemas.openxmlformats.org/officeDocument/2006/relationships/tableStyles" Target="/ppt/tableStyles.xml" Id="R52cc94b3c823408f" /><Relationship Type="http://schemas.openxmlformats.org/officeDocument/2006/relationships/slide" Target="/ppt/slides/slide1.xml" Id="R4f3ce3fece914840" /><Relationship Type="http://schemas.openxmlformats.org/officeDocument/2006/relationships/slide" Target="/ppt/slides/slide2.xml" Id="R3b93a101f46e42ed" /><Relationship Type="http://schemas.openxmlformats.org/officeDocument/2006/relationships/slide" Target="/ppt/slides/slide3.xml" Id="Rd23fe9d1037a4728" /><Relationship Type="http://schemas.openxmlformats.org/officeDocument/2006/relationships/slide" Target="/ppt/slides/slide4.xml" Id="Ra0468b5801e94381" /><Relationship Type="http://schemas.openxmlformats.org/officeDocument/2006/relationships/slide" Target="/ppt/slides/slide5.xml" Id="R1d1b3995849b42f7" /><Relationship Type="http://schemas.openxmlformats.org/officeDocument/2006/relationships/slide" Target="/ppt/slides/slide6.xml" Id="Rc4cef07d341d4a90" /><Relationship Type="http://schemas.openxmlformats.org/officeDocument/2006/relationships/slide" Target="/ppt/slides/slide7.xml" Id="R0207fde8ef3049cd" /><Relationship Type="http://schemas.openxmlformats.org/officeDocument/2006/relationships/slide" Target="/ppt/slides/slide8.xml" Id="Rde950f502ae840e4" /><Relationship Type="http://schemas.openxmlformats.org/officeDocument/2006/relationships/slide" Target="/ppt/slides/slide9.xml" Id="R8b8ccc921ce145b9" /><Relationship Type="http://schemas.openxmlformats.org/officeDocument/2006/relationships/slide" Target="/ppt/slides/slide10.xml" Id="R9dcbd2038db24d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8268d5eab24b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3dff14f7394bf9" /><Relationship Type="http://schemas.openxmlformats.org/officeDocument/2006/relationships/notesMaster" Target="/ppt/notesMasters/notesMaster1.xml" Id="R3889f249d6bf4b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5a699de36a433f" /><Relationship Type="http://schemas.openxmlformats.org/officeDocument/2006/relationships/notesMaster" Target="/ppt/notesMasters/notesMaster1.xml" Id="Ra4a1139e9b5d46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b00dab894b4f75" /><Relationship Type="http://schemas.openxmlformats.org/officeDocument/2006/relationships/notesMaster" Target="/ppt/notesMasters/notesMaster1.xml" Id="Rce3b2b4a9b944d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b993a0466343cf" /><Relationship Type="http://schemas.openxmlformats.org/officeDocument/2006/relationships/notesMaster" Target="/ppt/notesMasters/notesMaster1.xml" Id="R332e85fc1a2d45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aaa34d10a8491e" /><Relationship Type="http://schemas.openxmlformats.org/officeDocument/2006/relationships/notesMaster" Target="/ppt/notesMasters/notesMaster1.xml" Id="R059ccb438dbb44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8393f4f4b848fe" /><Relationship Type="http://schemas.openxmlformats.org/officeDocument/2006/relationships/notesMaster" Target="/ppt/notesMasters/notesMaster1.xml" Id="Rd957624b73b94d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d51542eb214c72" /><Relationship Type="http://schemas.openxmlformats.org/officeDocument/2006/relationships/notesMaster" Target="/ppt/notesMasters/notesMaster1.xml" Id="R0a341d41d5ec49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9a6134763e49e3" /><Relationship Type="http://schemas.openxmlformats.org/officeDocument/2006/relationships/notesMaster" Target="/ppt/notesMasters/notesMaster1.xml" Id="Rf26756195e044b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08cc9b45a84c8f" /><Relationship Type="http://schemas.openxmlformats.org/officeDocument/2006/relationships/notesMaster" Target="/ppt/notesMasters/notesMaster1.xml" Id="Rae1a7f17a5fb4d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969352df5a41df" /><Relationship Type="http://schemas.openxmlformats.org/officeDocument/2006/relationships/notesMaster" Target="/ppt/notesMasters/notesMaster1.xml" Id="Rd98f70a6a20648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una diferencia y la decisión que afecta.</a:t>
            </a:r>
          </a:p>
          <a:p xmlns:a="http://schemas.openxmlformats.org/drawingml/2006/main">
            <a:r>
              <a:t>Señal para avanzar: La comparación tiene consecuencia.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¿Los modelos tienen el mismo propósito y fecha?</a:t>
            </a:r>
          </a:p>
          <a:p xmlns:a="http://schemas.openxmlformats.org/drawingml/2006/main">
            <a:r>
              <a:t>• ¿La diferencia es terminológica, temporal o sustantiva?</a:t>
            </a:r>
          </a:p>
          <a:p xmlns:a="http://schemas.openxmlformats.org/drawingml/2006/main">
            <a:r>
              <a:t>• ¿Qué decisión cambia si se acepta una vista?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coherencia de HH-16 con contradicciones clasificadas, impacto, tratamiento, prueba de cierre y ciclo de vida de los modelos.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Siete clases de contradicción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Clasificar después de revisar propósito, frontera y tiempo.</a:t>
            </a:r>
          </a:p>
          <a:p xmlns:a="http://schemas.openxmlformats.org/drawingml/2006/main">
            <a:r>
              <a:t>Señal para avanzar: Las diferencias dejan de ser una categoría única.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¿La diferencia es terminológica, temporal o sustantiva?</a:t>
            </a:r>
          </a:p>
          <a:p xmlns:a="http://schemas.openxmlformats.org/drawingml/2006/main">
            <a:r>
              <a:t>• ¿Qué decisión cambia si se acepta una vista?</a:t>
            </a:r>
          </a:p>
          <a:p xmlns:a="http://schemas.openxmlformats.org/drawingml/2006/main">
            <a:r>
              <a:t>• ¿Qué evidencia permitiría cerrar la contradicción?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coherencia de HH-16 con contradicciones clasificadas, impacto, tratamiento, prueba de cierre y ciclo de vida de los modelos.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Igualdad y coherencia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Mostrar modelos distintos pero compatibles.</a:t>
            </a:r>
          </a:p>
          <a:p xmlns:a="http://schemas.openxmlformats.org/drawingml/2006/main">
            <a:r>
              <a:t>Señal para avanzar: El grupo no busca duplicación literal.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cambia si se acepta una vista?</a:t>
            </a:r>
          </a:p>
          <a:p xmlns:a="http://schemas.openxmlformats.org/drawingml/2006/main">
            <a:r>
              <a:t>• ¿Qué evidencia permitiría cerrar la contradicción?</a:t>
            </a:r>
          </a:p>
          <a:p xmlns:a="http://schemas.openxmlformats.org/drawingml/2006/main">
            <a:r>
              <a:t>• ¿Qué modelos dependen de esta regla?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coherencia de HH-16 con contradicciones clasificadas, impacto, tratamiento, prueba de cierre y ciclo de vida de los modelos.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Escenario ordinario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Recorrer correspondencias entre vistas.</a:t>
            </a:r>
          </a:p>
          <a:p xmlns:a="http://schemas.openxmlformats.org/drawingml/2006/main">
            <a:r>
              <a:t>Señal para avanzar: Se localizan contratos y huecos.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evidencia permitiría cerrar la contradicción?</a:t>
            </a:r>
          </a:p>
          <a:p xmlns:a="http://schemas.openxmlformats.org/drawingml/2006/main">
            <a:r>
              <a:t>• ¿Qué modelos dependen de esta regla?</a:t>
            </a:r>
          </a:p>
          <a:p xmlns:a="http://schemas.openxmlformats.org/drawingml/2006/main">
            <a:r>
              <a:t>• ¿Quién puede aceptar o escalar la diferencia?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coherencia de HH-16 con contradicciones clasificadas, impacto, tratamiento, prueba de cierre y ciclo de vida de los modelos.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Escenario adverso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Introducir excepción y autoridad disputada.</a:t>
            </a:r>
          </a:p>
          <a:p xmlns:a="http://schemas.openxmlformats.org/drawingml/2006/main">
            <a:r>
              <a:t>Señal para avanzar: Aparece una contradicción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modelos dependen de esta regla?</a:t>
            </a:r>
          </a:p>
          <a:p xmlns:a="http://schemas.openxmlformats.org/drawingml/2006/main">
            <a:r>
              <a:t>• ¿Quién puede aceptar o escalar la diferencia?</a:t>
            </a:r>
          </a:p>
          <a:p xmlns:a="http://schemas.openxmlformats.org/drawingml/2006/main">
            <a:r>
              <a:t>• ¿Qué ocurre si se retira esta vista?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coherencia de HH-16 con contradicciones clasificadas, impacto, tratamiento, prueba de cierre y ciclo de vida de los modelos.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Regla nueva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mapa de impacto antes de editar.</a:t>
            </a:r>
          </a:p>
          <a:p xmlns:a="http://schemas.openxmlformats.org/drawingml/2006/main">
            <a:r>
              <a:t>Señal para avanzar: Decisiones y operaciones afectadas son visibles.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puede aceptar o escalar la diferencia?</a:t>
            </a:r>
          </a:p>
          <a:p xmlns:a="http://schemas.openxmlformats.org/drawingml/2006/main">
            <a:r>
              <a:t>• ¿Qué ocurre si se retira esta vista?</a:t>
            </a:r>
          </a:p>
          <a:p xmlns:a="http://schemas.openxmlformats.org/drawingml/2006/main">
            <a:r>
              <a:t>• ¿Los modelos tienen el mismo propósito y fecha?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coherencia de HH-16 con contradicciones clasificadas, impacto, tratamiento, prueba de cierre y ciclo de vida de los modelos.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Registro de contradicciones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consecuencia, evidencia, tratamiento y responsable.</a:t>
            </a:r>
          </a:p>
          <a:p xmlns:a="http://schemas.openxmlformats.org/drawingml/2006/main">
            <a:r>
              <a:t>Señal para avanzar: Cada diferencia puede gobernarse.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ocurre si se retira esta vista?</a:t>
            </a:r>
          </a:p>
          <a:p xmlns:a="http://schemas.openxmlformats.org/drawingml/2006/main">
            <a:r>
              <a:t>• ¿Los modelos tienen el mismo propósito y fecha?</a:t>
            </a:r>
          </a:p>
          <a:p xmlns:a="http://schemas.openxmlformats.org/drawingml/2006/main">
            <a:r>
              <a:t>• ¿La diferencia es terminológica, temporal o sustantiva?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coherencia de HH-16 con contradicciones clasificadas, impacto, tratamiento, prueba de cierre y ciclo de vida de los modelos.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Prueba de cierre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Evitar cerrar sólo porque coinciden los archivos.</a:t>
            </a:r>
          </a:p>
          <a:p xmlns:a="http://schemas.openxmlformats.org/drawingml/2006/main">
            <a:r>
              <a:t>Señal para avanzar: El escenario y la decisión funcionan.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¿Los modelos tienen el mismo propósito y fecha?</a:t>
            </a:r>
          </a:p>
          <a:p xmlns:a="http://schemas.openxmlformats.org/drawingml/2006/main">
            <a:r>
              <a:t>• ¿La diferencia es terminológica, temporal o sustantiva?</a:t>
            </a:r>
          </a:p>
          <a:p xmlns:a="http://schemas.openxmlformats.org/drawingml/2006/main">
            <a:r>
              <a:t>• ¿Qué decisión cambia si se acepta una vista?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coherencia de HH-16 con contradicciones clasificadas, impacto, tratamiento, prueba de cierre y ciclo de vida de los modelos.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Retiro de modelo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Revelar un uso no registrado.</a:t>
            </a:r>
          </a:p>
          <a:p xmlns:a="http://schemas.openxmlformats.org/drawingml/2006/main">
            <a:r>
              <a:t>Señal para avanzar: Hay recuperación, migración y memoria.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¿La diferencia es terminológica, temporal o sustantiva?</a:t>
            </a:r>
          </a:p>
          <a:p xmlns:a="http://schemas.openxmlformats.org/drawingml/2006/main">
            <a:r>
              <a:t>• ¿Qué decisión cambia si se acepta una vista?</a:t>
            </a:r>
          </a:p>
          <a:p xmlns:a="http://schemas.openxmlformats.org/drawingml/2006/main">
            <a:r>
              <a:t>• ¿Qué evidencia permitiría cerrar la contradicción?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coherencia de HH-16 con contradicciones clasificadas, impacto, tratamiento, prueba de cierre y ciclo de vida de los modelos.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lógica de trabajo corresponde a lo todavía incierto.</a:t>
            </a:r>
          </a:p>
          <a:p xmlns:a="http://schemas.openxmlformats.org/drawingml/2006/main">
            <a:r>
              <a:t>Señal para avanzar: Surge una elección estratégica.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cambia si se acepta una vista?</a:t>
            </a:r>
          </a:p>
          <a:p xmlns:a="http://schemas.openxmlformats.org/drawingml/2006/main">
            <a:r>
              <a:t>• ¿Qué evidencia permitiría cerrar la contradicción?</a:t>
            </a:r>
          </a:p>
          <a:p xmlns:a="http://schemas.openxmlformats.org/drawingml/2006/main">
            <a:r>
              <a:t>• ¿Qué modelos dependen de esta regla?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coherencia de HH-16 con contradicciones clasificadas, impacto, tratamiento, prueba de cierre y ciclo de vida de los modelos.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188ed470d74b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506313ffd94868" /><Relationship Type="http://schemas.openxmlformats.org/officeDocument/2006/relationships/slideLayout" Target="/ppt/slideLayouts/slideLayout1.xml" Id="R8a8af5dd6f384f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8af5dd6f384f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0658193c74892" /><Relationship Type="http://schemas.openxmlformats.org/officeDocument/2006/relationships/notesSlide" Target="/ppt/notesSlides/notesSlide1.xml" Id="R667a6a2fa26142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86d08e7ab49b7" /><Relationship Type="http://schemas.openxmlformats.org/officeDocument/2006/relationships/notesSlide" Target="/ppt/notesSlides/notesSlide2.xml" Id="R4a5882cd1f5747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70afea3b8487b" /><Relationship Type="http://schemas.openxmlformats.org/officeDocument/2006/relationships/notesSlide" Target="/ppt/notesSlides/notesSlide3.xml" Id="R34125cc6dba244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f00ef344743a0" /><Relationship Type="http://schemas.openxmlformats.org/officeDocument/2006/relationships/notesSlide" Target="/ppt/notesSlides/notesSlide4.xml" Id="R5d2878625dd647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386184ea8042c4" /><Relationship Type="http://schemas.openxmlformats.org/officeDocument/2006/relationships/notesSlide" Target="/ppt/notesSlides/notesSlide5.xml" Id="R3f940f3feb2641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b20b8f33b4bd9" /><Relationship Type="http://schemas.openxmlformats.org/officeDocument/2006/relationships/notesSlide" Target="/ppt/notesSlides/notesSlide6.xml" Id="R6c63244ac5e84e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b0595def14468" /><Relationship Type="http://schemas.openxmlformats.org/officeDocument/2006/relationships/notesSlide" Target="/ppt/notesSlides/notesSlide7.xml" Id="R13175ec6146841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5c3f8ff1a4f5a" /><Relationship Type="http://schemas.openxmlformats.org/officeDocument/2006/relationships/notesSlide" Target="/ppt/notesSlides/notesSlide8.xml" Id="R2ed21daa773146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b5d9898804388" /><Relationship Type="http://schemas.openxmlformats.org/officeDocument/2006/relationships/notesSlide" Target="/ppt/notesSlides/notesSlide9.xml" Id="R20520498135d48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7694acde84bbd" /><Relationship Type="http://schemas.openxmlformats.org/officeDocument/2006/relationships/notesSlide" Target="/ppt/notesSlides/notesSlide10.xml" Id="R8ddee4fda27043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D12CA0-F7C8-45E1-A667-9BCA2DB0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4E726-B186-44B8-9E81-9C703AF6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502A4-F478-40BD-B445-B77907CA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8A1E6-7176-48E7-ABAA-2AA37191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6EE84-8D1B-4525-8910-0CBB129E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63C8F-221E-4298-BF82-19F1885C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8E5BE-A0C5-4115-A4C3-AA3D257C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D95DD9-0D88-4993-A9F8-FBEE3D33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17B28-D0EE-4B4F-B650-F4F1DEED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decidir si dos modelos se contradicen por error, por diferencia legítima de perspectiva o porque el sistema todavía no resolvió una tensión real?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7A910-EEDE-4CFA-B086-41F3B613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22849E-4F03-4112-8CA0-1FBEA96E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2199277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E1359E-A995-4DAC-BCB7-822798F8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98BBE-4B98-4B49-85AD-7F036A81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D070E-D6A0-450A-9C27-1FE85D80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1AC59-184C-4E2E-854F-DE36C91D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276AF7-6CA4-4EA5-8D76-802B482A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6773C-59E3-4689-A3AA-3C654EC4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4B9AE8-9E90-4C50-8331-446EA4BC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112EE-CE4C-489C-9E93-DCF30D30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Siete clases de contradicción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581BB5-C50A-4FDD-9828-F5202572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0F9356-EE1D-4617-9BD8-9B13BA7B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004B9C-E871-4006-9BFF-9C584C79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10CA0A-8145-46EA-BD65-5D6DDD7A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C51DB6-A1F5-446D-8126-AD0F0360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DA2E98-E123-4444-88F2-18D17D4C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3EA90B-E299-4A03-8307-2AC4B3ED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46F2A2-FB2E-4D8D-8D0C-490C72AC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0B5AE0-F3D2-4769-AF15-ECE8D979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628261-982E-45F0-BB10-3B0D8073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16331710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9FE411-0088-47D1-9F40-B4E95BB8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91981-415D-45A7-8AE9-5C74C7A1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D9033-38B6-42B2-A971-401A85C4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5D140-B5F7-4084-A091-06C489BE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7AECF-97E2-4F80-9D59-61AFF0F7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2DCC0-C956-4BCC-9FCF-BBE60D5C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9761C-2D93-4D40-98C7-E082F5B1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8C98B-FF8E-4E08-9F49-CB478087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Igualdad y coherencia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9FBC0-155C-4773-8C41-5D065270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E2DCC-2364-4D20-8C7F-B36E7F93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D4EB15-4F5B-45C1-86E9-B4DF833F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99AA2-D35D-4378-BA37-9499429F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378EB-7AFC-4F59-B3C7-D484A55A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B3772A-35F6-44BD-8500-A1C7AB2D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5F4D13-F067-4D2B-8DA9-D65E3A2D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5133A3-25F9-47B5-9F5B-E58E8AA4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4FB02C-7B5B-4747-AC83-18E7B2E5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6EF2C5-0D35-49C1-B449-DD04418B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69D420-7BF0-4890-AD56-C6B6F000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077695-07CF-4C91-8FB6-A70F0EBA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5307339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9DF2B7-E65F-4DE7-B578-1085FAC5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40F50-CE5C-424C-A285-C4FA04A6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94E14-EF80-48D3-A4E5-1C917D3F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CF733-F639-4B34-B50B-D57167A0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B2E47-E63C-44EF-B8F7-67957A1D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AD9E8B-12A4-46FC-B314-E83753C4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E08C72-CE78-44DD-9696-72F8D948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A3F62-DF47-4748-8520-A94BD71F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Escenario ordinario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A0ECF-F25E-444B-908B-6DF0C995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277A00-3346-4760-956F-601485AE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03E63-BF2B-4FA2-AE5A-5037DE07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00C7B6-8646-4CE4-B38A-FA616E1D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3E7425-B170-4DEE-BD4D-1B079173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DD399D-FD72-4F1F-AE31-B0B53C38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17814464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D65CB9-A3A8-4B78-AF28-165737E1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24B5B-1C28-4ACF-AEC2-23D17149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578CD-7990-4D44-95F9-EB81C8C8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73B4E-DCE7-4FA0-A2FE-D4C3D348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B36E2-62A4-443E-9B43-44673274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AE8980-2CE8-4FDE-A050-292063CE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2E3DAC-4ED3-4E24-B4A0-D63C5662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BD25C7-CD2C-4BC0-9791-531EE3CF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Escenario adverso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0B9F8-0988-491F-A078-8128FCCF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9A1C82-99DC-4C84-95AA-F8D7392E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67C7DB-8F8E-437C-8469-BB583356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20208B-56B6-4A65-AAE8-A5FFD95D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013BEE-07A4-4B09-B537-22D00E2C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EBCE0-EF04-490C-92C8-C860C519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2F2E3E-68C3-4F38-8AB8-260B901F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18AA21-A7B0-4BF9-9B62-2BBCBCB7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39159C-297A-47DD-A84D-219B1613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AD44EF-16D9-42C7-8406-F94BF041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001687-23F5-4B1B-A662-076B3E86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03EE27-15F5-4630-B202-BC3C225E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863417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041CE7-0E71-4FA5-A9CE-3F8FE269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088F1-200E-4EB2-92E3-44A63BF7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D348F-016F-4A39-A1DF-C303C78B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FB15E-D0F5-4969-A683-A1026991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27D29-199C-4B06-8DF7-49D53AF4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8D0E4-C8A6-4782-8A93-2E41721C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79C55-455C-45D4-BD73-E8A7F98A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197253-DFE2-4EC5-8CB7-FAD93976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Regla nueva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42BAD1-37A8-45FE-896C-A6C33A51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0D93A-084C-4280-B1D2-3AA4BC6A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18C938-8A0F-481A-9863-C8639584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76A22-B903-4710-ACE4-D8226315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32BD3D-093D-49F6-AE6F-A41206FC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796B84-1CF6-4BEF-ADDE-D1ACD4B6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5327066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3C2338-DC2D-4D61-AC68-C62AFF20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F52B3-9154-4433-9960-DB464932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16EE7-B043-43B7-839C-519F7C6B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50A36-514F-4728-8F8E-59A042BD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32D99-48A0-4F21-9CC6-BF269FEF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96F0A-4B61-4B41-AB09-2BE629F1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1B449E-825D-4661-88B5-C9EFC81E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40B3E0-D191-457B-AE60-BC1F261C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Registro de contradicciones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CB3C5-B7BD-40C2-8039-0BE5EB5D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440A5D-2490-41B6-AF2B-36943D7D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99D7D-0E47-49A1-812F-CC41FC3D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9313151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7F68A5-7B79-41A9-9A33-78C97906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C8701-8428-473D-9E80-2C242F43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5B7D5-71EE-4FF9-8D5E-63C5EFDE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ECA26-EF4B-4032-BADF-AA65B97D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53698-AFB6-448E-8DF6-293D44A5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7F2F7-98FC-4682-A328-EE759706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C16CB-3B37-48CA-AE25-5C91A98D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C9E67-79F4-4C90-AC9D-7242B62D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 cierre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2C5B5-FCAB-4A20-99C3-4407051C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5F846E-47E1-400F-ACD7-A350B368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AC6A0-8074-4245-9F88-E5C295EF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1334B0-244A-491C-9A16-DC7C55AE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9BAAFE-BFFB-4B4C-B380-1348CDDB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61DB5E-CD97-41DA-B037-0AABA418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8E8B7C-C08F-4132-8F71-9C7331D8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164D57-23ED-41A4-A5E4-25D04B48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45BC7E-562E-42FC-B0B1-3823F2B5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D92FB4-3CDA-473E-8276-0977822D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F4ED21-40D5-4355-BFD6-04EE80FF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0CC092-78E1-4097-9621-41160C6A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417351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DDB0BE-69FB-4665-99B9-0C08A0CA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8D629-4BCD-43CB-9450-092EC508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6AC18-C2B5-43CB-8D1A-A9CD5032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91930-4715-4291-AD07-33549137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55CC0-8BFB-4420-BCEE-302F2D40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9705F-1727-45C1-93D6-0377F807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6F917-3D97-459D-A1B8-6ADEBB1A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71B2E-2880-4256-B781-3B5824F8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Retiro de modelo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C69A9-6A19-4CC2-9608-66DDC81D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8E0E39-4462-4249-8FCC-3A8CC40A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E3C9D2-290B-413E-A20D-D0FA1C2A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0B7FD0-4A59-4F64-8230-D507D5E4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32DA7-BE9D-4261-86D2-C24D2485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B59B82-FF5E-4316-BA40-DFA3B962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F77C39-B1C8-4774-8067-D565F7F6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E9E329-E3DC-4387-91D2-116C78A0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ECC13D-81AF-408D-A42B-A253CDF0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710C2E-AEE1-4EC7-AF60-68D7DC4D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34C4DD-DD20-40B9-B3D8-0C3BCB0C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F05EAA-EFCE-4ED7-AF07-6331B6CA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941347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FEACA7-51A2-4536-827B-50E6C1A4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7D46D-656E-4076-BDD8-40328CFA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0D1DC-CEFF-4423-9265-A3D82C3E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67923-6EF3-49B8-9FE8-A7E65E1C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C1065-7626-4017-9925-55B5C59B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64BA8-1B9B-4BE2-BEC9-3A4BE9A5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7B098-F5B1-4C4E-ABD6-BAB2353B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5CB2B-DC88-4983-B7D2-479FA18B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C3E79-9858-4209-AE84-769452C2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C64A67-3EAB-4D7D-816B-478AB1D8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1F1C34-8523-4509-8644-B26201DF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AF0A6E-839D-437E-BDF0-C9407A25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ADA092-93C5-4A2E-99C1-8DAA15DD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0F3B38-A63F-44F0-8484-722B6AAD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FE53A1-5A0C-481E-A934-434EEE02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expediente de coherencia de HH-16 con contradicciones clasificadas, impacto, tratamiento, prueba de cierre y ciclo de vida de los modelos.</a:t>
            </a:r>
          </a:p>
        </p:txBody>
      </p:sp>
    </p:spTree>
    <p:extLst>
      <p:ext uri="{BB962C8B-B14F-4D97-AF65-F5344CB8AC3E}">
        <p14:creationId xmlns:p14="http://schemas.microsoft.com/office/powerpoint/2010/main" val="18076217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2026-09-12T16:23:03.8460000Z</dcterms:created>
  <dcterms:modified xsi:type="dcterms:W3CDTF">2026-09-12T16:23:03.8460000Z</dcterms:modified>
</coreProperties>
</file>