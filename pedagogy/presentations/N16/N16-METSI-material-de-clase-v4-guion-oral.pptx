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2b8e16f0f94683" /><Relationship Type="http://schemas.openxmlformats.org/officeDocument/2006/relationships/extended-properties" Target="/docProps/app.xml" Id="Rd43d8efaeb21438f" /><Relationship Type="http://schemas.openxmlformats.org/officeDocument/2006/relationships/officeDocument" Target="/ppt/presentation.xml" Id="Rcc798ad0ec6a49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dc74de755f4032"/>
  </p:sldMasterIdLst>
  <p:notesMasterIdLst>
    <p:notesMasterId xmlns:r="http://schemas.openxmlformats.org/officeDocument/2006/relationships" r:id="R0298b40887524018"/>
  </p:notesMasterIdLst>
  <p:sldIdLst>
    <p:sldId xmlns:r="http://schemas.openxmlformats.org/officeDocument/2006/relationships" id="256" r:id="R855f2f012f6c44f9"/>
    <p:sldId xmlns:r="http://schemas.openxmlformats.org/officeDocument/2006/relationships" id="257" r:id="R1046f6e3ae104c00"/>
    <p:sldId xmlns:r="http://schemas.openxmlformats.org/officeDocument/2006/relationships" id="258" r:id="R76ae24d096a144cc"/>
    <p:sldId xmlns:r="http://schemas.openxmlformats.org/officeDocument/2006/relationships" id="259" r:id="R3b28de35b8b64b26"/>
    <p:sldId xmlns:r="http://schemas.openxmlformats.org/officeDocument/2006/relationships" id="260" r:id="R807c991e70384f2e"/>
    <p:sldId xmlns:r="http://schemas.openxmlformats.org/officeDocument/2006/relationships" id="261" r:id="R151a34ae2842497e"/>
    <p:sldId xmlns:r="http://schemas.openxmlformats.org/officeDocument/2006/relationships" id="262" r:id="R0bd8c1e27c7c40fa"/>
    <p:sldId xmlns:r="http://schemas.openxmlformats.org/officeDocument/2006/relationships" id="263" r:id="R51b979607f904619"/>
    <p:sldId xmlns:r="http://schemas.openxmlformats.org/officeDocument/2006/relationships" id="264" r:id="R15e1e93157f74ad7"/>
    <p:sldId xmlns:r="http://schemas.openxmlformats.org/officeDocument/2006/relationships" id="265" r:id="Re45865d4e0894b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b4edcc88c5427d" /><Relationship Type="http://schemas.openxmlformats.org/officeDocument/2006/relationships/slideMaster" Target="/ppt/slideMasters/slideMaster1.xml" Id="R9fdc74de755f4032" /><Relationship Type="http://schemas.openxmlformats.org/officeDocument/2006/relationships/notesMaster" Target="/ppt/notesMasters/notesMaster1.xml" Id="R0298b40887524018" /><Relationship Type="http://schemas.openxmlformats.org/officeDocument/2006/relationships/presProps" Target="/ppt/presProps.xml" Id="Rcf7dcb7360ea491a" /><Relationship Type="http://schemas.openxmlformats.org/officeDocument/2006/relationships/tableStyles" Target="/ppt/tableStyles.xml" Id="R874e9d4c05984e98" /><Relationship Type="http://schemas.openxmlformats.org/officeDocument/2006/relationships/slide" Target="/ppt/slides/slide1.xml" Id="R855f2f012f6c44f9" /><Relationship Type="http://schemas.openxmlformats.org/officeDocument/2006/relationships/slide" Target="/ppt/slides/slide2.xml" Id="R1046f6e3ae104c00" /><Relationship Type="http://schemas.openxmlformats.org/officeDocument/2006/relationships/slide" Target="/ppt/slides/slide3.xml" Id="R76ae24d096a144cc" /><Relationship Type="http://schemas.openxmlformats.org/officeDocument/2006/relationships/slide" Target="/ppt/slides/slide4.xml" Id="R3b28de35b8b64b26" /><Relationship Type="http://schemas.openxmlformats.org/officeDocument/2006/relationships/slide" Target="/ppt/slides/slide5.xml" Id="R807c991e70384f2e" /><Relationship Type="http://schemas.openxmlformats.org/officeDocument/2006/relationships/slide" Target="/ppt/slides/slide6.xml" Id="R151a34ae2842497e" /><Relationship Type="http://schemas.openxmlformats.org/officeDocument/2006/relationships/slide" Target="/ppt/slides/slide7.xml" Id="R0bd8c1e27c7c40fa" /><Relationship Type="http://schemas.openxmlformats.org/officeDocument/2006/relationships/slide" Target="/ppt/slides/slide8.xml" Id="R51b979607f904619" /><Relationship Type="http://schemas.openxmlformats.org/officeDocument/2006/relationships/slide" Target="/ppt/slides/slide9.xml" Id="R15e1e93157f74ad7" /><Relationship Type="http://schemas.openxmlformats.org/officeDocument/2006/relationships/slide" Target="/ppt/slides/slide10.xml" Id="Re45865d4e0894b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806344b80b44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aa90fc38754e46" /><Relationship Type="http://schemas.openxmlformats.org/officeDocument/2006/relationships/notesMaster" Target="/ppt/notesMasters/notesMaster1.xml" Id="Rc9f599c964f248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ef3051a7a54b34" /><Relationship Type="http://schemas.openxmlformats.org/officeDocument/2006/relationships/notesMaster" Target="/ppt/notesMasters/notesMaster1.xml" Id="Rac68ee1bd85149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ba5e92655645e7" /><Relationship Type="http://schemas.openxmlformats.org/officeDocument/2006/relationships/notesMaster" Target="/ppt/notesMasters/notesMaster1.xml" Id="R5fa26d90dbce4e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ba80659b364e4b" /><Relationship Type="http://schemas.openxmlformats.org/officeDocument/2006/relationships/notesMaster" Target="/ppt/notesMasters/notesMaster1.xml" Id="Rb001e65ec71247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e1fa0055e942d8" /><Relationship Type="http://schemas.openxmlformats.org/officeDocument/2006/relationships/notesMaster" Target="/ppt/notesMasters/notesMaster1.xml" Id="Rcc8a32935d054f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34fd13d04d4be0" /><Relationship Type="http://schemas.openxmlformats.org/officeDocument/2006/relationships/notesMaster" Target="/ppt/notesMasters/notesMaster1.xml" Id="Ra666143257c842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7417178c8347a6" /><Relationship Type="http://schemas.openxmlformats.org/officeDocument/2006/relationships/notesMaster" Target="/ppt/notesMasters/notesMaster1.xml" Id="R0cb3a18ec7884b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173c3fbea74f37" /><Relationship Type="http://schemas.openxmlformats.org/officeDocument/2006/relationships/notesMaster" Target="/ppt/notesMasters/notesMaster1.xml" Id="R40e8687d8a2841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ddce9087394a99" /><Relationship Type="http://schemas.openxmlformats.org/officeDocument/2006/relationships/notesMaster" Target="/ppt/notesMasters/notesMaster1.xml" Id="R69e75d2ddbf145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93484fbfac4d6e" /><Relationship Type="http://schemas.openxmlformats.org/officeDocument/2006/relationships/notesMaster" Target="/ppt/notesMasters/notesMaster1.xml" Id="Rf4f7b081557e46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Coherencia, contradicciones productivas y ciclos de vida.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saber si dos modelos se contradicen por error, porque miran cosas distintas o porque el sistema todavía no resolvió una tensión real?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¿Los modelos tienen el mismo propósito y fecha? ¿La diferencia es terminológica, temporal o sustantiva?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marca diferencias entre tres modelos sin corregirlas. Debe escribir qué decisión podría verse afectada.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¿La diferencia es terminológica, temporal o sustantiva? ¿Qué decisión cambia si se acepta una vista?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separan diferencias terminológicas, temporales, normativas, cuantitativas, de identidad, frontera y autoridad. Registran también propósito y versión.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cambia si se acepta una vista? ¿Qué evidencia permitiría cerrar la contradicción?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contrastar igualdad, compatibilidad y contradicción productiva con casos hallados por los equipos.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permitiría cerrar la contradicción? ¿Qué modelos dependen de esta regla?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caso ordinario y uno adverso atraviesan proceso, estados y vista de experiencia. El equipo registra dónde los modelos dejan de corresponder y qué evidencia revela el desacuerdo.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modelos dependen de esta regla? ¿Quién puede aceptar o escalar la diferencia?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modifica la definición de entregable. Los equipos trazan impacto en modelos, decisiones, pruebas, operación y responsabilidad. No pueden actualizar archivos sin identificar efectos.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puede aceptar o escalar la diferencia? ¿Qué ocurre si se retira esta vista?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Otro equipo prioriza por consecuencia, reversibilidad y urgencia. Para cada diferencia elige aceptar, traducir, corregir, escalar o posponer, y define prueba de cierre.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ocurre si se retira esta vista? ¿Los modelos tienen el mismo propósito y fecha?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equipo retira una vista y descubre un uso no declarado. Debe decidir si restituir, reemplazar o migrar, conservar memoria y evitar que una versión obsoleta siga autorizando decisiones.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19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¿Los modelos tienen el mismo propósito y fecha? ¿La diferencia es terminológica, temporal o sustantiva?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identifica qué estrategia de trabajo exige la incertidumbre restante, preparando N17 y el Bloque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¿La diferencia es terminológica, temporal o sustantiva? ¿Qué decisión cambia si se acepta una vista?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expediente de coherencia de HH-16 con contradicciones clasificadas, impacto, tratamiento, prueba de cierre y ciclo de vida de los modelos.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84b9f264d47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07651172344edb" /><Relationship Type="http://schemas.openxmlformats.org/officeDocument/2006/relationships/slideLayout" Target="/ppt/slideLayouts/slideLayout1.xml" Id="Rebdb0c1fc7584b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db0c1fc7584b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7e8ae66574b0c" /><Relationship Type="http://schemas.openxmlformats.org/officeDocument/2006/relationships/notesSlide" Target="/ppt/notesSlides/notesSlide1.xml" Id="R85db3c20dc2144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3605d43ef4ea7" /><Relationship Type="http://schemas.openxmlformats.org/officeDocument/2006/relationships/notesSlide" Target="/ppt/notesSlides/notesSlide2.xml" Id="R119e7075ae4443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baf7dfea24c90" /><Relationship Type="http://schemas.openxmlformats.org/officeDocument/2006/relationships/notesSlide" Target="/ppt/notesSlides/notesSlide3.xml" Id="R39c9a72eb40549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d36d46db04efd" /><Relationship Type="http://schemas.openxmlformats.org/officeDocument/2006/relationships/notesSlide" Target="/ppt/notesSlides/notesSlide4.xml" Id="R31fd640e58634a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35194950f4b5b" /><Relationship Type="http://schemas.openxmlformats.org/officeDocument/2006/relationships/notesSlide" Target="/ppt/notesSlides/notesSlide5.xml" Id="R3923e63baca344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9d3fb18644fc5" /><Relationship Type="http://schemas.openxmlformats.org/officeDocument/2006/relationships/notesSlide" Target="/ppt/notesSlides/notesSlide6.xml" Id="R2575963eec6344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5b22a0eac46f8" /><Relationship Type="http://schemas.openxmlformats.org/officeDocument/2006/relationships/notesSlide" Target="/ppt/notesSlides/notesSlide7.xml" Id="R3758c55fc36e4d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ab49975ad44e2" /><Relationship Type="http://schemas.openxmlformats.org/officeDocument/2006/relationships/notesSlide" Target="/ppt/notesSlides/notesSlide8.xml" Id="Re4db5a12821745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b419dcf804c67" /><Relationship Type="http://schemas.openxmlformats.org/officeDocument/2006/relationships/notesSlide" Target="/ppt/notesSlides/notesSlide9.xml" Id="Reb52e2d7bc9c4f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a87d019964543" /><Relationship Type="http://schemas.openxmlformats.org/officeDocument/2006/relationships/notesSlide" Target="/ppt/notesSlides/notesSlide10.xml" Id="Rd6ca02cadfc34d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A30BB-D4E2-4EC1-AF13-B1248D12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C77AA-DE4D-4B9F-A5BF-8B4EE645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E74AE-4024-483B-AC27-77D35758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C9DF7-92C0-4973-BCFF-93A505B2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9BC20-2470-46E7-8CB2-A58E221A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CBCBE-82A7-4E25-8193-EF79D904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56F77-80F2-4339-B4C9-864A79E2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BB55D-C4A7-462A-800F-6A045693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34A55-BD49-4C16-A5C3-5E0A5699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57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Coherencia, contradicciones productivas y ciclos de vida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B1C91-FC46-4F5E-9960-84DF1DD4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saber si dos modelos se contradicen por error, porque miran cosas distintas o porque el sistema todavía no resolvió una tensión real?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9E3A7-4483-48DC-985A-A8CE9B0B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DEAF9-1101-40F8-862E-BDE284D4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6667721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2C673-E38A-4317-9773-7C14CF1D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EF353-4B0F-4DF8-B48C-44D81D20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5FAFC-96ED-49C2-A3AF-33FEA3FF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F5CFD-2ED8-44B8-9AC3-74FC3FBC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2B97A-BAB5-486F-8F4C-FB4E5C19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6C7D8-5CF3-484D-9E54-095EEC37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1AA7F-7034-4A87-BEAF-434F4FD1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AC0B3-E7F3-408E-BAC8-48907140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Caza de contradicciones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0E468-E33F-4C46-8FCB-F99A9F03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03AAE-3506-4A2A-A30C-2004EAF8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9462F-2E0E-4BA0-8B44-BFA43AD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marca diferencias entre tres modelos sin corregirlas. Debe escribir qué decisión podría verse afectada.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8CCD5-2916-4805-9BA8-F573E20F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1F056-AB65-4467-86CD-2157AB3C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9D51F-6212-4D88-A498-7D220E7C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7A519-8744-4BA2-9DD2-A90842F8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AECFF-0D4B-47E3-A790-769A3D8E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8861E-82F4-41D2-9D21-CE393EFA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1E5E6-3A2F-4979-92E4-487080F5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FCE4E-E301-4D86-BD56-F4A8B7A2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BB21C-28C8-41BB-89FC-56701340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F084E-FE4B-4ACD-93D3-9AAA8941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569676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8343E-9497-4BD1-9EFD-3B9A1F3A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C96F2-C57A-4E68-ACB0-535B2ABC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13AA9-B812-455A-AF3A-529367AA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67BB6-FB88-4947-A2E5-5A0E0F74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A950F-8019-4C0A-BE33-551CE355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6E621-EA2C-4D8D-BEA6-CC0FDFC3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C82A8-4BE6-4AA3-A10C-CF2F5850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56B1B-DC32-460A-9A3E-193B9F61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clasificación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7AF8D-5939-4571-927F-9CA6E0BE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BBD27-1DA4-47A7-ADD6-CA42BB8B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9367C-C4BB-4692-9BE1-D006D420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separan diferencias terminológicas, temporales, normativas, cuantitativas, de identidad, frontera y autoridad. Registran también propósito y versión.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E0E6D-A652-4566-9814-C1EED5F0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AAE8E-0AC1-4CAE-9080-0421C538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FD500-FD15-46DB-8E08-65B9012C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D57D2-5C15-4686-BC1F-A3EDAE93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ADB8B-F9D5-4530-9B01-98FED07C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B637D-954B-4B48-A387-F16B1F93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E7C4A-88D3-426B-A476-7E178F8E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605DC-649C-4D87-A2D2-456064ED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B8372-E586-47C3-A249-5736AEF2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F1F92-9C05-40EB-8735-113040E7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D2DCD-3D73-4BC1-90DF-BE22C201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26068-71B7-4CB4-9123-C340A05E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976789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51A6C-2A29-4322-8BB0-3042D005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BD6A4-B9E2-4B0B-A27E-D65B7A6A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94D7E-56CE-4DB8-B0D4-3A23C654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1A793-91F2-4249-902B-1A6C1FBC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E78CE-A361-4DB9-8870-B271C6A0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E0BEF-ED96-4C01-93B2-77DB6BD2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53C90-EDE0-4458-8940-6A923F5A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895AC-4468-48BA-AA2F-6727D7B7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coherencia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33199-2820-476A-A648-F829BD13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BE3F2-CEF7-4AA6-9415-B947E860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6549B-2351-47B1-A5B2-7D58F885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contrasta igualdad, compatibilidad y contradicción productiva con casos hallados por los equipos.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61E8F-A3C0-46F5-A61A-6DEC040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E8B4D-224C-4737-82B1-A3795EC0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04618-997B-4346-B848-1D8327FE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F87B0-D496-4307-AF2F-1D6AC36F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3530A-5398-48B3-B0F1-E8AB422A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0577B-5BDD-4D1D-8DCC-9A98E1A7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403302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5F87B-2F62-4DD6-9183-B2DF9E87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4359F-73D3-4E30-8ADD-25F3B601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0AD72-0343-49BD-9EBF-2A866A62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454C9-FF52-4E5C-8C8B-7195A2AD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59FBC-F92C-4687-9B4E-4E9F0E26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D10D1-B1D5-4829-9A1E-10ABC416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AE84D-19BB-4149-A67F-942A3F1A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DF264-9A90-4E32-9F3B-37D9265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Recorrido transversal de escenarios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D5ABB-96B6-4914-AE24-9AF6F567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E51CD-05FA-4BE6-B435-686A421C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71798-835A-401C-B813-D50AA5CA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 caso ordinario y uno adverso atraviesan proceso, estados y vista de experiencia. El equipo registra dónde los modelos dejan de corresponder y qué evidencia revela el desacuerdo.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68B6E-14CD-4A3F-BB3A-19F7109B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5D512-BB57-4D68-B053-B546AAA9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18E48-41C3-4386-819B-ED8B06EE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5799A-905F-4A47-A1FF-2DCA9F01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97CC2-A93E-457C-A15A-0DF25104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A48EA-39B3-4D10-BA2D-2B1F4882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F5B3B-6CD6-4F12-9CE7-E41ADAE0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8E264-F4CA-42A5-9D90-ED868A02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C7391-9747-4ABD-B70E-52E72BE9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4565A2-48A1-44A4-9CAD-A7A057D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C91EC-4301-4FCC-8215-0717D9EA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B6DD3-2D63-45A8-9ABB-7DF89C6B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62824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6389C-8479-42BB-BAB4-0ED50D4F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73811-425C-4F27-ADA3-878DA919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09E3A-5F1E-4809-9A87-6C6A6107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BF9C9-AC97-41AA-A035-C8F62806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83F3B-A9B2-43B7-A862-D037DAE5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CE06A-B2B5-4466-A4D2-22A90694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B5B8E-EAFC-47AF-81FC-5F6D6F38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4889D-2784-4ED8-994E-116DD5E4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Propagación de una regla nueva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1EC85-3174-4891-B268-27DC2E21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5FE62-F3A0-4477-91CB-1B7CDBD6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B11D4-D1D4-4699-A523-A1344663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70E3E-8753-4EF7-945E-7419B9DE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76F57-BAD8-41D1-80C4-FC0D1FAE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Regla nueva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C13F6-6531-4259-9E11-B3F2C53E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modifica la definición de entregable. Los equipos trazan impacto en modelos, decisiones, pruebas, operación y responsabilidad. No pueden actualizar archivos sin identificar efectos.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86DC0-511E-4934-A27D-C894C13B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B1F1-DD20-4F75-998B-7ABEB08D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581498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6A4D1-DB7F-4153-BF00-9D1BA7FE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3579F-A137-4533-8D00-ACA44058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517EC-0328-4F8E-8460-4184840B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57497-F628-4EE6-A975-6AF46F9D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07668-3598-421D-9F5B-6894A168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5194B-FE1E-4214-AC1D-86927E57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E2C07-EE5B-4084-A998-FA56183E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F4B66-39CC-4AB5-A0C9-ACAB2594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Junta de contradicciones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31566-1463-4497-8A12-68BA00F5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D6977-0A10-48B5-A447-39ED7441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25C83-5FFF-4ACA-A404-D5FE6529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4BDE7-136A-49B9-88C0-4C4ABD33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2323A-6689-4059-A9A6-05E8C7CF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Otro equipo prioriza por consecuencia, reversibilidad y urgencia. Para cada diferencia elige aceptar, traducir, corregir, escalar o posponer, y define prueba de cierre.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03B9E-8956-4D2F-B59E-EFEF194E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0286947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AE23B-B5A1-4A14-91CE-F596AA9E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C4CCF-847F-465F-AB96-247ACEA9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AD19E-E383-4D36-ABF2-D17C1E40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1F85D-94AB-4048-8266-4E6BAE0D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F7AC8-7F92-4616-878D-A2759F7D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0983B-5472-4CF5-A90A-E674B21D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F1D0A-6C47-4811-9696-817A8707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0C27F-4EF3-4A2E-9D66-4A40319A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Simulacro de retiro y recuperación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F0330-6A98-4103-B6C7-FB999E6A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2A790-4554-42CA-85B0-A43EB930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98949-1AAC-47B3-857B-5DF56824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equipo retira una vista y descubre un uso no declarado. Debe decidir si restituir, reemplazar o migrar, conservar memoria y evitar que una versión obsoleta siga autorizando decisiones.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4A202-BD92-46F6-B7A1-9FC33F36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CDC16-846A-452C-8726-92F7880B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B80F4-03C2-4B76-BDC0-89C7AD44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BF844-E5BC-489A-80BD-650C7CD8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606BB-72C2-451B-AA45-D528F59E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98B0D-95FA-4512-A992-9AA79E0B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342E1-E493-428A-9D31-B68A9D68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430AD-36C6-416B-BDF2-2D9A75A3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2979F-F9AA-4052-82AD-1FD3A4DE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D97A1-A8DC-474C-AE79-6642F4A3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62F800-EC4D-4EDF-A831-F20A554F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323E63-1898-4748-B5D2-D4829FA7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183904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48581-E5F0-4376-89D6-77AC0B44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132E6-F82D-478E-81F9-103E9209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D779A-83BC-498B-8084-565C5634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C3671-42BA-4E92-858E-85C0DFB7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1EDBF-4F46-4F0C-96A4-81E36AAD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27CB5-EF9A-4FB7-A2E6-7551C677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1E08D-F27F-4F5B-90BB-D107DF41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A8518-4D2A-4ABF-9051-35DF0C3B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D00E4-50A6-4D8D-B2CF-B37577EE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57864-F1AF-4368-A9B2-4F44915F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5095B-AA17-4A04-AF31-34239B6C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qué estrategia de trabajo exige la incertidumbre restante, preparando N17 y el Bloque 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36D32-C910-4F4C-883E-683E30F9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206A4-7224-46DE-8901-543D14AA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27E12-0D7C-4436-80CD-70330C89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AECED-6988-42BA-BC97-A964F9BF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CB316-33F0-4D9B-AA48-9A1ACA72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301E0-FAC3-4BC5-9BDE-B1BDE375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EB819-EBEF-4596-9FA7-508620D2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7F939-1F9E-42C7-8008-D850DDDB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FE0B3-484F-4D67-9BF5-C3AC32B0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FA434-4A07-47BE-9BF7-D282FECF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E348B-BCCB-4161-BFC5-3A00C2B2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CDEE7-369A-4A86-93D2-244F7BC8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92489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4C821-9F06-493F-932F-6EC42341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E7240-CC5A-4B51-9936-DE3F2647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4B894-9C65-4A7A-BF8E-99470CBB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917DD-EAA1-4A22-8309-2F28B525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F1287-8728-4350-B7C9-2AAEE30E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306A7-90BF-4CE7-B196-1833430E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2FFB6-45A2-4B48-8F08-4585E949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16A16-A6D8-420C-8795-51655375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DDFFF-605B-4730-875E-785EE521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27650-7C8D-421A-9E45-95F7982A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83E2D-889C-4D23-B94D-8AA5461B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467AA-6445-4FBB-AE0F-568924B6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9CBEA-DE4A-4BC2-AAD8-7EE27334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D6F35-41B9-4457-A32E-84758B9C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F9017-7313-46B3-932C-22FAA5FE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de coherencia de HH-16 con contradicciones clasificadas, impacto, tratamiento, prueba de cierre y ciclo de vida de los modelos.</a:t>
            </a:r>
          </a:p>
        </p:txBody>
      </p:sp>
    </p:spTree>
    <p:extLst>
      <p:ext uri="{BB962C8B-B14F-4D97-AF65-F5344CB8AC3E}">
        <p14:creationId xmlns:p14="http://schemas.microsoft.com/office/powerpoint/2010/main" val="395333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2026-09-15T15:47:05.6930000Z</dcterms:created>
  <dcterms:modified xsi:type="dcterms:W3CDTF">2026-09-15T15:47:05.6930000Z</dcterms:modified>
</coreProperties>
</file>