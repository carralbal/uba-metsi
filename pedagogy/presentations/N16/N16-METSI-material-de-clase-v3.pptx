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395281a41c47fc" /><Relationship Type="http://schemas.openxmlformats.org/officeDocument/2006/relationships/extended-properties" Target="/docProps/app.xml" Id="Radb9148941994c5c" /><Relationship Type="http://schemas.openxmlformats.org/officeDocument/2006/relationships/officeDocument" Target="/ppt/presentation.xml" Id="Rd25400b55cd8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8b26f3b264318"/>
  </p:sldMasterIdLst>
  <p:notesMasterIdLst>
    <p:notesMasterId xmlns:r="http://schemas.openxmlformats.org/officeDocument/2006/relationships" r:id="R9cbdcb33443e4a98"/>
  </p:notesMasterIdLst>
  <p:sldIdLst>
    <p:sldId xmlns:r="http://schemas.openxmlformats.org/officeDocument/2006/relationships" id="256" r:id="Rd65be122c1274bdf"/>
    <p:sldId xmlns:r="http://schemas.openxmlformats.org/officeDocument/2006/relationships" id="257" r:id="R9cea0d2aac2244cc"/>
    <p:sldId xmlns:r="http://schemas.openxmlformats.org/officeDocument/2006/relationships" id="258" r:id="Rdd63e26a7861468c"/>
    <p:sldId xmlns:r="http://schemas.openxmlformats.org/officeDocument/2006/relationships" id="259" r:id="R4704144aaa6545f9"/>
    <p:sldId xmlns:r="http://schemas.openxmlformats.org/officeDocument/2006/relationships" id="260" r:id="Rf07654368c62412e"/>
    <p:sldId xmlns:r="http://schemas.openxmlformats.org/officeDocument/2006/relationships" id="261" r:id="R8e48018270d44534"/>
    <p:sldId xmlns:r="http://schemas.openxmlformats.org/officeDocument/2006/relationships" id="262" r:id="R75508bc7de5a4e15"/>
    <p:sldId xmlns:r="http://schemas.openxmlformats.org/officeDocument/2006/relationships" id="263" r:id="Rd8f41be681f649ca"/>
    <p:sldId xmlns:r="http://schemas.openxmlformats.org/officeDocument/2006/relationships" id="264" r:id="R4bf4bdd27e7548a5"/>
    <p:sldId xmlns:r="http://schemas.openxmlformats.org/officeDocument/2006/relationships" id="265" r:id="Ra5cee3c248e741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2f2f88d77e497a" /><Relationship Type="http://schemas.openxmlformats.org/officeDocument/2006/relationships/slideMaster" Target="/ppt/slideMasters/slideMaster1.xml" Id="Rfd78b26f3b264318" /><Relationship Type="http://schemas.openxmlformats.org/officeDocument/2006/relationships/notesMaster" Target="/ppt/notesMasters/notesMaster1.xml" Id="R9cbdcb33443e4a98" /><Relationship Type="http://schemas.openxmlformats.org/officeDocument/2006/relationships/presProps" Target="/ppt/presProps.xml" Id="R9282168c2ec1414d" /><Relationship Type="http://schemas.openxmlformats.org/officeDocument/2006/relationships/tableStyles" Target="/ppt/tableStyles.xml" Id="R4bbb52eb408d4314" /><Relationship Type="http://schemas.openxmlformats.org/officeDocument/2006/relationships/slide" Target="/ppt/slides/slide1.xml" Id="Rd65be122c1274bdf" /><Relationship Type="http://schemas.openxmlformats.org/officeDocument/2006/relationships/slide" Target="/ppt/slides/slide2.xml" Id="R9cea0d2aac2244cc" /><Relationship Type="http://schemas.openxmlformats.org/officeDocument/2006/relationships/slide" Target="/ppt/slides/slide3.xml" Id="Rdd63e26a7861468c" /><Relationship Type="http://schemas.openxmlformats.org/officeDocument/2006/relationships/slide" Target="/ppt/slides/slide4.xml" Id="R4704144aaa6545f9" /><Relationship Type="http://schemas.openxmlformats.org/officeDocument/2006/relationships/slide" Target="/ppt/slides/slide5.xml" Id="Rf07654368c62412e" /><Relationship Type="http://schemas.openxmlformats.org/officeDocument/2006/relationships/slide" Target="/ppt/slides/slide6.xml" Id="R8e48018270d44534" /><Relationship Type="http://schemas.openxmlformats.org/officeDocument/2006/relationships/slide" Target="/ppt/slides/slide7.xml" Id="R75508bc7de5a4e15" /><Relationship Type="http://schemas.openxmlformats.org/officeDocument/2006/relationships/slide" Target="/ppt/slides/slide8.xml" Id="Rd8f41be681f649ca" /><Relationship Type="http://schemas.openxmlformats.org/officeDocument/2006/relationships/slide" Target="/ppt/slides/slide9.xml" Id="R4bf4bdd27e7548a5" /><Relationship Type="http://schemas.openxmlformats.org/officeDocument/2006/relationships/slide" Target="/ppt/slides/slide10.xml" Id="Ra5cee3c248e741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46f5e1afb24d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5784c54c1c4f29" /><Relationship Type="http://schemas.openxmlformats.org/officeDocument/2006/relationships/notesMaster" Target="/ppt/notesMasters/notesMaster1.xml" Id="R9219680a0eb043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d647cb5ba74036" /><Relationship Type="http://schemas.openxmlformats.org/officeDocument/2006/relationships/notesMaster" Target="/ppt/notesMasters/notesMaster1.xml" Id="Reaf5d51904a1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4c2b385b8a4ab3" /><Relationship Type="http://schemas.openxmlformats.org/officeDocument/2006/relationships/notesMaster" Target="/ppt/notesMasters/notesMaster1.xml" Id="Rb108b4c6a48d4b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4faae2f1a24af7" /><Relationship Type="http://schemas.openxmlformats.org/officeDocument/2006/relationships/notesMaster" Target="/ppt/notesMasters/notesMaster1.xml" Id="Rc80d67676e0c4a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70c8745f394c0d" /><Relationship Type="http://schemas.openxmlformats.org/officeDocument/2006/relationships/notesMaster" Target="/ppt/notesMasters/notesMaster1.xml" Id="R7bab11978baf4b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9a4fa4cf204568" /><Relationship Type="http://schemas.openxmlformats.org/officeDocument/2006/relationships/notesMaster" Target="/ppt/notesMasters/notesMaster1.xml" Id="R43c64e72ec1b43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2ac68449a94af6" /><Relationship Type="http://schemas.openxmlformats.org/officeDocument/2006/relationships/notesMaster" Target="/ppt/notesMasters/notesMaster1.xml" Id="R945d4662b26d45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5a6d730e8b468f" /><Relationship Type="http://schemas.openxmlformats.org/officeDocument/2006/relationships/notesMaster" Target="/ppt/notesMasters/notesMaster1.xml" Id="Rbc101a04c97146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9683d6a39d4b76" /><Relationship Type="http://schemas.openxmlformats.org/officeDocument/2006/relationships/notesMaster" Target="/ppt/notesMasters/notesMaster1.xml" Id="R687e4050966248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67f1bb2638487c" /><Relationship Type="http://schemas.openxmlformats.org/officeDocument/2006/relationships/notesMaster" Target="/ppt/notesMasters/notesMaster1.xml" Id="Ra1360fe2142c43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diferencia y la decisión que afecta.</a:t>
            </a:r>
          </a:p>
          <a:p xmlns:a="http://schemas.openxmlformats.org/drawingml/2006/main">
            <a:r>
              <a:t>Señal para avanzar: La comparación tiene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¿Los modelos tienen el mismo propósito y fecha?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Siete clases de contradicción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Caza de contradicciones · 10 minutos</a:t>
            </a:r>
          </a:p>
          <a:p xmlns:a="http://schemas.openxmlformats.org/drawingml/2006/main">
            <a:r>
              <a:t>Cada persona marca diferencias entre tres modelos sin corregirlas. Debe escribir qué decisión podría verse afectada.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Clasificar después de revisar propósito, frontera y tiempo.</a:t>
            </a:r>
          </a:p>
          <a:p xmlns:a="http://schemas.openxmlformats.org/drawingml/2006/main">
            <a:r>
              <a:t>Señal para avanzar: Las diferencias dejan de ser una categoría única.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Igualdad y coherencia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Mesa de clasificación · 15 minutos</a:t>
            </a:r>
          </a:p>
          <a:p xmlns:a="http://schemas.openxmlformats.org/drawingml/2006/main">
            <a:r>
              <a:t>Los equipos separan diferencias terminológicas, temporales, normativas, cuantitativas, de identidad, frontera y autoridad. Registran también propósito y 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modelos distintos pero compatibles.</a:t>
            </a:r>
          </a:p>
          <a:p xmlns:a="http://schemas.openxmlformats.org/drawingml/2006/main">
            <a:r>
              <a:t>Señal para avanzar: El grupo no busca duplicación literal.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>• ¿Qué modelos dependen de esta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Escenario ordinario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coherencia · 10 minutos</a:t>
            </a:r>
          </a:p>
          <a:p xmlns:a="http://schemas.openxmlformats.org/drawingml/2006/main">
            <a:r>
              <a:t>El docente contrasta igualdad, compatibilidad y contradicción productiva con casos hallados por los equipos.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Recorrer correspondencias entre vistas.</a:t>
            </a:r>
          </a:p>
          <a:p xmlns:a="http://schemas.openxmlformats.org/drawingml/2006/main">
            <a:r>
              <a:t>Señal para avanzar: Se localizan contratos y huecos.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>• ¿Qué modelos dependen de esta regla?</a:t>
            </a:r>
          </a:p>
          <a:p xmlns:a="http://schemas.openxmlformats.org/drawingml/2006/main">
            <a:r>
              <a:t>• ¿Quién puede aceptar o escalar la diferencia?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Escenario adverso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Recorrido transversal de escenarios · 22 minutos</a:t>
            </a:r>
          </a:p>
          <a:p xmlns:a="http://schemas.openxmlformats.org/drawingml/2006/main">
            <a:r>
              <a:t>Un caso ordinario y uno adverso atraviesan proceso, estados y vista de experiencia. El equipo registra dónde los modelos dejan de corresponder y qué evidencia revela el desacuerdo.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excepción y autoridad disputada.</a:t>
            </a:r>
          </a:p>
          <a:p xmlns:a="http://schemas.openxmlformats.org/drawingml/2006/main">
            <a:r>
              <a:t>Señal para avanzar: Aparece una contradicción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modelos dependen de esta regla?</a:t>
            </a:r>
          </a:p>
          <a:p xmlns:a="http://schemas.openxmlformats.org/drawingml/2006/main">
            <a:r>
              <a:t>• ¿Quién puede aceptar o escalar la diferencia?</a:t>
            </a:r>
          </a:p>
          <a:p xmlns:a="http://schemas.openxmlformats.org/drawingml/2006/main">
            <a:r>
              <a:t>• ¿Qué ocurre si se retira esta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 nueva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Propagación de una regla nueva · 18 minutos</a:t>
            </a:r>
          </a:p>
          <a:p xmlns:a="http://schemas.openxmlformats.org/drawingml/2006/main">
            <a:r>
              <a:t>Se modifica la definición de entregable. Los equipos trazan impacto en modelos, decisiones, pruebas, operación y responsabilidad. No pueden actualizar archivos sin identificar efectos.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mapa de impacto antes de editar.</a:t>
            </a:r>
          </a:p>
          <a:p xmlns:a="http://schemas.openxmlformats.org/drawingml/2006/main">
            <a:r>
              <a:t>Señal para avanzar: Decisiones y operaciones afectadas son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aceptar o escalar la diferencia?</a:t>
            </a:r>
          </a:p>
          <a:p xmlns:a="http://schemas.openxmlformats.org/drawingml/2006/main">
            <a:r>
              <a:t>• ¿Qué ocurre si se retira esta vista?</a:t>
            </a:r>
          </a:p>
          <a:p xmlns:a="http://schemas.openxmlformats.org/drawingml/2006/main">
            <a:r>
              <a:t>• ¿Los modelos tienen el mismo propósito y fecha?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Registro de contradicciones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Junta de contradicciones · 18 minutos</a:t>
            </a:r>
          </a:p>
          <a:p xmlns:a="http://schemas.openxmlformats.org/drawingml/2006/main">
            <a:r>
              <a:t>Otro equipo prioriza por consecuencia, reversibilidad y urgencia. Para cada diferencia elige aceptar, traducir, corregir, escalar o posponer, y define prueba de cierre.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consecuencia, evidencia, tratamiento y responsable.</a:t>
            </a:r>
          </a:p>
          <a:p xmlns:a="http://schemas.openxmlformats.org/drawingml/2006/main">
            <a:r>
              <a:t>Señal para avanzar: Cada diferencia puede gobernarse.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ocurre si se retira esta vista?</a:t>
            </a:r>
          </a:p>
          <a:p xmlns:a="http://schemas.openxmlformats.org/drawingml/2006/main">
            <a:r>
              <a:t>• ¿Los modelos tienen el mismo propósito y fecha?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cierre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Simulacro de retiro y recuperación · 19 minutos</a:t>
            </a:r>
          </a:p>
          <a:p xmlns:a="http://schemas.openxmlformats.org/drawingml/2006/main">
            <a:r>
              <a:t>El equipo retira una vista y descubre un uso no declarado. Debe decidir si restituir, reemplazar o migrar, conservar memoria y evitar que una versión obsoleta siga autorizando 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cerrar sólo porque coinciden los archivos.</a:t>
            </a:r>
          </a:p>
          <a:p xmlns:a="http://schemas.openxmlformats.org/drawingml/2006/main">
            <a:r>
              <a:t>Señal para avanzar: El escenario y la decisión funcionan.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¿Los modelos tienen el mismo propósito y fecha?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Retiro de modelo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identifica qué estrategia de trabajo exige la incertidumbre restante, preparando N17 y el Bloque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un uso no registrado.</a:t>
            </a:r>
          </a:p>
          <a:p xmlns:a="http://schemas.openxmlformats.org/drawingml/2006/main">
            <a:r>
              <a:t>Señal para avanzar: Hay recuperación, migración y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lógica de trabajo corresponde a lo todavía incierto.</a:t>
            </a:r>
          </a:p>
          <a:p xmlns:a="http://schemas.openxmlformats.org/drawingml/2006/main">
            <a:r>
              <a:t>Señal para avanzar: Surge una elección estratégica.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tres modelos relacionados y utilizar sus diferencias para descubrir decisiones, tiempos o responsabilidades todavía abiertas.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>• ¿Qué modelos dependen de esta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415a88c8c43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bbc7e1a2984220" /><Relationship Type="http://schemas.openxmlformats.org/officeDocument/2006/relationships/slideLayout" Target="/ppt/slideLayouts/slideLayout1.xml" Id="Rab59dcbc90fb4d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59dcbc90fb4d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0d39cf80b447d" /><Relationship Type="http://schemas.openxmlformats.org/officeDocument/2006/relationships/notesSlide" Target="/ppt/notesSlides/notesSlide1.xml" Id="R2ac1f2c527aa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6c8073c1d4d29" /><Relationship Type="http://schemas.openxmlformats.org/officeDocument/2006/relationships/notesSlide" Target="/ppt/notesSlides/notesSlide2.xml" Id="Ra978b5a1d5f24a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43a6133ac4615" /><Relationship Type="http://schemas.openxmlformats.org/officeDocument/2006/relationships/notesSlide" Target="/ppt/notesSlides/notesSlide3.xml" Id="Ra17a0b0b46ff49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639b568a3493d" /><Relationship Type="http://schemas.openxmlformats.org/officeDocument/2006/relationships/notesSlide" Target="/ppt/notesSlides/notesSlide4.xml" Id="R56950605ef5143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c1df273cc4be2" /><Relationship Type="http://schemas.openxmlformats.org/officeDocument/2006/relationships/notesSlide" Target="/ppt/notesSlides/notesSlide5.xml" Id="R1e4f1bd6620645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0927e8ebb46ee" /><Relationship Type="http://schemas.openxmlformats.org/officeDocument/2006/relationships/notesSlide" Target="/ppt/notesSlides/notesSlide6.xml" Id="R09f50c9c6a504f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508a88eb74470" /><Relationship Type="http://schemas.openxmlformats.org/officeDocument/2006/relationships/notesSlide" Target="/ppt/notesSlides/notesSlide7.xml" Id="R5482e35a9c7648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8d332f7404099" /><Relationship Type="http://schemas.openxmlformats.org/officeDocument/2006/relationships/notesSlide" Target="/ppt/notesSlides/notesSlide8.xml" Id="R53822f73419646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c5b16c5bf4936" /><Relationship Type="http://schemas.openxmlformats.org/officeDocument/2006/relationships/notesSlide" Target="/ppt/notesSlides/notesSlide9.xml" Id="R7e0ec6be86a94e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5c6800ed94ffb" /><Relationship Type="http://schemas.openxmlformats.org/officeDocument/2006/relationships/notesSlide" Target="/ppt/notesSlides/notesSlide10.xml" Id="R074ce8629be840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ECB3E-A942-4E80-A148-21663BFA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FC654-995A-4EF8-9EE4-3BB2D4DC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619C0-9D8B-451B-B451-D96E6EB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CE2C5-5BB2-4B51-A040-99FE9FE4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AF52F-829B-47F9-A71A-EA7EAA34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365A9-8E56-47F0-BC17-6240996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CAC1E-74FD-450C-99D5-3491AE3C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D905A-A4B0-4D0F-8B06-3F6EBB39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A4B1C-BD37-49EF-9FA6-8FD5EAB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5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Coherencia, contradicciones productivas y ciclos de vida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63613-FCDF-4EDB-88C4-3AEC0CF0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saber si dos modelos se contradicen por error, porque miran cosas distintas o porque el sistema todavía no resolvió una tensión real?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49284-F4AE-4790-AE04-46F7FFE2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A896B-E9E6-4F5A-8D9E-E051B3A9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298260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60737-0B53-41C2-9FEE-0F7876B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26E31-7179-4A66-AFD9-9D5C3CAC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89CF2-A88A-4A36-A150-48C16F16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C2B7C-93C5-4F6F-9CA4-45555506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B7E86-1702-49A8-9FAA-DCCDAA61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0C8A2-3D21-4E04-BE5A-CC747D37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21129-E8A7-4575-BC81-CA0F26C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20C7C-D5A1-46E8-8BFD-32475ECD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Caza de contradicciones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FC874-DE49-4045-B634-E4E64D9F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D0560-D2D6-4192-A5EA-79F3D427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70556-4882-464F-8293-8BD056DC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marca diferencias entre tres modelos sin corregirlas. Debe escribir qué decisión podría verse afectada.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AD7C7-AC1C-4664-B22B-C37C1B4E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68C77-0B13-42C4-BC94-A02F15E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6BA78-6301-4277-87E5-78677462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E9A0E-29D0-4CC2-82B8-0B6F01F8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552AB-6AF8-4897-A67A-1AE4EBE4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E6F02-6E1E-46E5-A0CA-39C436E7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8F205-214F-4EFA-8E22-35F39AE0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B58C0-55D6-4F23-B30F-A5916FCD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208B2-4208-4384-A414-8F986FE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9889D-C166-4166-923F-25030510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317820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1B9CD-7AC3-4884-B1CA-242EDD11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ABB1C-4241-4BBC-BA30-32D4201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0CD68-6BE6-470D-AE61-D7BCB11B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6C6A2-69CF-476D-A2C5-5E5E45A0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2D9D9-1CC1-42B6-93A0-90030D72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24558-40C2-49A0-B1FB-5C11769D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9BFE1-870F-4986-8C07-14989E71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3D2CE-C5AF-43EC-9558-B316F96D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clasificación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25789-DABB-4B1D-A743-EC7233EF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363EE-53F9-4440-BAF5-D6CEB78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69094-E798-4CF5-B217-62DBB65F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separan diferencias terminológicas, temporales, normativas, cuantitativas, de identidad, frontera y autoridad. Registran también propósito y versión.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0FF9E-7832-40B0-B38E-79F76BE6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30BED-915E-4BBA-B9F8-FD23EFE8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AF8B0-4231-4466-B857-C2CC306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DC62E-F6D1-4FFF-A584-2B8346FC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74863-4EEA-4846-B3D8-EAD11895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35F9F-AAED-4A94-9AD2-03C88CB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2C67A-0E5A-4449-8916-CCD5FBD2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0BA3D-D2FA-411C-B8C4-32CC7D85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B9151-1BEA-450B-AD8A-C0748FAD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9A901-54E3-4E5A-9919-21529BF3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8BB93-BFD1-43D5-AB5A-3B2ADA32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7FCC4-683B-48EF-971D-4D336E9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552595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13E1E-F9C6-488A-A32F-07237BF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6166C-A601-4278-AD09-0F8C4F7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08FCA-4C63-46B1-A9BB-4CFEFEA7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5CEAC-3B14-4646-962B-4ACE0FF4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53ED8-1BFB-401B-A662-0121C09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45FF3-3C4E-491F-A709-4FFC4678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51848-7174-459F-816F-CCFD298C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D9CCF-77F9-450A-8DD7-9737CB57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coherencia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DA978-C36F-4EDF-9802-71828733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58B3B-E17E-4641-A300-863F1187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AD5FB-F687-4659-966D-E9A88455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contrasta igualdad, compatibilidad y contradicción productiva con casos hallados por los equipos.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CBA9C-D73A-4F7E-89FD-1A7766B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EB2FC-92B8-4811-AB01-B34E3C98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E1F47-45DA-4B7D-9A92-B2FDA3DA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18897-C2D5-4D5E-9811-60585459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F06F6-BC2C-44DB-A2D9-3531F459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19D81-31B9-40F4-9B4E-8C078E7B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378927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543D2-4339-4B69-A3C6-00085ED7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54B35-C51A-4A60-946B-F3E56460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C2E78-934F-4AF2-B0D0-70E3BF5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4A716-D40F-4C6E-967B-4AA02234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6ED73-7721-47A3-929F-74ECDBD4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39B45-97B7-4DBB-9FD9-8D0C46E5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17423-7795-44C7-9EC7-003DAD97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09218-F54E-4C0B-AAF1-4B42960F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Recorrido transversal de escenarios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8E3B5-8CFA-44C9-8D41-1399D6B6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77F7B-8BF4-4B85-94A0-5BA265AE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57277-C32E-40F8-A8EB-B790D084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caso ordinario y uno adverso atraviesan proceso, estados y vista de experiencia. El equipo registra dónde los modelos dejan de corresponder y qué evidencia revela el desacuerdo.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EA0CC-725A-4FBE-BF9E-49FD0E21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9ECBB-E5F9-43A2-ABB8-B766508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870A4-D285-4AC5-93F1-C8F0C3C1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B44C9-1571-4DF2-B49B-3A20F081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B1A02-D801-41AA-AA38-9B28CD75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CDDF3-AD49-4A8D-9B09-4618B6C7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72BFC-1380-4544-8F6D-25E3EFFC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B737D-83AA-4BE6-83E2-BE213A34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7E2C5-821B-4062-A633-7A019770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C3A3A-87FB-4CE4-8497-7ABD77F0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D3254-B4AB-47CB-AD8D-D263F839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5BA56-3B7B-4A00-8AFE-82CC5054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640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BF29E-68DA-4C0A-B5B6-E8AF5244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54482-DB80-43AE-B685-CFB22E6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5134F-A844-4CBD-9F76-BF78251C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CE9CB-A8BC-4CB7-AB3C-584212B6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863B9-4C27-4DD1-9413-D7B1E283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07339-30ED-477B-BA2B-E0551FC0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11831-5BF6-4C8A-9636-D872E7DE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B827E-307F-4840-AD91-025033E3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Propagación de una regla nueva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5D09B-7153-4748-AC3E-B1E8E2F3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63EB1-62BD-46CF-8F73-F7BE0A01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3E933-B3B4-483C-9EF0-C47658DA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287E7-7907-48BA-8031-047D45A7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4F957-E116-4FB3-8820-60989721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 nueva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C2AA7-8AEB-4C39-AA06-B5EE2D37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modifica la definición de entregable. Los equipos trazan impacto en modelos, decisiones, pruebas, operación y responsabilidad. No pueden actualizar archivos sin identificar efectos.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2DDBA-E54B-44DD-8B83-7ECFD698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2D8BD-F58F-40C3-B26B-24468AA5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61959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9C526-6ED3-434E-B794-B589102D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A88D8-AEC0-4929-92AB-F34CEB3E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BCFB8-73DA-4440-80DC-897EF27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ADE1D-C3B5-409F-861F-428319A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E17D6-E143-485A-B0A9-E95DA2DC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CA27E-54A9-4525-BAB0-45AB84BC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7EA89-ECDC-4B62-83AE-635C1DB9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BC09A-37A9-4443-9D44-9498D821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de contradicciones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416D0-7C4C-49BE-B0C3-0495581A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A084B-1269-4213-9D21-465FDF09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91D5D-C3E4-4107-9856-6E40CFC3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B6CE5-E26D-48B2-8467-F97AC508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D3C0C-CA82-4443-A588-D4D8DC8F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Otro equipo prioriza por consecuencia, reversibilidad y urgencia. Para cada diferencia elige aceptar, traducir, corregir, escalar o posponer, y define prueba de cierre.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8170E-EA36-4DC2-B2D4-AAFDDE0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805692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98434-3EF7-4D93-82A9-5E32F5EC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D5745-F2A3-4558-938B-93778F0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8EB1F-2A14-4904-B33C-00E357D3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11F13-A7E1-4AAC-8A3F-6A8CBED4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B36EE-3F00-4091-97FB-55F8FD5A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7A19F-880A-4BE7-A74F-A389765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23D3F-FD0F-453B-B18E-A99FF6AE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BC0CD-A3F9-4536-8590-31A918A9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Simulacro de retiro y recuperación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9C28D-B9DC-418A-9EE4-4DD2C69E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01EE6-67BE-49A0-851F-E2347A8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F1848-1BCF-406D-8A01-CADB9C80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equipo retira una vista y descubre un uso no declarado. Debe decidir si restituir, reemplazar o migrar, conservar memoria y evitar que una versión obsoleta siga autorizando decisiones.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53F46-1201-4E93-AA18-CE1A0CBC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9B581-6252-4F42-B044-DBD10F57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B5DBD-57FA-4758-8BEB-03D5B74E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F5B9E-C3D9-4CCA-AAA2-5E2B3EB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2A4DB-9375-4E61-98A4-3D5AFCCC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84841-2489-44EB-8E34-5A122717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04A21-9158-4277-991B-3C207623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9F39A-2F35-4376-888D-2F0862D2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61D66-13B6-418F-AA71-BBA2C884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1370C-B3AD-4949-8721-5AB8C3CD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C0EB4-7605-4CF6-8C82-4B7873A0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D78D3A-D698-4AF8-A039-E3B722CB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6493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08728-B30C-4744-B743-0D24A2F6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5C043-86BE-4D1E-8FDE-A488963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D70B1-340E-4866-A657-4841057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55A38-A6EF-4C7D-94B5-5CB7EF9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6C4A8-3BBB-4894-9227-255935C9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873C6-FAD4-4BD4-B508-8821B264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91949-CB8F-4EED-8DE0-36D8960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85987-0806-4249-BDE8-6878B641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C6829-DD5D-4C30-855E-E04244E1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AC4AB-C763-40FB-8BFC-63719152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6AB75-7F44-4AB0-B411-509ED7DE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qué estrategia de trabajo exige la incertidumbre restante, preparando N17 y el Bloque 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E625B-7F0C-423A-8BB3-78181354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45F9B-1A8B-45CA-9DAF-4ED9D09D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B0840-0839-4E11-A211-C8E4F151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53AFA-14EA-41B2-B996-20AAD049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29AF8-670D-4352-92EB-65E6DCD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664F0-122B-4903-ADD0-2C7D58B3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C5B68-83C8-4B41-B9B9-DE028107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11738-9A92-4DDC-B93B-AAD427A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77FB7-925D-48F4-B1BE-D27AB53E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E0923-838A-4967-BF71-30B4FC6C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4570C-5009-41D4-858E-7FB8C610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8F043-B7AB-4DCF-8BFA-44E19237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38860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CE574-5A95-4ACD-9965-7F3670D4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DD894-F06D-4523-9BA4-43B487EC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9B3C3-D23B-4101-AC4D-D81E40BD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83E26-8D4C-42D0-A0D6-415E785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871DF-AF60-4FA6-9B42-C75A96B1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0EA72-E551-498C-BF45-A818734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BDE7C-1F69-4940-BBC5-8F156FF1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A54D4-3487-45FE-8B16-102E0FF6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D5A7D-0D0B-4B70-B167-C9A6A0B3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A595B-7B70-4FFB-9502-67B478AD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59F19-358A-4135-80CC-FF1F1689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FD278-AD6D-43CF-9C4C-7835B7F1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D8342-88A3-4885-8B49-EBDAA7B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0A299-67B7-4965-BC43-25CD0027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1D854-1CE2-4431-88A4-974DE841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coherencia de HH-16 con contradicciones clasificadas, impacto, tratamiento, prueba de cierre y ciclo de vida de los modelos.</a:t>
            </a:r>
          </a:p>
        </p:txBody>
      </p:sp>
    </p:spTree>
    <p:extLst>
      <p:ext uri="{BB962C8B-B14F-4D97-AF65-F5344CB8AC3E}">
        <p14:creationId xmlns:p14="http://schemas.microsoft.com/office/powerpoint/2010/main" val="188617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2026-09-14T03:54:28.8660000Z</dcterms:created>
  <dcterms:modified xsi:type="dcterms:W3CDTF">2026-09-14T03:54:28.8660000Z</dcterms:modified>
</coreProperties>
</file>