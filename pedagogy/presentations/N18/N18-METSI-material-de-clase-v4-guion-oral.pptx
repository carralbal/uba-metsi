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f1e769d1b7474e" /><Relationship Type="http://schemas.openxmlformats.org/officeDocument/2006/relationships/extended-properties" Target="/docProps/app.xml" Id="R6378016b2b8b4947" /><Relationship Type="http://schemas.openxmlformats.org/officeDocument/2006/relationships/officeDocument" Target="/ppt/presentation.xml" Id="R63618ad952f146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f5c19a1cf4470"/>
  </p:sldMasterIdLst>
  <p:notesMasterIdLst>
    <p:notesMasterId xmlns:r="http://schemas.openxmlformats.org/officeDocument/2006/relationships" r:id="R43551513760e4b97"/>
  </p:notesMasterIdLst>
  <p:sldIdLst>
    <p:sldId xmlns:r="http://schemas.openxmlformats.org/officeDocument/2006/relationships" id="256" r:id="Rf629580c84154661"/>
    <p:sldId xmlns:r="http://schemas.openxmlformats.org/officeDocument/2006/relationships" id="257" r:id="R584ca0fc788f4a87"/>
    <p:sldId xmlns:r="http://schemas.openxmlformats.org/officeDocument/2006/relationships" id="258" r:id="R9e631d5b464c4ad9"/>
    <p:sldId xmlns:r="http://schemas.openxmlformats.org/officeDocument/2006/relationships" id="259" r:id="R0498ddf6ae7c427a"/>
    <p:sldId xmlns:r="http://schemas.openxmlformats.org/officeDocument/2006/relationships" id="260" r:id="R115a1dae8333484e"/>
    <p:sldId xmlns:r="http://schemas.openxmlformats.org/officeDocument/2006/relationships" id="261" r:id="R31df45ce3d9a46c9"/>
    <p:sldId xmlns:r="http://schemas.openxmlformats.org/officeDocument/2006/relationships" id="262" r:id="R9ac3acd12ccb4ab6"/>
    <p:sldId xmlns:r="http://schemas.openxmlformats.org/officeDocument/2006/relationships" id="263" r:id="Readc22ea49b04a52"/>
    <p:sldId xmlns:r="http://schemas.openxmlformats.org/officeDocument/2006/relationships" id="264" r:id="R98496301d50142f9"/>
    <p:sldId xmlns:r="http://schemas.openxmlformats.org/officeDocument/2006/relationships" id="265" r:id="Rc5807a16ff184b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9ba68f225a4ecc" /><Relationship Type="http://schemas.openxmlformats.org/officeDocument/2006/relationships/slideMaster" Target="/ppt/slideMasters/slideMaster1.xml" Id="R0c5f5c19a1cf4470" /><Relationship Type="http://schemas.openxmlformats.org/officeDocument/2006/relationships/notesMaster" Target="/ppt/notesMasters/notesMaster1.xml" Id="R43551513760e4b97" /><Relationship Type="http://schemas.openxmlformats.org/officeDocument/2006/relationships/presProps" Target="/ppt/presProps.xml" Id="Rdbe72732935f46b5" /><Relationship Type="http://schemas.openxmlformats.org/officeDocument/2006/relationships/tableStyles" Target="/ppt/tableStyles.xml" Id="Raf91f25f861842da" /><Relationship Type="http://schemas.openxmlformats.org/officeDocument/2006/relationships/slide" Target="/ppt/slides/slide1.xml" Id="Rf629580c84154661" /><Relationship Type="http://schemas.openxmlformats.org/officeDocument/2006/relationships/slide" Target="/ppt/slides/slide2.xml" Id="R584ca0fc788f4a87" /><Relationship Type="http://schemas.openxmlformats.org/officeDocument/2006/relationships/slide" Target="/ppt/slides/slide3.xml" Id="R9e631d5b464c4ad9" /><Relationship Type="http://schemas.openxmlformats.org/officeDocument/2006/relationships/slide" Target="/ppt/slides/slide4.xml" Id="R0498ddf6ae7c427a" /><Relationship Type="http://schemas.openxmlformats.org/officeDocument/2006/relationships/slide" Target="/ppt/slides/slide5.xml" Id="R115a1dae8333484e" /><Relationship Type="http://schemas.openxmlformats.org/officeDocument/2006/relationships/slide" Target="/ppt/slides/slide6.xml" Id="R31df45ce3d9a46c9" /><Relationship Type="http://schemas.openxmlformats.org/officeDocument/2006/relationships/slide" Target="/ppt/slides/slide7.xml" Id="R9ac3acd12ccb4ab6" /><Relationship Type="http://schemas.openxmlformats.org/officeDocument/2006/relationships/slide" Target="/ppt/slides/slide8.xml" Id="Readc22ea49b04a52" /><Relationship Type="http://schemas.openxmlformats.org/officeDocument/2006/relationships/slide" Target="/ppt/slides/slide9.xml" Id="R98496301d50142f9" /><Relationship Type="http://schemas.openxmlformats.org/officeDocument/2006/relationships/slide" Target="/ppt/slides/slide10.xml" Id="Rc5807a16ff184b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4529251f194b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26bec82b4a4a63" /><Relationship Type="http://schemas.openxmlformats.org/officeDocument/2006/relationships/notesMaster" Target="/ppt/notesMasters/notesMaster1.xml" Id="R5a2ed2bb0f0c46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1415128ad44525" /><Relationship Type="http://schemas.openxmlformats.org/officeDocument/2006/relationships/notesMaster" Target="/ppt/notesMasters/notesMaster1.xml" Id="Ra7ab2796c64c44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6c81e97e5e401c" /><Relationship Type="http://schemas.openxmlformats.org/officeDocument/2006/relationships/notesMaster" Target="/ppt/notesMasters/notesMaster1.xml" Id="R52373cbd01d045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237dcbd6114eea" /><Relationship Type="http://schemas.openxmlformats.org/officeDocument/2006/relationships/notesMaster" Target="/ppt/notesMasters/notesMaster1.xml" Id="R6f47c2bcbfd842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9eb36fcd4f42b7" /><Relationship Type="http://schemas.openxmlformats.org/officeDocument/2006/relationships/notesMaster" Target="/ppt/notesMasters/notesMaster1.xml" Id="Rd76e64a3b14640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b0bf0278ec4053" /><Relationship Type="http://schemas.openxmlformats.org/officeDocument/2006/relationships/notesMaster" Target="/ppt/notesMasters/notesMaster1.xml" Id="R7a8a268770f741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9272dc668b46a8" /><Relationship Type="http://schemas.openxmlformats.org/officeDocument/2006/relationships/notesMaster" Target="/ppt/notesMasters/notesMaster1.xml" Id="R12c1db7110df44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c2fc0962804a98" /><Relationship Type="http://schemas.openxmlformats.org/officeDocument/2006/relationships/notesMaster" Target="/ppt/notesMasters/notesMaster1.xml" Id="Raf05968583fb40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9f562467f241a3" /><Relationship Type="http://schemas.openxmlformats.org/officeDocument/2006/relationships/notesMaster" Target="/ppt/notesMasters/notesMaster1.xml" Id="Re691a17f628a4b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60c9ab172b4727" /><Relationship Type="http://schemas.openxmlformats.org/officeDocument/2006/relationships/notesMaster" Target="/ppt/notesMasters/notesMaster1.xml" Id="Ra6289f850ec24f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Legado, regulación y documentación como valor, restricción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cambiar un sistema heredado sin suponer que todo lo viejo es inútil, que la norma es sólo un trámite o que la documentación copia la realidad?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capacidad protege esta pieza? ¿Quién puede interpretar la fuente?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decide conservar o retirar una práctica y registra qué evidencia le falta.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interpretar la fuente? ¿Qué está verificado y qué sigue pendiente?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relacionan artefactos, decisiones, personas, reglas y consecuencias. Marcan huecos y niveles de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está verificado y qué sigue pendiente? ¿Qué significado se pierde al migrar?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separar compromiso verificado, norma validada, protección de diseño e interpretación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significado se pierde al migrar? ¿Qué depende de esta práctica?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retira la práctica heredada y se ejecuta HH-18. El equipo observa qué capacidad, control o reparación desaparece.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depende de esta práctica? ¿Qué memoria necesita el retiro?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traducen categorías históricas a un modelo nuevo. Deben marcar correspondencias inciertas y conservar originales.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memoria necesita el retiro? ¿Qué capacidad protege esta pieza?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sigue dependencias técnicas, operativas, contractuales y normativas antes de autorizar el cambio.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capacidad protege esta pieza? ¿Quién puede interpretar la fuente?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probar caso ordinario, excepción y fuente pendiente. El equipo decide qué conservar, reemplazar o retirar y qué memoria entregar.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interpretar la fuente? ¿Qué está verificado y qué sigue pendiente?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formula una capacidad que N19 deberá realizar sin preseleccionar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está verificado y qué sigue pendiente? ¿Qué significado se pierde al migrar?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expediente de HH-18 que distingue valor heredado, obligación, solución contingente, deuda y residuo, con una transición probada.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37b111d834f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69a0041def42a8" /><Relationship Type="http://schemas.openxmlformats.org/officeDocument/2006/relationships/slideLayout" Target="/ppt/slideLayouts/slideLayout1.xml" Id="R30670979ddb349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670979ddb349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a5b0bd1b54076" /><Relationship Type="http://schemas.openxmlformats.org/officeDocument/2006/relationships/notesSlide" Target="/ppt/notesSlides/notesSlide1.xml" Id="Rda7f3bde8b2f46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55b17516242ae" /><Relationship Type="http://schemas.openxmlformats.org/officeDocument/2006/relationships/notesSlide" Target="/ppt/notesSlides/notesSlide2.xml" Id="Rf221f8ca53eb43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7298947df4261" /><Relationship Type="http://schemas.openxmlformats.org/officeDocument/2006/relationships/notesSlide" Target="/ppt/notesSlides/notesSlide3.xml" Id="R4dd2174a5a5049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44f63a6fd4ce2" /><Relationship Type="http://schemas.openxmlformats.org/officeDocument/2006/relationships/notesSlide" Target="/ppt/notesSlides/notesSlide4.xml" Id="Rf23a46aeb36d47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110db5b4241c5" /><Relationship Type="http://schemas.openxmlformats.org/officeDocument/2006/relationships/notesSlide" Target="/ppt/notesSlides/notesSlide5.xml" Id="Ra4be954f45b843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990453d2648f6" /><Relationship Type="http://schemas.openxmlformats.org/officeDocument/2006/relationships/notesSlide" Target="/ppt/notesSlides/notesSlide6.xml" Id="R8bbd11adfc384a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13d3a85d14caf" /><Relationship Type="http://schemas.openxmlformats.org/officeDocument/2006/relationships/notesSlide" Target="/ppt/notesSlides/notesSlide7.xml" Id="Rdbed7406bc9043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e58b45f6f4897" /><Relationship Type="http://schemas.openxmlformats.org/officeDocument/2006/relationships/notesSlide" Target="/ppt/notesSlides/notesSlide8.xml" Id="R25d36e91366143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4ce03f54d478c" /><Relationship Type="http://schemas.openxmlformats.org/officeDocument/2006/relationships/notesSlide" Target="/ppt/notesSlides/notesSlide9.xml" Id="R6ab87531545745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ecf4a348d42b0" /><Relationship Type="http://schemas.openxmlformats.org/officeDocument/2006/relationships/notesSlide" Target="/ppt/notesSlides/notesSlide10.xml" Id="R50a5316f42894d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578FC-A4DA-4973-AC87-9FBB96F4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32627-DC8D-4DDA-8800-097E3517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31ED0-FF81-4E86-9210-F3B8EE3F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31889-3FF0-4542-8939-FA2B7BDF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52C99-9DDF-4B15-9A9C-3CFBE58E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30D87-F8C3-481E-BAEB-B4C735AA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A71FD-7F96-4ACF-AD6D-73188C0A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F3034-F57A-4854-B000-05EDB21D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7552-E651-4D5A-99AF-F6302B2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Legado, regulación y documentación como valor, restricción y evidencia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497A0-8D64-4980-AAEF-0D76F213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cambiar un sistema heredado sin suponer que todo lo viejo es inútil, que la norma es sólo un trámite o que la documentación copia la realidad?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A3832-B9E4-4D26-A9B6-44D5724A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97F35-D07C-4148-B064-6B06519B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50013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8B5E0-22C9-47E2-893F-F0E496B9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6E48E-010A-4187-A3C9-0D180520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110A3-5F3A-4839-8D02-8DF3780C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3259F-CFCE-40B2-B34B-BD3D2A91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0A012-0921-48AC-9E3D-CF862CA9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A9A6A-7545-424C-87D3-A6AA6A4D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C6E4B-2DDA-4352-86C5-BAE6188E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03108-9725-46DD-B2C8-BFD76AC2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Veredicto sobre lo viejo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DF3ED-D72F-498D-87EA-0ECA9B71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81399-A579-4538-9B3F-98FBA55D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B4157-A58A-449E-AFFD-18E5CE22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decide conservar o retirar una práctica y registra qué evidencia le falta.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E1927-4938-43B9-A112-7F033764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73C0A-FB94-4081-84CD-1D8DA182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EAD59-EA35-4686-B4E2-E89AE306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74909-A4BC-43E1-8D7A-35F46792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422C7-6825-4E0F-B7E4-265E2A67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2B600-9D26-46CD-AD1A-C036161D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8DE6E-E25B-4B80-A177-61EEF248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917A1-96D8-498E-822D-16FB0674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51C16-C1DF-4B21-A3CF-E5CB6F1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7AE08-AC42-4F07-BEA3-EAAB0806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980627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54A93-7151-4441-B9D0-0C492F99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0B48A-A543-4392-810C-9D008471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65D49-DBED-44AF-A9AB-391CCBDF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E3AA0-C096-4F89-B972-0B86EED8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97DCF-1492-4C2B-80B4-C4BD0D2C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38473-BE80-4A46-8295-2FDC74F5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ED9BE-4D89-45B6-B651-681E506A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EE9D9-753C-4BEB-AC4A-1E7D4B66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Excavación de capas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FB7CD-9495-4DF8-9FA4-DEA23960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3EB09-5D2E-4891-B2CA-2EF3997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4200B-8E91-479C-A0DB-2743657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relacionan artefactos, decisiones, personas, reglas y consecuencias. Marcan huecos y niveles de autoridad.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06873-997E-4287-A4DE-7745BB4A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BBB72-2C1E-46CC-9CE3-3EA7BC54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E7D04-A2CB-4068-9CEF-D39CE0B2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007B9-A7BD-4CE1-BB7B-7B3732C4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82D33-8929-46A8-8AD0-871D35AE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B42E5-549A-428D-B5AA-C5995ECF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BDD3B-CA34-4678-A74A-80D1AF07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08A81-BEF7-445B-8D1C-69F24450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C3593-EDE3-45A8-9329-60BDF15F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8572C-70B8-4421-AD19-7D55EF3F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22ED0-E018-45BD-90BC-ED906206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EAA4C-21AE-42E6-A7FB-68A1FC3C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2036560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11BE0-98AF-43D3-8942-A7E0C7D5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18384-DCB6-40DC-8518-CC69CC34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73595-276B-40D4-B8DE-69A3A52E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01E0A-191F-4D0A-85CC-3E66CE7A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F38EB-3D98-4ECA-B05E-78B9A984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46237-1BB7-445B-9FE5-D88279A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32C38-F2DA-47B2-A07A-42E29801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6CFC5-A365-440D-8565-09C001C3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obligación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0F76D-7762-434E-9267-D2D1A96D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AB0E8-D859-4460-BDF6-A30BB0EB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DE927-43F0-45BD-B434-6A273D83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separa compromiso verificado, norma validada, protección de diseño e interpretación pendiente.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0B926-99F0-4AC7-8FE6-26A0AE68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859F2-EFC8-4EF7-A0DC-8AB2A004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ECC8F-49E3-4C4E-81DE-748B8926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8D15D-1D79-4600-900A-E6D4A7F3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5CE8F-C772-430C-A3FB-4F3C645D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93667-B253-4A74-8DB5-77770A0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594138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2D38B-6BC1-4EA5-81AF-34588702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FF11F-039E-4301-8EC3-002E925F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75537-B25E-4FC2-ABE7-ABFB06B2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3B2EA-1B1F-4DA6-9EA3-80D2C919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CDA54-9A3A-4D85-B2DF-D4AFEC24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856F5-4A16-4BA7-AA71-6B006219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F28A9-797F-4B07-849F-209B01D2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CEF52-0D91-4ED1-AB12-520862C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del valor oculto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92565-7641-4BDB-A8F2-30437CCD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7C974-AB28-490D-9FBF-B0CD194B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7EE34-2AE9-4E40-8BBE-C7C3DD77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retira la práctica heredada y se ejecuta HH-18. El equipo observa qué capacidad, control o reparación desaparece.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B0FAA-5457-4351-81FE-AEA25755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C66FC-1E64-4EC9-80A7-BEB1778E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7B5C7-C7EC-454F-8321-721EE874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741DF-A6F3-4C49-B7F8-8AAD3299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3C081-0C42-4137-A0FB-C5D0845A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728C7-DFD8-4213-A58A-91BF48FC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6223C-0DB6-4EB7-8879-D1909E76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C8FC8-4E6C-49FC-844F-E776D80C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B7A8F-1603-4A94-8D26-081AB982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C358B-608F-406A-B423-8B2F4425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113DE-88C3-4F99-B1FB-07190896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185A0-A071-4FA9-930C-19EB9466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88981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A4511-4FAC-4FC4-9A75-9FF58C35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8690F-6B1A-4373-AD62-AE3C8EBE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14AB9-C8CA-4DE8-896C-F3A78756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F361E-35E3-4B07-83A0-618DD05E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0894C-30A2-4604-9B7C-05401882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4F284-6305-4486-B624-8199204E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B8B19-2070-4480-98CE-90A6B48B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83B0C-80D5-45EA-8C6C-0A540AAB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Migración semántica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D60A6-0F00-4C66-B342-225E915B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39556-E609-4334-B8F5-26E972C3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F92C0-DDD0-4D4E-9EF4-335613A9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3E189-58A9-40C8-9D13-D12FC519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5976B-EDF9-4DF0-9992-2792D0D9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Radio de impacto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02FEB-542A-48B8-AF02-15587B4D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Los equipos traducen categorías históricas a un modelo nuevo. Deben marcar correspondencias inciertas y conservar originales.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69981-4C0E-4708-9B96-3202D44F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9EC2D-1834-4438-A838-C0BED27B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17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5107794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57DB3-11A3-4D10-95FF-8EBBF7C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7A8F7-9CE2-47C5-A71E-2922A3F1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9E77E-2C63-4D63-80EF-2EFFE3F7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A6290-24E4-41CF-88EA-F13E075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DD72D-F0FB-4D98-92E3-DCEBC6E4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3A5AB-7701-4218-8175-0E94ED64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E47E5-211B-4740-8866-A64F9216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F32D9-3A7E-4571-96DA-3651EF7D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Radio de impacto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E444A-685C-486B-B3A3-F8312C7C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D21BD-92BB-4654-8A5E-1358D06A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37E2C-70AF-4E78-942C-4A7FE0DD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4085B-9303-4B68-8AE3-4811FABE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E9B72-8283-4A8C-B097-4985A63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Otro equipo sigue dependencias técnicas, operativas, contractuales y normativas antes de autorizar el cambio.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B229F-440C-4B12-BF13-D0F7B757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8107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0CF90-1566-44F6-A811-BD6E31BF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1AA6D-27D4-41A3-9946-0F3E4EBB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69C9D-C33E-44FC-A266-58DB7D7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0DB92-FD9C-47CA-A142-D88C7AE4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C1512-DBB9-4C97-ADB9-2B4CBCD8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2126C-AA44-4FA3-B33E-B5132705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5DFA3-7F1D-4965-924E-5DD9716A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46792-833E-44E8-8B23-C0E34B66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Ensayo de transición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411E6-D243-42B6-BA3A-6232A68C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188FC-40EB-424D-9201-579560D8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FA773-0043-45B7-B0FD-1F233D65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prueban caso ordinario, excepción y fuente pendiente. El equipo decide qué conservar, reemplazar o retirar y qué memoria entregar.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988A3-727D-4131-B2B4-2840149E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35E78-6A62-406D-A5A1-8F51798B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217B8-3C94-484C-82BE-79711FCA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C66CA-31FE-49AD-8043-D118B28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62735-3358-4773-BC49-315A940C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CDA98-81FC-4EFC-AEFB-BCC5AA0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35C8E-F99F-48C8-B549-6D489FA0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6FB73-11C2-4A06-ACEB-DF5DD06B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BE35F-7F5A-42CD-9C63-C2D395BB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6CD69-6973-4494-BBA8-981911FE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831B50-5516-4B38-B21B-62B34A5B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E9126-B9D8-49DA-A0EB-C386BF05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37046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D05BA8-E5BF-40FA-9FAB-D0EF3545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0DDAF-0D45-45C1-8039-B719430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9DD38-BB7F-42FC-B24C-FF2078D5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61CF9-E735-4F6D-B3FD-ABC94E5E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30FD7-75DB-4501-AA0B-C18ABEE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F2673-3D8E-4803-A919-166E7B8B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81E26-BE45-4762-BC16-3F284DDE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30271-0CA9-49AD-AD82-6224BF31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28C49-8222-46B0-B677-8C287C29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3BAF2-6B17-4BEA-95DE-D392A106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DC61F-14EE-4BC8-8828-C0F29BC8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formula una capacidad que N19 deberá realizar sin preseleccionar producto.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8D2A9-769E-40D0-9D71-FD2A8B8D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4D15B-A5F9-4F4D-8EA3-90BB3C07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0DBF9-33E1-4960-BFD4-39969499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6392C-AD80-41D6-82BE-EAEAAD4D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11748-A8D5-45FC-A981-DEE68616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3AB60-CD28-4053-9F35-D94E3DE7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29C1B-3DC1-4A46-AD72-847875E5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96D08-E878-41A3-8191-419FC647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7EE02-3E2E-4C4B-B6B2-E8C3D0F5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380B1-1B1F-4FA6-AEF0-460EE316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A8610-C724-4D4B-91A3-62808CE7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DD80B-7F01-453C-841F-2F3ED572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37820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0F9FB-FA2E-46B7-B620-05953F35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D4E4E-879C-433C-9880-7C765800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88F84-5729-4897-9336-5676101B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71AFE-83E1-406D-83CE-ECB121DE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D · ESTRATEGIA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55699-7569-4ECA-AB5C-53282926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89CD1-99C5-4FC1-B51A-FB90BF12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63146-EDD6-4A92-9C72-C6301867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FB8E6-B2A2-4992-875D-695D877A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2B89C-E227-4467-BDF0-E5D41A42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08089-E6FD-40B3-A15F-04390144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8C6A1-279C-4216-838E-E6D743C0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36A85-9B83-432B-85BF-1B2E0E2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CFD3F-198F-4B67-A9FF-44721F16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A0BF5-4292-4C2A-8D13-22EB247C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5C101-6EE3-42D9-B364-057407C5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HH-18 que distingue valor heredado, obligación, solución contingente, deuda y residuo, con una transición probada.</a:t>
            </a:r>
          </a:p>
        </p:txBody>
      </p:sp>
    </p:spTree>
    <p:extLst>
      <p:ext uri="{BB962C8B-B14F-4D97-AF65-F5344CB8AC3E}">
        <p14:creationId xmlns:p14="http://schemas.microsoft.com/office/powerpoint/2010/main" val="236379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2026-09-15T15:47:08.9820000Z</dcterms:created>
  <dcterms:modified xsi:type="dcterms:W3CDTF">2026-09-15T15:47:08.9820000Z</dcterms:modified>
</coreProperties>
</file>