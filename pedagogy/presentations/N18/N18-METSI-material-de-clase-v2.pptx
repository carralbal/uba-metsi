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7119511ef64fbf" /><Relationship Type="http://schemas.openxmlformats.org/officeDocument/2006/relationships/extended-properties" Target="/docProps/app.xml" Id="R87b3f539cec34d32" /><Relationship Type="http://schemas.openxmlformats.org/officeDocument/2006/relationships/officeDocument" Target="/ppt/presentation.xml" Id="Rd242d6ef724a45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4fa7b8543846ed"/>
  </p:sldMasterIdLst>
  <p:notesMasterIdLst>
    <p:notesMasterId xmlns:r="http://schemas.openxmlformats.org/officeDocument/2006/relationships" r:id="R72612c96f9474834"/>
  </p:notesMasterIdLst>
  <p:sldIdLst>
    <p:sldId xmlns:r="http://schemas.openxmlformats.org/officeDocument/2006/relationships" id="256" r:id="R51ebbc588c3c4528"/>
    <p:sldId xmlns:r="http://schemas.openxmlformats.org/officeDocument/2006/relationships" id="257" r:id="R3ee708b779634ad5"/>
    <p:sldId xmlns:r="http://schemas.openxmlformats.org/officeDocument/2006/relationships" id="258" r:id="R0cf1d3ce5a5d4640"/>
    <p:sldId xmlns:r="http://schemas.openxmlformats.org/officeDocument/2006/relationships" id="259" r:id="R8c50458f63ec4b21"/>
    <p:sldId xmlns:r="http://schemas.openxmlformats.org/officeDocument/2006/relationships" id="260" r:id="R78d982aacc4e4c16"/>
    <p:sldId xmlns:r="http://schemas.openxmlformats.org/officeDocument/2006/relationships" id="261" r:id="R64f5a90018a64e81"/>
    <p:sldId xmlns:r="http://schemas.openxmlformats.org/officeDocument/2006/relationships" id="262" r:id="R64385c31e18b4f10"/>
    <p:sldId xmlns:r="http://schemas.openxmlformats.org/officeDocument/2006/relationships" id="263" r:id="Re35a81143c404e65"/>
    <p:sldId xmlns:r="http://schemas.openxmlformats.org/officeDocument/2006/relationships" id="264" r:id="R200499c7fe66442b"/>
    <p:sldId xmlns:r="http://schemas.openxmlformats.org/officeDocument/2006/relationships" id="265" r:id="R99d4e1aa7b7b49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0d0d5f22834b90" /><Relationship Type="http://schemas.openxmlformats.org/officeDocument/2006/relationships/slideMaster" Target="/ppt/slideMasters/slideMaster1.xml" Id="Rba4fa7b8543846ed" /><Relationship Type="http://schemas.openxmlformats.org/officeDocument/2006/relationships/notesMaster" Target="/ppt/notesMasters/notesMaster1.xml" Id="R72612c96f9474834" /><Relationship Type="http://schemas.openxmlformats.org/officeDocument/2006/relationships/presProps" Target="/ppt/presProps.xml" Id="R9d5ce5362aad4686" /><Relationship Type="http://schemas.openxmlformats.org/officeDocument/2006/relationships/tableStyles" Target="/ppt/tableStyles.xml" Id="Rad8d094af6d64e94" /><Relationship Type="http://schemas.openxmlformats.org/officeDocument/2006/relationships/slide" Target="/ppt/slides/slide1.xml" Id="R51ebbc588c3c4528" /><Relationship Type="http://schemas.openxmlformats.org/officeDocument/2006/relationships/slide" Target="/ppt/slides/slide2.xml" Id="R3ee708b779634ad5" /><Relationship Type="http://schemas.openxmlformats.org/officeDocument/2006/relationships/slide" Target="/ppt/slides/slide3.xml" Id="R0cf1d3ce5a5d4640" /><Relationship Type="http://schemas.openxmlformats.org/officeDocument/2006/relationships/slide" Target="/ppt/slides/slide4.xml" Id="R8c50458f63ec4b21" /><Relationship Type="http://schemas.openxmlformats.org/officeDocument/2006/relationships/slide" Target="/ppt/slides/slide5.xml" Id="R78d982aacc4e4c16" /><Relationship Type="http://schemas.openxmlformats.org/officeDocument/2006/relationships/slide" Target="/ppt/slides/slide6.xml" Id="R64f5a90018a64e81" /><Relationship Type="http://schemas.openxmlformats.org/officeDocument/2006/relationships/slide" Target="/ppt/slides/slide7.xml" Id="R64385c31e18b4f10" /><Relationship Type="http://schemas.openxmlformats.org/officeDocument/2006/relationships/slide" Target="/ppt/slides/slide8.xml" Id="Re35a81143c404e65" /><Relationship Type="http://schemas.openxmlformats.org/officeDocument/2006/relationships/slide" Target="/ppt/slides/slide9.xml" Id="R200499c7fe66442b" /><Relationship Type="http://schemas.openxmlformats.org/officeDocument/2006/relationships/slide" Target="/ppt/slides/slide10.xml" Id="R99d4e1aa7b7b49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b6e22b1e9a42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5ad447b6404c13" /><Relationship Type="http://schemas.openxmlformats.org/officeDocument/2006/relationships/notesMaster" Target="/ppt/notesMasters/notesMaster1.xml" Id="R3447db7808c846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177c1725ba45e0" /><Relationship Type="http://schemas.openxmlformats.org/officeDocument/2006/relationships/notesMaster" Target="/ppt/notesMasters/notesMaster1.xml" Id="R80df034df53e44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a55e95c1ee44c5" /><Relationship Type="http://schemas.openxmlformats.org/officeDocument/2006/relationships/notesMaster" Target="/ppt/notesMasters/notesMaster1.xml" Id="Rb2f2d63538484e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84a14ab26d4652" /><Relationship Type="http://schemas.openxmlformats.org/officeDocument/2006/relationships/notesMaster" Target="/ppt/notesMasters/notesMaster1.xml" Id="R96a1ba13d6714f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2d3a3878ff4fe5" /><Relationship Type="http://schemas.openxmlformats.org/officeDocument/2006/relationships/notesMaster" Target="/ppt/notesMasters/notesMaster1.xml" Id="Rb94bef2e13c64d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7c4f118f2a4f3e" /><Relationship Type="http://schemas.openxmlformats.org/officeDocument/2006/relationships/notesMaster" Target="/ppt/notesMasters/notesMaster1.xml" Id="Rf13422393cd246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6f9843a862420a" /><Relationship Type="http://schemas.openxmlformats.org/officeDocument/2006/relationships/notesMaster" Target="/ppt/notesMasters/notesMaster1.xml" Id="R4f903dc88e0743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0481e9f622477e" /><Relationship Type="http://schemas.openxmlformats.org/officeDocument/2006/relationships/notesMaster" Target="/ppt/notesMasters/notesMaster1.xml" Id="R86904a905ae54a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587ee14c8f4b19" /><Relationship Type="http://schemas.openxmlformats.org/officeDocument/2006/relationships/notesMaster" Target="/ppt/notesMasters/notesMaster1.xml" Id="R0e18e86e53444a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0f0cf25f894a2b" /><Relationship Type="http://schemas.openxmlformats.org/officeDocument/2006/relationships/notesMaster" Target="/ppt/notesMasters/notesMaster1.xml" Id="Re7fb6a6ef15d4f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veredicto y evidencia faltante.</a:t>
            </a:r>
          </a:p>
          <a:p xmlns:a="http://schemas.openxmlformats.org/drawingml/2006/main">
            <a:r>
              <a:t>Señal para avanzar: Se hacen visibles prejuicios sobre legado.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capacidad protege esta pieza?</a:t>
            </a:r>
          </a:p>
          <a:p xmlns:a="http://schemas.openxmlformats.org/drawingml/2006/main">
            <a:r>
              <a:t>• ¿Quién puede interpretar la fuente?</a:t>
            </a:r>
          </a:p>
          <a:p xmlns:a="http://schemas.openxmlformats.org/drawingml/2006/main">
            <a:r>
              <a:t>• ¿Qué está verificado y qué sigue pendiente?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Capas arqueológicas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Relacionar artefactos con decisiones y capacidades.</a:t>
            </a:r>
          </a:p>
          <a:p xmlns:a="http://schemas.openxmlformats.org/drawingml/2006/main">
            <a:r>
              <a:t>Señal para avanzar: El origen puede reconstruirse parcialmente.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interpretar la fuente?</a:t>
            </a:r>
          </a:p>
          <a:p xmlns:a="http://schemas.openxmlformats.org/drawingml/2006/main">
            <a:r>
              <a:t>• ¿Qué está verificado y qué sigue pendiente?</a:t>
            </a:r>
          </a:p>
          <a:p xmlns:a="http://schemas.openxmlformats.org/drawingml/2006/main">
            <a:r>
              <a:t>• ¿Qué significado se pierde al migrar?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Cuatro estatutos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compromiso, norma, diseño y pendiente.</a:t>
            </a:r>
          </a:p>
          <a:p xmlns:a="http://schemas.openxmlformats.org/drawingml/2006/main">
            <a:r>
              <a:t>Señal para avanzar: La autoridad queda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está verificado y qué sigue pendiente?</a:t>
            </a:r>
          </a:p>
          <a:p xmlns:a="http://schemas.openxmlformats.org/drawingml/2006/main">
            <a:r>
              <a:t>• ¿Qué significado se pierde al migrar?</a:t>
            </a:r>
          </a:p>
          <a:p xmlns:a="http://schemas.openxmlformats.org/drawingml/2006/main">
            <a:r>
              <a:t>• ¿Qué depende de esta práctica?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Práctica retirada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Observar qué función desaparece.</a:t>
            </a:r>
          </a:p>
          <a:p xmlns:a="http://schemas.openxmlformats.org/drawingml/2006/main">
            <a:r>
              <a:t>Señal para avanzar: Se distingue implementación y protección.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significado se pierde al migrar?</a:t>
            </a:r>
          </a:p>
          <a:p xmlns:a="http://schemas.openxmlformats.org/drawingml/2006/main">
            <a:r>
              <a:t>• ¿Qué depende de esta práctica?</a:t>
            </a:r>
          </a:p>
          <a:p xmlns:a="http://schemas.openxmlformats.org/drawingml/2006/main">
            <a:r>
              <a:t>• ¿Qué memoria necesita el retiro?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Categorías históricas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Impedir traducción silenciosa.</a:t>
            </a:r>
          </a:p>
          <a:p xmlns:a="http://schemas.openxmlformats.org/drawingml/2006/main">
            <a:r>
              <a:t>Señal para avanzar: Las pérdidas semánticas se marcan.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depende de esta práctica?</a:t>
            </a:r>
          </a:p>
          <a:p xmlns:a="http://schemas.openxmlformats.org/drawingml/2006/main">
            <a:r>
              <a:t>• ¿Qué memoria necesita el retiro?</a:t>
            </a:r>
          </a:p>
          <a:p xmlns:a="http://schemas.openxmlformats.org/drawingml/2006/main">
            <a:r>
              <a:t>• ¿Qué capacidad protege esta pieza?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Radio de impacto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Seguir técnica, operación, contrato y regulación.</a:t>
            </a:r>
          </a:p>
          <a:p xmlns:a="http://schemas.openxmlformats.org/drawingml/2006/main">
            <a:r>
              <a:t>Señal para avanzar: El cambio deja de ser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memoria necesita el retiro?</a:t>
            </a:r>
          </a:p>
          <a:p xmlns:a="http://schemas.openxmlformats.org/drawingml/2006/main">
            <a:r>
              <a:t>• ¿Qué capacidad protege esta pieza?</a:t>
            </a:r>
          </a:p>
          <a:p xmlns:a="http://schemas.openxmlformats.org/drawingml/2006/main">
            <a:r>
              <a:t>• ¿Quién puede interpretar la fuente?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Excepción autorizada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con costumbre sin fundamento.</a:t>
            </a:r>
          </a:p>
          <a:p xmlns:a="http://schemas.openxmlformats.org/drawingml/2006/main">
            <a:r>
              <a:t>Señal para avanzar: Se toman decisiones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capacidad protege esta pieza?</a:t>
            </a:r>
          </a:p>
          <a:p xmlns:a="http://schemas.openxmlformats.org/drawingml/2006/main">
            <a:r>
              <a:t>• ¿Quién puede interpretar la fuente?</a:t>
            </a:r>
          </a:p>
          <a:p xmlns:a="http://schemas.openxmlformats.org/drawingml/2006/main">
            <a:r>
              <a:t>• ¿Qué está verificado y qué sigue pendiente?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Transición probada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contingencia y autoridad.</a:t>
            </a:r>
          </a:p>
          <a:p xmlns:a="http://schemas.openxmlformats.org/drawingml/2006/main">
            <a:r>
              <a:t>Señal para avanzar: La capacidad se conserva bajo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interpretar la fuente?</a:t>
            </a:r>
          </a:p>
          <a:p xmlns:a="http://schemas.openxmlformats.org/drawingml/2006/main">
            <a:r>
              <a:t>• ¿Qué está verificado y qué sigue pendiente?</a:t>
            </a:r>
          </a:p>
          <a:p xmlns:a="http://schemas.openxmlformats.org/drawingml/2006/main">
            <a:r>
              <a:t>• ¿Qué significado se pierde al migrar?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Memoria de retiro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fuente, decisión, versión y evidencia.</a:t>
            </a:r>
          </a:p>
          <a:p xmlns:a="http://schemas.openxmlformats.org/drawingml/2006/main">
            <a:r>
              <a:t>Señal para avanzar: El pasado sigue siendo explicable.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está verificado y qué sigue pendiente?</a:t>
            </a:r>
          </a:p>
          <a:p xmlns:a="http://schemas.openxmlformats.org/drawingml/2006/main">
            <a:r>
              <a:t>• ¿Qué significado se pierde al migrar?</a:t>
            </a:r>
          </a:p>
          <a:p xmlns:a="http://schemas.openxmlformats.org/drawingml/2006/main">
            <a:r>
              <a:t>• ¿Qué depende de esta práctica?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Nombrar capacidad sin producto.</a:t>
            </a:r>
          </a:p>
          <a:p xmlns:a="http://schemas.openxmlformats.org/drawingml/2006/main">
            <a:r>
              <a:t>Señal para avanzar: Se abre un espacio de opciones.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significado se pierde al migrar?</a:t>
            </a:r>
          </a:p>
          <a:p xmlns:a="http://schemas.openxmlformats.org/drawingml/2006/main">
            <a:r>
              <a:t>• ¿Qué depende de esta práctica?</a:t>
            </a:r>
          </a:p>
          <a:p xmlns:a="http://schemas.openxmlformats.org/drawingml/2006/main">
            <a:r>
              <a:t>• ¿Qué memoria necesita el retiro?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HH-18 que distingue valor heredado, obligación, solución contingente, deuda y residuo, con una transición probada.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30edc17b448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80190551664ade" /><Relationship Type="http://schemas.openxmlformats.org/officeDocument/2006/relationships/slideLayout" Target="/ppt/slideLayouts/slideLayout1.xml" Id="R34f9a9aa0d814e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f9a9aa0d814e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22165ecc34104" /><Relationship Type="http://schemas.openxmlformats.org/officeDocument/2006/relationships/notesSlide" Target="/ppt/notesSlides/notesSlide1.xml" Id="R1717995420cc47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a54fcd1814c59" /><Relationship Type="http://schemas.openxmlformats.org/officeDocument/2006/relationships/notesSlide" Target="/ppt/notesSlides/notesSlide2.xml" Id="R70f6eefbbc594e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59b4560b34303" /><Relationship Type="http://schemas.openxmlformats.org/officeDocument/2006/relationships/notesSlide" Target="/ppt/notesSlides/notesSlide3.xml" Id="Ra9a197a46f514e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eee7892344976" /><Relationship Type="http://schemas.openxmlformats.org/officeDocument/2006/relationships/notesSlide" Target="/ppt/notesSlides/notesSlide4.xml" Id="R37284ad07be64f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0e8e935df40df" /><Relationship Type="http://schemas.openxmlformats.org/officeDocument/2006/relationships/notesSlide" Target="/ppt/notesSlides/notesSlide5.xml" Id="R5fe4fcc6bd5546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21f2967c54bc5" /><Relationship Type="http://schemas.openxmlformats.org/officeDocument/2006/relationships/notesSlide" Target="/ppt/notesSlides/notesSlide6.xml" Id="Rb639fdf7ff3f4d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f3748990c42c8" /><Relationship Type="http://schemas.openxmlformats.org/officeDocument/2006/relationships/notesSlide" Target="/ppt/notesSlides/notesSlide7.xml" Id="R02730ba8f6de4d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2dc72f7ce4e80" /><Relationship Type="http://schemas.openxmlformats.org/officeDocument/2006/relationships/notesSlide" Target="/ppt/notesSlides/notesSlide8.xml" Id="R33159f2aea9848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52f1541814833" /><Relationship Type="http://schemas.openxmlformats.org/officeDocument/2006/relationships/notesSlide" Target="/ppt/notesSlides/notesSlide9.xml" Id="Rf57ef6226deb4a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cfaa7934045ac" /><Relationship Type="http://schemas.openxmlformats.org/officeDocument/2006/relationships/notesSlide" Target="/ppt/notesSlides/notesSlide10.xml" Id="Rbdc5859dc84a4a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C7D55-C6E0-4952-924A-8436126B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A8A63-E2E7-4D29-8BBB-C8200F9D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2500E-6B9A-4C1C-8BA4-A6B2AF55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A26A8-95F4-4C31-9266-3D1F233E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AEEDF-FFF4-45D1-B4C8-24D43DB7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B88E6-A9BE-4257-9976-C96240D2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F3EC9-9A52-4DD7-8737-103FA5F5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D2D8B-FB94-44E0-B72A-5E90AFE0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0E495-6368-470C-87E8-E66B9B0E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intervenir sobre un sistema heredado sin confundir lo viejo con lo inútil, la norma con el trámite ni la documentación con una copia de la realidad?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4B424-42D3-4936-BB44-B0C47EC8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320F1-BACE-4FAB-91A0-6C3D7914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933091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8EBD59-1579-46E9-94E7-41438422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421CF-3CB8-4B92-A5C2-1B1D8902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05D74-37BF-4FDE-A447-5CDD85AF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0DCC6-A1D1-4BF2-A2CC-0D45D078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DBBBE-CFF5-4E1F-936B-C55673AD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B883A-1C39-4B15-8ED8-159A7EDA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E818B-3373-45EB-B801-4072731E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CEBE7-447D-4167-879E-2D871723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Capas arqueológicas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735C9-22D2-4D7D-9047-E24855F2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F3046-F2DF-488C-86A3-07CCD314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5FA50-33C1-4306-9EAF-8683CFE9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E07BC-9A2D-4A6B-B4D7-680DD629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F97B4-4171-449B-AB62-54032E9D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0579D-ECBB-40E4-B1E6-E7505CED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08979-F146-4CA1-BA2B-61519752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DEAC1-C7CC-4DEF-A5DD-C3183628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56CD8-5B69-42D1-83A2-93C8B8FB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D2670-4F58-41B8-A6D8-6CC21AC1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519471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22F03-1507-4B48-8AD4-6C97FDCA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F03F0-8010-4F24-9119-7D878312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3F155-34E6-42F7-A98B-5B2A9002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8CAA2-595C-40E9-8523-1358E801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6FB45-7289-4DF6-850D-D3DF2994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646C0-4885-4257-AFEA-0D92CDCB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FBA90-2CB3-495A-BB6E-BD95BACA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73910-25C4-47D4-91CE-27EDCD5D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Cuatro estatutos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7D243-38F3-4700-BA85-59A81198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C199D-D6F1-4137-BD1C-E0B43B6E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DF9A8-CAA9-4B67-B25A-27A87BDF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02DB7-7322-4E21-BAAF-B7A93CA5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453E4-DB0A-4135-8291-5924DDC5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02FF5-B5C6-4187-9CCB-38464E5E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A0E8D-F091-4436-93F7-35E31B12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EE61F-23E8-4A63-B22C-C2EDFE4F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94C5E-66A4-43E0-BB9A-33C54B99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747B3-DC94-4DF9-8E54-96C31EB0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BE819-39D1-4B60-AB53-F7F348A4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0F53A2-61FB-4900-AC02-AD3BB9EC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1114217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FB477-84DD-4D41-843F-8C494EAB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C2B8B-2695-47AE-A5DB-C6CEA6E2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2536A-4CF3-4D27-8BE8-E1BB06BA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26662-8A1A-469C-811D-B05F107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8C2CF-CC8C-487F-BFA2-25FD759D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5BF7E-9908-4251-B655-DE951D59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33408-73F0-45A7-9199-87CA03EE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5AC71-343B-49E9-B4ED-B081AF22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Práctica retirada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8E6C0-8724-42BA-8EEB-87799DDE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7CFAA-6D1D-464B-A3E6-AB491807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CC7C8-6938-4A95-B9BF-2A84189C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5A31C-9D9E-4AC2-A67B-77D9989A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43575-4739-496F-9E89-E5839C22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60025-5D78-4CA9-BFB4-68AA46F6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234883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17B897-29F4-4B99-8B0C-302EBD07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C3EE8-0C61-418B-A139-A9A684B3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9D8A4-5C21-4A38-8A08-645C7C62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93A41-C301-4F43-9302-F5E33D94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CEE17-58D7-4F08-A809-0AF5D36F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BC61E-3BE8-4C28-81E1-B8AF3911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03540-7669-4C26-A69C-D0CF716D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81C7E-E5B6-40EE-AFA4-0589FF6D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Categorías históricas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4E876-CDB1-4B9B-87C9-27A135BA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DB956-CC23-4F4A-92D7-06572A20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54D90-D991-45EC-B014-DA9F9AEA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C2776-51A3-44D1-A0CA-F9F3A4F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41B17-6540-4811-B9B8-31CA8C93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E8A0D-40CF-4AE5-B33D-0600C309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0E100-E902-49CD-B0DF-9F09BCC0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97585-EEEE-427C-A1B1-9C33C099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4B199-B361-4035-A89D-3BBD2DED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82F2F5-F31F-4AC7-ACE5-7D3C7D75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9BA20-997D-4447-A417-52B29BA3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0B184-1AC8-452B-ACB2-DF8D14FB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97791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56D82-C28C-43C6-8278-7A3ADB6E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AB0C8-8648-4C7B-AC1E-03A50E8C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22432-88EF-4806-8264-8428CB0A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67BDD-0FC6-47B8-AD1F-42435FBA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517A7-0586-4322-80F7-DA1E1F72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9F2BC-AA42-40EF-BD07-BEBA4E8A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72B50-20F5-47A9-B4E9-EF635790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A156A-D189-4602-938A-E5C53C03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Radio de impacto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2D73B-9FBA-48A0-9C37-911AF6D4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85894-EE56-42E4-85C0-63BA7856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45830-08E1-4B90-B71C-3A3D3CC3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2226F-DF3E-4269-B51B-5F661B52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2DA1D-0909-406A-8712-A267BC14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11C02-EA9D-43D4-AD05-82332F7C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250375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5FEAD-388F-4481-98BF-52F86F24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6EB80-18F3-49E2-964D-73B009A6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71CBA-C26A-44EE-AB34-BC0A2DF5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DDD2F-6774-474C-B797-2EA6502A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57A3A-1B37-430C-889D-25DF42CD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710BD-533A-4F81-8C6E-3E88BD5C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7B96F-5640-4D7D-B541-043EB6C6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562A6-156E-40BD-A93E-568CDD11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Excepción autorizada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B3627-1EBE-44BB-BD0C-F0930A15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BDCC0-AB63-45DF-87CA-9ED8B9A3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05C26-0DAB-42DB-B95F-E175E4A9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19170147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D3031-CCC8-4150-A0FB-DD02FE36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D0495-91FC-4FD1-9144-54188327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EE0A6-0398-436B-88A3-6797880E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9D443-6ED0-469E-8B97-092B7402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70CB1-A1E5-412D-8DCB-3EC23279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F0D10-3A30-464E-8168-7D4FD718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67152-7713-4430-9196-335766D1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94280-DA38-44DE-8FBD-E456DE8E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Transición probada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6FA25-BD46-407E-8925-3910E5FB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4A4B4-3DD5-4D67-A34F-0160D916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30D7E-9FA4-486A-BE4A-835519B9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DDA22-4C51-4D8D-9241-D2FBAB00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27730-A3AE-4303-9706-91934CC1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83109-E884-4633-9C9F-953F4FF0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19FDD-12A8-4B70-947E-1B648DB1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C4FA2-2026-4D7F-AD32-CC49C1FB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3C7D3-5784-4B43-9A0D-7EE4E330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DD114-5CAD-41B8-A39D-D4334EFD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617F1-B324-4D96-8888-15C86FE8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06DD5-BA14-492B-AA20-D8CD653B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56989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58994-B240-43FC-B362-C733C1AA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EE99B-E46A-46B0-A9DB-AF673C39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B22C1-1509-4A86-8FFD-FBE804B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27011-59D2-4EA1-A9A4-F82F2AF3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25135-A411-4F8F-802B-BD0607C7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32D02-FF39-4F22-9138-FE516198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FDB02-6EB4-44A6-A3EB-43FAA6B3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3CD40-D357-4875-B1F8-9B0ECA70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Memoria de retiro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D25DB-2396-46A6-89BA-7CBC062D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B28EE-4E08-479F-B05E-32FA4EC7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37B8F-A84B-4CD1-92BF-10513A1B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48DF9-D814-49AD-A2E5-5860F8F9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48D5B-90A0-4F21-A756-26AAD46C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99FA5-BBE8-42B4-9F7E-3746A8A4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6BC30-7185-457A-B526-9E8B9D35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D33D0-9902-4EDD-8DC6-71425A6F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5763F-0798-4E2B-9AEF-381A44E3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B6B43-36D5-4CDE-9867-B5BBC473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7D398-56DD-47BB-9FAA-89B0B4D3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ACFC3-A108-4280-9DD4-DC74BBF7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984545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2561F-3FF6-4C01-ABB3-1FDFC580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1FA8B-4C1D-498B-8CF4-87144696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B89C1-0901-4C8D-9169-BFC6411A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6DA1F-B494-415E-B2F2-70E1B7A7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C1D77-BFC4-4DE0-A986-7CE4CB7F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F6317-CF3F-4C42-A413-26FB5307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F45B7-1E01-4DB1-A4EA-84EC4EE3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8A5A0-AAD6-4F60-97A3-5CABF7F1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5CBE2-DE64-43F1-B545-A64BB1AE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25916-E5CF-4B7F-A0C9-17150BEF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00671-ECB4-4506-851E-FBEE396E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B526D-CCD2-4AAB-9421-FBC99C70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4B52E-BEF9-4F66-836D-B98BD7F8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AABF0-AE92-42D2-8E9D-54360FF0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E86A0-3052-4351-8813-CF9DEF28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de HH-18 que distingue valor heredado, obligación, solución contingente, deuda y residuo, con una transición probada.</a:t>
            </a:r>
          </a:p>
        </p:txBody>
      </p:sp>
    </p:spTree>
    <p:extLst>
      <p:ext uri="{BB962C8B-B14F-4D97-AF65-F5344CB8AC3E}">
        <p14:creationId xmlns:p14="http://schemas.microsoft.com/office/powerpoint/2010/main" val="994503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2026-09-12T16:23:06.8150000Z</dcterms:created>
  <dcterms:modified xsi:type="dcterms:W3CDTF">2026-09-12T16:23:06.8150000Z</dcterms:modified>
</coreProperties>
</file>