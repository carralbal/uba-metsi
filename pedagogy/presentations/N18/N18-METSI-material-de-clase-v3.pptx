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fab7ae40134b2a" /><Relationship Type="http://schemas.openxmlformats.org/officeDocument/2006/relationships/extended-properties" Target="/docProps/app.xml" Id="Rf6f27a8671304448" /><Relationship Type="http://schemas.openxmlformats.org/officeDocument/2006/relationships/officeDocument" Target="/ppt/presentation.xml" Id="R798272e8264143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d7c3ad66f64e4a"/>
  </p:sldMasterIdLst>
  <p:notesMasterIdLst>
    <p:notesMasterId xmlns:r="http://schemas.openxmlformats.org/officeDocument/2006/relationships" r:id="R7163bf59eb35436d"/>
  </p:notesMasterIdLst>
  <p:sldIdLst>
    <p:sldId xmlns:r="http://schemas.openxmlformats.org/officeDocument/2006/relationships" id="256" r:id="R166f47b92d2649cb"/>
    <p:sldId xmlns:r="http://schemas.openxmlformats.org/officeDocument/2006/relationships" id="257" r:id="R2f6868a37b204d5e"/>
    <p:sldId xmlns:r="http://schemas.openxmlformats.org/officeDocument/2006/relationships" id="258" r:id="R295828d4f5694513"/>
    <p:sldId xmlns:r="http://schemas.openxmlformats.org/officeDocument/2006/relationships" id="259" r:id="Rec739c9d17c04307"/>
    <p:sldId xmlns:r="http://schemas.openxmlformats.org/officeDocument/2006/relationships" id="260" r:id="R4fefbd660b6242c5"/>
    <p:sldId xmlns:r="http://schemas.openxmlformats.org/officeDocument/2006/relationships" id="261" r:id="R21befe65b3f24739"/>
    <p:sldId xmlns:r="http://schemas.openxmlformats.org/officeDocument/2006/relationships" id="262" r:id="R61a43e8ddf8e4c07"/>
    <p:sldId xmlns:r="http://schemas.openxmlformats.org/officeDocument/2006/relationships" id="263" r:id="R9811459fe0f44dfd"/>
    <p:sldId xmlns:r="http://schemas.openxmlformats.org/officeDocument/2006/relationships" id="264" r:id="R81c11839fbb6481b"/>
    <p:sldId xmlns:r="http://schemas.openxmlformats.org/officeDocument/2006/relationships" id="265" r:id="Rb131f700f88a4c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559d07c14b4a73" /><Relationship Type="http://schemas.openxmlformats.org/officeDocument/2006/relationships/slideMaster" Target="/ppt/slideMasters/slideMaster1.xml" Id="Ra2d7c3ad66f64e4a" /><Relationship Type="http://schemas.openxmlformats.org/officeDocument/2006/relationships/notesMaster" Target="/ppt/notesMasters/notesMaster1.xml" Id="R7163bf59eb35436d" /><Relationship Type="http://schemas.openxmlformats.org/officeDocument/2006/relationships/presProps" Target="/ppt/presProps.xml" Id="R973b365f5c6e4fe4" /><Relationship Type="http://schemas.openxmlformats.org/officeDocument/2006/relationships/tableStyles" Target="/ppt/tableStyles.xml" Id="R734e0eafbdd84986" /><Relationship Type="http://schemas.openxmlformats.org/officeDocument/2006/relationships/slide" Target="/ppt/slides/slide1.xml" Id="R166f47b92d2649cb" /><Relationship Type="http://schemas.openxmlformats.org/officeDocument/2006/relationships/slide" Target="/ppt/slides/slide2.xml" Id="R2f6868a37b204d5e" /><Relationship Type="http://schemas.openxmlformats.org/officeDocument/2006/relationships/slide" Target="/ppt/slides/slide3.xml" Id="R295828d4f5694513" /><Relationship Type="http://schemas.openxmlformats.org/officeDocument/2006/relationships/slide" Target="/ppt/slides/slide4.xml" Id="Rec739c9d17c04307" /><Relationship Type="http://schemas.openxmlformats.org/officeDocument/2006/relationships/slide" Target="/ppt/slides/slide5.xml" Id="R4fefbd660b6242c5" /><Relationship Type="http://schemas.openxmlformats.org/officeDocument/2006/relationships/slide" Target="/ppt/slides/slide6.xml" Id="R21befe65b3f24739" /><Relationship Type="http://schemas.openxmlformats.org/officeDocument/2006/relationships/slide" Target="/ppt/slides/slide7.xml" Id="R61a43e8ddf8e4c07" /><Relationship Type="http://schemas.openxmlformats.org/officeDocument/2006/relationships/slide" Target="/ppt/slides/slide8.xml" Id="R9811459fe0f44dfd" /><Relationship Type="http://schemas.openxmlformats.org/officeDocument/2006/relationships/slide" Target="/ppt/slides/slide9.xml" Id="R81c11839fbb6481b" /><Relationship Type="http://schemas.openxmlformats.org/officeDocument/2006/relationships/slide" Target="/ppt/slides/slide10.xml" Id="Rb131f700f88a4c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f796e7d6274b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a81854827b4da2" /><Relationship Type="http://schemas.openxmlformats.org/officeDocument/2006/relationships/notesMaster" Target="/ppt/notesMasters/notesMaster1.xml" Id="Rc00aaa4f6b4d42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c75e39dc2429f" /><Relationship Type="http://schemas.openxmlformats.org/officeDocument/2006/relationships/notesMaster" Target="/ppt/notesMasters/notesMaster1.xml" Id="R5c6f2156e62c4d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a667d3aa8849e3" /><Relationship Type="http://schemas.openxmlformats.org/officeDocument/2006/relationships/notesMaster" Target="/ppt/notesMasters/notesMaster1.xml" Id="R68a8ae86c28947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25d073f1224349" /><Relationship Type="http://schemas.openxmlformats.org/officeDocument/2006/relationships/notesMaster" Target="/ppt/notesMasters/notesMaster1.xml" Id="Rf06a093e276249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32c733a5014979" /><Relationship Type="http://schemas.openxmlformats.org/officeDocument/2006/relationships/notesMaster" Target="/ppt/notesMasters/notesMaster1.xml" Id="R9a687566b5b44b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713f68b1974953" /><Relationship Type="http://schemas.openxmlformats.org/officeDocument/2006/relationships/notesMaster" Target="/ppt/notesMasters/notesMaster1.xml" Id="R28e8b996614041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fdb2f333be4fc0" /><Relationship Type="http://schemas.openxmlformats.org/officeDocument/2006/relationships/notesMaster" Target="/ppt/notesMasters/notesMaster1.xml" Id="R73092a9cdf5340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5ea1cf0c084d75" /><Relationship Type="http://schemas.openxmlformats.org/officeDocument/2006/relationships/notesMaster" Target="/ppt/notesMasters/notesMaster1.xml" Id="R2c3b2a0dde5f4a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f553f45d344dac" /><Relationship Type="http://schemas.openxmlformats.org/officeDocument/2006/relationships/notesMaster" Target="/ppt/notesMasters/notesMaster1.xml" Id="Rc4b20e93f53349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5d5905793b48f9" /><Relationship Type="http://schemas.openxmlformats.org/officeDocument/2006/relationships/notesMaster" Target="/ppt/notesMasters/notesMaster1.xml" Id="Rd1590f2ac54644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veredicto y evidencia faltante.</a:t>
            </a:r>
          </a:p>
          <a:p xmlns:a="http://schemas.openxmlformats.org/drawingml/2006/main">
            <a:r>
              <a:t>Señal para avanzar: Se hacen visibles prejuicios sobre legado.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elemento heredado investigado como capacidad, restricción, evidencia y riesgo, sin asumir que debe conservarse o eliminarse.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protege esta pieza?</a:t>
            </a:r>
          </a:p>
          <a:p xmlns:a="http://schemas.openxmlformats.org/drawingml/2006/main">
            <a:r>
              <a:t>• ¿Quién puede interpretar la fuente?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Capas arqueológicas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Veredicto sobre lo viejo · 10 minutos</a:t>
            </a:r>
          </a:p>
          <a:p xmlns:a="http://schemas.openxmlformats.org/drawingml/2006/main">
            <a:r>
              <a:t>Cada persona decide conservar o retirar una práctica y registra qué evidencia le falta.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Relacionar artefactos con decisiones y capacidades.</a:t>
            </a:r>
          </a:p>
          <a:p xmlns:a="http://schemas.openxmlformats.org/drawingml/2006/main">
            <a:r>
              <a:t>Señal para avanzar: El origen puede reconstruirse parcialmente.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elemento heredado investigado como capacidad, restricción, evidencia y riesgo, sin asumir que debe conservarse o eliminarse.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interpretar la fuente?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Cuatro estatutos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Excavación de capas · 18 minutos</a:t>
            </a:r>
          </a:p>
          <a:p xmlns:a="http://schemas.openxmlformats.org/drawingml/2006/main">
            <a:r>
              <a:t>Los equipos relacionan artefactos, decisiones, personas, reglas y consecuencias. Marcan huecos y niveles de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compromiso, norma, diseño y pendiente.</a:t>
            </a:r>
          </a:p>
          <a:p xmlns:a="http://schemas.openxmlformats.org/drawingml/2006/main">
            <a:r>
              <a:t>Señal para avanzar: La autoridad queda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elemento heredado investigado como capacidad, restricción, evidencia y riesgo, sin asumir que debe conservarse o eliminarse.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>• ¿Qué depende de esta práctica?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Práctica retirada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obligación · 10 minutos</a:t>
            </a:r>
          </a:p>
          <a:p xmlns:a="http://schemas.openxmlformats.org/drawingml/2006/main">
            <a:r>
              <a:t>El docente separa compromiso verificado, norma validada, protección de diseño e interpretación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Observar qué función desaparece.</a:t>
            </a:r>
          </a:p>
          <a:p xmlns:a="http://schemas.openxmlformats.org/drawingml/2006/main">
            <a:r>
              <a:t>Señal para avanzar: Se distingue implementación y protección.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elemento heredado investigado como capacidad, restricción, evidencia y riesgo, sin asumir que debe conservarse o eliminarse.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>• ¿Qué depende de esta práctica?</a:t>
            </a:r>
          </a:p>
          <a:p xmlns:a="http://schemas.openxmlformats.org/drawingml/2006/main">
            <a:r>
              <a:t>• ¿Qué memoria necesita el retiro?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Categorías históricas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del valor oculto · 20 minutos</a:t>
            </a:r>
          </a:p>
          <a:p xmlns:a="http://schemas.openxmlformats.org/drawingml/2006/main">
            <a:r>
              <a:t>Se retira la práctica heredada y se ejecuta HH-18. El equipo observa qué capacidad, control o reparación desaparece.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Impedir traducción silenciosa.</a:t>
            </a:r>
          </a:p>
          <a:p xmlns:a="http://schemas.openxmlformats.org/drawingml/2006/main">
            <a:r>
              <a:t>Señal para avanzar: Las pérdidas semánticas se marcan.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elemento heredado investigado como capacidad, restricción, evidencia y riesgo, sin asumir que debe conservarse o eliminarse.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 de esta práctica?</a:t>
            </a:r>
          </a:p>
          <a:p xmlns:a="http://schemas.openxmlformats.org/drawingml/2006/main">
            <a:r>
              <a:t>• ¿Qué memoria necesita el retiro?</a:t>
            </a:r>
          </a:p>
          <a:p xmlns:a="http://schemas.openxmlformats.org/drawingml/2006/main">
            <a:r>
              <a:t>• ¿Qué capacidad protege esta pieza?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Radio de impacto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Migración semántica · 17 minutos</a:t>
            </a:r>
          </a:p>
          <a:p xmlns:a="http://schemas.openxmlformats.org/drawingml/2006/main">
            <a:r>
              <a:t>Los equipos traducen categorías históricas a un modelo nuevo. Deben marcar correspondencias inciertas y conservar originales.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técnica, operación, contrato y regulación.</a:t>
            </a:r>
          </a:p>
          <a:p xmlns:a="http://schemas.openxmlformats.org/drawingml/2006/main">
            <a:r>
              <a:t>Señal para avanzar: El cambio deja de ser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elemento heredado investigado como capacidad, restricción, evidencia y riesgo, sin asumir que debe conservarse o eliminarse.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memoria necesita el retiro?</a:t>
            </a:r>
          </a:p>
          <a:p xmlns:a="http://schemas.openxmlformats.org/drawingml/2006/main">
            <a:r>
              <a:t>• ¿Qué capacidad protege esta pieza?</a:t>
            </a:r>
          </a:p>
          <a:p xmlns:a="http://schemas.openxmlformats.org/drawingml/2006/main">
            <a:r>
              <a:t>• ¿Quién puede interpretar la fuente?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Excepción autorizada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Radio de impacto · 17 minutos</a:t>
            </a:r>
          </a:p>
          <a:p xmlns:a="http://schemas.openxmlformats.org/drawingml/2006/main">
            <a:r>
              <a:t>Otro equipo sigue dependencias técnicas, operativas, contractuales y normativas antes de autorizar el cambio.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con costumbre sin fundamento.</a:t>
            </a:r>
          </a:p>
          <a:p xmlns:a="http://schemas.openxmlformats.org/drawingml/2006/main">
            <a:r>
              <a:t>Señal para avanzar: Se toman decisiones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elemento heredado investigado como capacidad, restricción, evidencia y riesgo, sin asumir que debe conservarse o eliminarse.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protege esta pieza?</a:t>
            </a:r>
          </a:p>
          <a:p xmlns:a="http://schemas.openxmlformats.org/drawingml/2006/main">
            <a:r>
              <a:t>• ¿Quién puede interpretar la fuente?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Transición probada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Ensayo de transición · 20 minutos</a:t>
            </a:r>
          </a:p>
          <a:p xmlns:a="http://schemas.openxmlformats.org/drawingml/2006/main">
            <a:r>
              <a:t>Se prueban caso ordinario, excepción y fuente pendiente. El equipo decide qué conservar, reemplazar o retirar y qué memoria entregar.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contingencia y autoridad.</a:t>
            </a:r>
          </a:p>
          <a:p xmlns:a="http://schemas.openxmlformats.org/drawingml/2006/main">
            <a:r>
              <a:t>Señal para avanzar: La capacidad se conserva bajo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elemento heredado investigado como capacidad, restricción, evidencia y riesgo, sin asumir que debe conservarse o eliminarse.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interpretar la fuente?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Memoria de retiro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formula una capacidad que N19 deberá realizar sin preseleccionar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fuente, decisión, versión y evidencia.</a:t>
            </a:r>
          </a:p>
          <a:p xmlns:a="http://schemas.openxmlformats.org/drawingml/2006/main">
            <a:r>
              <a:t>Señal para avanzar: El pasado sigue siendo explicable.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elemento heredado investigado como capacidad, restricción, evidencia y riesgo, sin asumir que debe conservarse o eliminarse.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>• ¿Qué depende de esta práctica?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Nombrar capacidad sin producto.</a:t>
            </a:r>
          </a:p>
          <a:p xmlns:a="http://schemas.openxmlformats.org/drawingml/2006/main">
            <a:r>
              <a:t>Señal para avanzar: Se abre un espacio de opciones.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elemento heredado investigado como capacidad, restricción, evidencia y riesgo, sin asumir que debe conservarse o eliminarse.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>• ¿Qué depende de esta práctica?</a:t>
            </a:r>
          </a:p>
          <a:p xmlns:a="http://schemas.openxmlformats.org/drawingml/2006/main">
            <a:r>
              <a:t>• ¿Qué memoria necesita el retiro?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7b38483c44b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40f17f36e34354" /><Relationship Type="http://schemas.openxmlformats.org/officeDocument/2006/relationships/slideLayout" Target="/ppt/slideLayouts/slideLayout1.xml" Id="R0d03ef5a56d149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03ef5a56d149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2465d759f4573" /><Relationship Type="http://schemas.openxmlformats.org/officeDocument/2006/relationships/notesSlide" Target="/ppt/notesSlides/notesSlide1.xml" Id="Rce6a4cfd78604d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cdd1e67dd4750" /><Relationship Type="http://schemas.openxmlformats.org/officeDocument/2006/relationships/notesSlide" Target="/ppt/notesSlides/notesSlide2.xml" Id="R4160acf651c94d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cfc861a2d444e" /><Relationship Type="http://schemas.openxmlformats.org/officeDocument/2006/relationships/notesSlide" Target="/ppt/notesSlides/notesSlide3.xml" Id="Rdab6b1d5e9774e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88b26865449c9" /><Relationship Type="http://schemas.openxmlformats.org/officeDocument/2006/relationships/notesSlide" Target="/ppt/notesSlides/notesSlide4.xml" Id="R74ce766092a546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4dc69e3184fbd" /><Relationship Type="http://schemas.openxmlformats.org/officeDocument/2006/relationships/notesSlide" Target="/ppt/notesSlides/notesSlide5.xml" Id="R0fed05bc785343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c17f6d3754bb3" /><Relationship Type="http://schemas.openxmlformats.org/officeDocument/2006/relationships/notesSlide" Target="/ppt/notesSlides/notesSlide6.xml" Id="Rf7a372dbe86741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1fe433f454cf4" /><Relationship Type="http://schemas.openxmlformats.org/officeDocument/2006/relationships/notesSlide" Target="/ppt/notesSlides/notesSlide7.xml" Id="R7e2a4d639f6e40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be2c45ab54b74" /><Relationship Type="http://schemas.openxmlformats.org/officeDocument/2006/relationships/notesSlide" Target="/ppt/notesSlides/notesSlide8.xml" Id="R34c0c3768a8a4c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97ace336b4088" /><Relationship Type="http://schemas.openxmlformats.org/officeDocument/2006/relationships/notesSlide" Target="/ppt/notesSlides/notesSlide9.xml" Id="Re95ff8f37d534b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97f5bea7747bd" /><Relationship Type="http://schemas.openxmlformats.org/officeDocument/2006/relationships/notesSlide" Target="/ppt/notesSlides/notesSlide10.xml" Id="Rd8e75dc0ae524b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F3D1B-7CB2-46C5-B962-D6444A04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9A26-F640-4130-A74D-DADEBD97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23FC1-6127-484E-A040-10E40365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AE528-AD35-447D-9A94-FCE4E15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9616A-5DC1-4FD4-8559-BB27CD6A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181BB-C24A-4C6C-8460-161836E9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8DB0B-DD8E-47F7-85F5-41CC569A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DA3F4-DD3B-43E1-9628-247929BA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D5F1F-B361-423D-923D-80D52C22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Legado, regulación y documentación como valor, restricción y evidencia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93479-65B3-47C2-9303-F9A80095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cambiar un sistema heredado sin suponer que todo lo viejo es inútil, que la norma es sólo un trámite o que la documentación copia la realidad?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F837D-633F-447B-9FB4-462A86CD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D459C-52C2-486F-AABD-A465C77B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322871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A9A6E-89CB-4683-82E6-EDC6D3B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0CC43-D7AD-43DF-B1E3-7D9CBBC3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190EA-5B25-496E-BCDB-771136E5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82C38-C4D9-4546-95E9-90F7C449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BB13A-CF63-4FDC-BA49-1CCA29E1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E193B-D6E9-43CC-A8A2-66DA68C8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629D3-D201-4AE3-91CE-07D1BDAC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9823B-C669-4293-B3D8-7D3D506F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Veredicto sobre lo viejo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52A04-F92E-4F25-BFD0-616A615A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F87FA-1302-4A4E-AD46-9C9D3B6E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E8990-0B8D-4AEE-9B75-5E4D0477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decide conservar o retirar una práctica y registra qué evidencia le falta.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B0656-5E90-473B-928A-17666702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E5288-622E-425F-8FDD-A3C4861F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01CD5-197D-48FD-8192-88C77340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39426-B76C-4FF7-97F9-9814259C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5F4FC-A357-45F3-90FC-4E149A36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A620A-6D49-4D0A-9C70-64F28A49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F6F53-B2EA-4FC0-BF7E-8FA9DFAD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D8BF8-CFDA-4D5A-A2D8-CFEF186C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6CC86-308D-4206-8D74-3017664E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04216-DDA6-4CE0-95CD-689AE40F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269031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08758-D690-45AB-8604-6FAB6437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0FB49-7B62-4927-97C0-F7D7516E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D6056-B953-4781-91A5-25B95DBF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C5540-1938-45C7-84C4-E301B03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5D08F-E749-4A7C-8458-A56EE76E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A7F58-547F-4D34-BAE5-114CB1BB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B4405-46C9-4309-8596-DDE70CC7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277BC-E32E-4239-8304-23F73D51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Excavación de capas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57BB0-1955-401B-90AE-CEF22B76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B003B-0B73-4563-8570-C1D1425A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545CF-5769-4EAA-94AF-A4D0E23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relacionan artefactos, decisiones, personas, reglas y consecuencias. Marcan huecos y niveles de autoridad.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C5FB9-A98C-45D9-B54E-B847E7CE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08365-2532-4A52-9DC9-87077135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0D26D-6002-4CDE-ADBA-871805B0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A1C3D-3BBE-4330-9B16-261AEDF9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26173-803E-4DBF-B702-9FCCC91F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3B833-0A75-4471-8A0D-815EA341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A5329-B4EC-4ED3-87FF-1A6B931C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7EC00-5E6D-4608-B2AD-CE56AC9E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8E1B6-3939-4E15-9544-A26C637C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B031A-92EE-45CF-89B2-5F0079F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27838-D0DE-4FC3-95BA-E576F655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5CCEF5-2FC5-4F8F-A3EA-71012068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082280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2E8F1-FA58-443E-81DD-0CF8E851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E0E2C-E69A-495E-ACE6-C8A281E0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CE814-BFFC-43D9-97CE-6D4010C9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A1957-2724-4B3A-9A6B-C3818E8C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EE3BF-5602-451E-998B-960874A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9F18B-70BC-4886-AB98-AB58A34C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B18D7-DB4B-4BF7-BFED-70556A01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1B1F-CA0A-4B4E-B3CE-421B58CB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obligación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F17C0-0DEF-4EF6-BC7B-979B5CB8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831FE-A486-4E8D-BA63-B2B92345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E97AC-A3E7-441C-A4E7-1B79E13F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separa compromiso verificado, norma validada, protección de diseño e interpretación pendiente.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9D472-12E9-4B90-9816-B0D1AC69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15AD1-8F28-4022-901A-048201A6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2387A-2157-45D3-BFD6-CAA1F806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C94D0-A969-473E-A9F6-E2D7E9E8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24550-B839-4952-8401-27DB8BE0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B33E2-D33D-43EF-9AFA-0B3F3151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176832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D9520-0696-4439-A71A-F5598C9C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C505F-09C4-41CB-A463-648F841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5A28A-9A7A-4936-8192-5BB689AD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FBE86-B955-4555-BC66-0DD6F1B9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0D9ED-8453-4CB4-909F-AC56D159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0CDB5-F151-4705-9AE0-7EFCFDA9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EC97E-412F-4027-878C-57FDEBA0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666FB-92A9-484A-8843-13660B6E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del valor oculto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1E323-797D-4ED7-86F6-D41C7F12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68D93-6F7D-4A4D-B0A3-EA454586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56801-C442-4D85-9D14-8746FB3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retira la práctica heredada y se ejecuta HH-18. El equipo observa qué capacidad, control o reparación desaparece.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44510-3F9C-484E-B34B-933229B3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6C319-46DA-40E0-8395-1FDBCC52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6FB50-60AB-407D-A92C-B24767BC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96961-3C25-4F89-9D78-7D1B7F65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ADED8-659F-4CFD-9035-D544028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A3FDE-826D-4F30-A7C4-C41CC49A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55AF5-17CE-4E46-B657-115944F8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2F6BF-B712-457A-A897-293C0F84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D4859-B013-4CED-8931-53DA4A62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8DF99-FDAA-4A6C-8CFD-9AD15EA8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FFD1F-2971-43AE-A387-29A6F6CC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0274E-5283-42B3-A18D-D0163145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02175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B5B64-E2AF-496B-960B-9ED63C41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8CD77-F0A7-46B1-8E50-28A5218B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EF072-6928-4161-BE8B-5CB5B688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B2870-E84C-4652-9DB0-651DC6AD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5057B-F238-452B-96AD-AF737CFD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473C4-9105-4FEF-9420-A3A81DFA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947B8-9337-4E92-BF5E-32BBF4FB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5CB1B-DCC2-4203-AD64-71D93547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Migración semántica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B3502-5B40-496D-8958-5C8A608B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CB6D4-73E4-48A5-B340-B8712D65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C84B0-3C1A-47B7-8860-78A79ECA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A40DD-55CA-4FF3-A225-BD676D3D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373B5-5F71-4C4A-8C85-A9136489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Radio de impacto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B5A98-ED74-4049-9FEE-911BD53C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Los equipos traducen categorías históricas a un modelo nuevo. Deben marcar correspondencias inciertas y conservar originales.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DECE3-F5A0-4C4A-9D9C-0BC5F23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D087E-1BDF-4209-A128-E36D0488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17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315273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56A77-E732-4EC6-8629-CAA4C41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D7338-E447-40B0-9A41-8C04330D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5BB9C-7F22-41A3-B3CF-2145C68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F5DCB-50D5-4B19-8B8F-A09646AF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899BF-EAC7-4AE3-B8EC-2659140F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E4E3D-CC01-4A29-AA79-D8AF28C5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05618-4114-4DC5-B0CC-707E63A4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AAD67-3AAE-4C21-A7C5-275FF4AD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Radio de impacto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F6319-8B62-404E-BABF-F9359DC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322A7-0CEC-43CA-A5CC-B216F306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0D02C-D9C1-46F3-9F25-9A6FE24D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1DC1F-994A-4965-80D9-FA80CE41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EDC64-5C88-4A85-B325-F1CD4FA7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Otro equipo sigue dependencias técnicas, operativas, contractuales y normativas antes de autorizar el cambio.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00FDA-62B9-49F4-86CF-564F18E5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317166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63ACB-AC97-4903-89A5-DBEE4F20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EC46B-EDE6-47EB-A0C5-FB392149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71FCD-B8D8-4EAC-B85E-3FF8109B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5B31B-ED67-479A-A833-F1752512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EF92B-CAB8-4A96-82FA-965559FF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6B6B0-0D2C-484E-8B41-370D8AAE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2FB55-D637-45F5-946E-0088804D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87F12-F24B-4DD7-A794-9CFC4095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Ensayo de transición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E2677-FFFB-4357-B462-4FE491F3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56C6D-19CB-4479-B1DA-FEE08A54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E3A93-B6DB-4893-97C7-1BEB9181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prueban caso ordinario, excepción y fuente pendiente. El equipo decide qué conservar, reemplazar o retirar y qué memoria entregar.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C4A20-0CB5-4ABA-8404-C1958862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C6866-E728-4BA3-895D-09C7BE8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CE38E-E741-4B26-A54B-AA6099AC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C3FBD-A65C-4B5C-B355-20458859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48968-F7E4-43CE-8EAC-588EA85B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79ED0-FC84-4607-801E-DB75F830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3E35E-CE9A-4B3E-A7BC-AA6CB98C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1EF54-1E05-41EA-BB1A-0F17C072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C69E8-FAEF-46D6-9AC3-CC129BD7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578F5-4AF4-4E54-8069-825200C3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C1CC9-2FD3-44AF-8930-871A1E25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586FE-B000-411F-8C7C-D9520713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227535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34DBD-04AE-462F-9369-9FD15772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A190E-649A-4FDC-9537-B6755508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23070-C318-4741-B562-56049AA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1D63E-F55E-4BDD-8373-3E4B3CAB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4DE6E-212B-4DA9-BC16-4EC8057F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74845-5A1F-4349-88A0-058A88E4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FA320-08D6-43AB-A60F-AFAB49D2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3DBCD-23D2-4F65-A66B-CDD57198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698AA-58BE-4956-BD0D-546BACFF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D03C0-BAB5-4FB6-9C38-9EC25AD3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5AE2E-B3B8-434D-AF63-85D9D9A4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formula una capacidad que N19 deberá realizar sin preseleccionar producto.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F0157-C3B1-450D-A8C5-7055C21F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4131E-3FB7-49A4-982E-86199C3B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DDA9E-DF62-4B69-9848-4A9B66E7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55010-32B5-4A35-B260-9437B5BE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FA569-A1AE-46D6-93AD-379E9F88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593AE-6418-4A19-8A6A-DE4EE67A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FD69A-E14E-4757-B8F3-28DFFAD1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0D2AD-0B98-4E7D-94FB-FDC8F084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99120-4A66-4D88-BF72-067B6A88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8A3A0-1DF6-4D0A-862C-C3D60D95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B282D-981C-44BD-ADE4-12D032D5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D0C98-C96F-4373-A980-76BB2858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480594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4CA19-0485-4751-B4B7-439F6153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51BEE-F75A-49B6-84A1-2A2784F5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387E7-3687-4A41-877A-158BE94C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A8E0C-38B0-4FEF-9B00-00B5F219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76A07-3B32-4BAC-B8E7-0CF3FE00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359C2-A5B5-483B-BE89-4D632A4C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D3BEC-009E-4D1D-A8BD-795C3BC4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49F55-F5B0-4505-A901-66632339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B15BF-B0B9-4669-AA9D-7196BF20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4F478-9DF3-456A-9AD4-5234C7FD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629DB-39F1-468F-AA09-74B013F6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B4587-0240-4739-9B46-AAF0B438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ED91F-1D04-42EB-A588-1200EC4C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D05FB-2502-4F0F-9EF0-A96F0F30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803E1-B2C5-4936-B6D4-ED01CC0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HH-18 que distingue valor heredado, obligación, solución contingente, deuda y residuo, con una transición probada.</a:t>
            </a:r>
          </a:p>
        </p:txBody>
      </p:sp>
    </p:spTree>
    <p:extLst>
      <p:ext uri="{BB962C8B-B14F-4D97-AF65-F5344CB8AC3E}">
        <p14:creationId xmlns:p14="http://schemas.microsoft.com/office/powerpoint/2010/main" val="1109117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2026-09-14T03:54:32.1720000Z</dcterms:created>
  <dcterms:modified xsi:type="dcterms:W3CDTF">2026-09-14T03:54:32.1720000Z</dcterms:modified>
</coreProperties>
</file>