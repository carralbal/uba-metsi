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9d6b47418649d1" /><Relationship Type="http://schemas.openxmlformats.org/officeDocument/2006/relationships/extended-properties" Target="/docProps/app.xml" Id="R031be8c4e0c847db" /><Relationship Type="http://schemas.openxmlformats.org/officeDocument/2006/relationships/officeDocument" Target="/ppt/presentation.xml" Id="Rf90f30c823e3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098d7f9874d00"/>
  </p:sldMasterIdLst>
  <p:notesMasterIdLst>
    <p:notesMasterId xmlns:r="http://schemas.openxmlformats.org/officeDocument/2006/relationships" r:id="R4c9c0aecee9b412d"/>
  </p:notesMasterIdLst>
  <p:sldIdLst>
    <p:sldId xmlns:r="http://schemas.openxmlformats.org/officeDocument/2006/relationships" id="256" r:id="R6f24466b848c45a6"/>
    <p:sldId xmlns:r="http://schemas.openxmlformats.org/officeDocument/2006/relationships" id="257" r:id="R28c1cf6eb4e24bd1"/>
    <p:sldId xmlns:r="http://schemas.openxmlformats.org/officeDocument/2006/relationships" id="258" r:id="R9ac1a798e2bd44b6"/>
    <p:sldId xmlns:r="http://schemas.openxmlformats.org/officeDocument/2006/relationships" id="259" r:id="R9fba94e015e04b9f"/>
    <p:sldId xmlns:r="http://schemas.openxmlformats.org/officeDocument/2006/relationships" id="260" r:id="Rb6e933bf08f54e11"/>
    <p:sldId xmlns:r="http://schemas.openxmlformats.org/officeDocument/2006/relationships" id="261" r:id="R9f3dbc16c7f64050"/>
    <p:sldId xmlns:r="http://schemas.openxmlformats.org/officeDocument/2006/relationships" id="262" r:id="R3083033befb34c48"/>
    <p:sldId xmlns:r="http://schemas.openxmlformats.org/officeDocument/2006/relationships" id="263" r:id="Ra5b6576c949a4d52"/>
    <p:sldId xmlns:r="http://schemas.openxmlformats.org/officeDocument/2006/relationships" id="264" r:id="R04fa321ee546478a"/>
    <p:sldId xmlns:r="http://schemas.openxmlformats.org/officeDocument/2006/relationships" id="265" r:id="Rbae908123def41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c1532abe34f5b" /><Relationship Type="http://schemas.openxmlformats.org/officeDocument/2006/relationships/slideMaster" Target="/ppt/slideMasters/slideMaster1.xml" Id="R690098d7f9874d00" /><Relationship Type="http://schemas.openxmlformats.org/officeDocument/2006/relationships/notesMaster" Target="/ppt/notesMasters/notesMaster1.xml" Id="R4c9c0aecee9b412d" /><Relationship Type="http://schemas.openxmlformats.org/officeDocument/2006/relationships/presProps" Target="/ppt/presProps.xml" Id="R5f780a8b566143f9" /><Relationship Type="http://schemas.openxmlformats.org/officeDocument/2006/relationships/tableStyles" Target="/ppt/tableStyles.xml" Id="Rb7f49f6d968046fb" /><Relationship Type="http://schemas.openxmlformats.org/officeDocument/2006/relationships/slide" Target="/ppt/slides/slide1.xml" Id="R6f24466b848c45a6" /><Relationship Type="http://schemas.openxmlformats.org/officeDocument/2006/relationships/slide" Target="/ppt/slides/slide2.xml" Id="R28c1cf6eb4e24bd1" /><Relationship Type="http://schemas.openxmlformats.org/officeDocument/2006/relationships/slide" Target="/ppt/slides/slide3.xml" Id="R9ac1a798e2bd44b6" /><Relationship Type="http://schemas.openxmlformats.org/officeDocument/2006/relationships/slide" Target="/ppt/slides/slide4.xml" Id="R9fba94e015e04b9f" /><Relationship Type="http://schemas.openxmlformats.org/officeDocument/2006/relationships/slide" Target="/ppt/slides/slide5.xml" Id="Rb6e933bf08f54e11" /><Relationship Type="http://schemas.openxmlformats.org/officeDocument/2006/relationships/slide" Target="/ppt/slides/slide6.xml" Id="R9f3dbc16c7f64050" /><Relationship Type="http://schemas.openxmlformats.org/officeDocument/2006/relationships/slide" Target="/ppt/slides/slide7.xml" Id="R3083033befb34c48" /><Relationship Type="http://schemas.openxmlformats.org/officeDocument/2006/relationships/slide" Target="/ppt/slides/slide8.xml" Id="Ra5b6576c949a4d52" /><Relationship Type="http://schemas.openxmlformats.org/officeDocument/2006/relationships/slide" Target="/ppt/slides/slide9.xml" Id="R04fa321ee546478a" /><Relationship Type="http://schemas.openxmlformats.org/officeDocument/2006/relationships/slide" Target="/ppt/slides/slide10.xml" Id="Rbae908123def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7ab97029e8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6b16612de405e" /><Relationship Type="http://schemas.openxmlformats.org/officeDocument/2006/relationships/notesMaster" Target="/ppt/notesMasters/notesMaster1.xml" Id="Rbc16c44da8da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146076e3cc4bf9" /><Relationship Type="http://schemas.openxmlformats.org/officeDocument/2006/relationships/notesMaster" Target="/ppt/notesMasters/notesMaster1.xml" Id="Re6764a82b54443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f0dfd77d74a8a" /><Relationship Type="http://schemas.openxmlformats.org/officeDocument/2006/relationships/notesMaster" Target="/ppt/notesMasters/notesMaster1.xml" Id="R7ec14db536e9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36a12893f84f90" /><Relationship Type="http://schemas.openxmlformats.org/officeDocument/2006/relationships/notesMaster" Target="/ppt/notesMasters/notesMaster1.xml" Id="R34d2e92cc6934f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781e71dff4484" /><Relationship Type="http://schemas.openxmlformats.org/officeDocument/2006/relationships/notesMaster" Target="/ppt/notesMasters/notesMaster1.xml" Id="R08f76d4105d346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69f9ff00444b7" /><Relationship Type="http://schemas.openxmlformats.org/officeDocument/2006/relationships/notesMaster" Target="/ppt/notesMasters/notesMaster1.xml" Id="R403e6fd71c2e46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418ec2fbb45f4" /><Relationship Type="http://schemas.openxmlformats.org/officeDocument/2006/relationships/notesMaster" Target="/ppt/notesMasters/notesMaster1.xml" Id="Rb155833e3291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31bb34760c4d9f" /><Relationship Type="http://schemas.openxmlformats.org/officeDocument/2006/relationships/notesMaster" Target="/ppt/notesMasters/notesMaster1.xml" Id="R6322111041d340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d69c4dd62b44b2" /><Relationship Type="http://schemas.openxmlformats.org/officeDocument/2006/relationships/notesMaster" Target="/ppt/notesMasters/notesMaster1.xml" Id="Ra1bd99ff518243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1cd67174a74c79" /><Relationship Type="http://schemas.openxmlformats.org/officeDocument/2006/relationships/notesMaster" Target="/ppt/notesMasters/notesMaster1.xml" Id="R37e780bc812a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veredicto, afirmación exacta y uso permitido.</a:t>
            </a:r>
          </a:p>
          <a:p xmlns:a="http://schemas.openxmlformats.org/drawingml/2006/main">
            <a:r>
              <a:t>Señal para avanzar: Existen cargas de prueba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Fenómeno, constructo, medida y dato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ejemplos del grupo y localizar saltos.</a:t>
            </a:r>
          </a:p>
          <a:p xmlns:a="http://schemas.openxmlformats.org/drawingml/2006/main">
            <a:r>
              <a:t>Señal para avanzar: La cifra deja de ser el fenómeno.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Población y denominador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Modificar una exclusión sin cambiar los registros.</a:t>
            </a:r>
          </a:p>
          <a:p xmlns:a="http://schemas.openxmlformats.org/drawingml/2006/main">
            <a:r>
              <a:t>Señal para avanzar: Se reconoce la decisión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procedencia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entidad, actividad, agente y transformación.</a:t>
            </a:r>
          </a:p>
          <a:p xmlns:a="http://schemas.openxmlformats.org/drawingml/2006/main">
            <a:r>
              <a:t>Señal para avanzar: Puede reconstruirse cómo nació el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fuentes contradictorias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elegir por jerarquía; formular causas de divergencia.</a:t>
            </a:r>
          </a:p>
          <a:p xmlns:a="http://schemas.openxmlformats.org/drawingml/2006/main">
            <a:r>
              <a:t>Señal para avanzar: Hay evidencia discriminante posible.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sensibilidad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una regla plausible y preguntar por la decisión.</a:t>
            </a:r>
          </a:p>
          <a:p xmlns:a="http://schemas.openxmlformats.org/drawingml/2006/main">
            <a:r>
              <a:t>Señal para avanzar: El equipo recalifica el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y suficiencia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exigencia con daño y reversibilidad.</a:t>
            </a:r>
          </a:p>
          <a:p xmlns:a="http://schemas.openxmlformats.org/drawingml/2006/main">
            <a:r>
              <a:t>Señal para avanzar: No se exige perfección ni se ignora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puertas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observar, pilotear y comprometer.</a:t>
            </a:r>
          </a:p>
          <a:p xmlns:a="http://schemas.openxmlformats.org/drawingml/2006/main">
            <a:r>
              <a:t>Señal para avanzar: Cada puerta tiene umbral propio.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de sostén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uso permitido, exceso y condición de revisión.</a:t>
            </a:r>
          </a:p>
          <a:p xmlns:a="http://schemas.openxmlformats.org/drawingml/2006/main">
            <a:r>
              <a:t>Señal para avanzar: La afirmación queda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ocurrió, qué se intentó y quién podía autorizar.</a:t>
            </a:r>
          </a:p>
          <a:p xmlns:a="http://schemas.openxmlformats.org/drawingml/2006/main">
            <a:r>
              <a:t>Señal para avanzar: Se distinguen evento, comando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9c94365f449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ceacdfd354f0a" /><Relationship Type="http://schemas.openxmlformats.org/officeDocument/2006/relationships/slideLayout" Target="/ppt/slideLayouts/slideLayout1.xml" Id="R3427795d6b55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7795d6b55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68ec311dc43ef" /><Relationship Type="http://schemas.openxmlformats.org/officeDocument/2006/relationships/notesSlide" Target="/ppt/notesSlides/notesSlide1.xml" Id="R5607a0a4ff2648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c78e672494f8a" /><Relationship Type="http://schemas.openxmlformats.org/officeDocument/2006/relationships/notesSlide" Target="/ppt/notesSlides/notesSlide2.xml" Id="R984212dead2e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95775c0634a8e" /><Relationship Type="http://schemas.openxmlformats.org/officeDocument/2006/relationships/notesSlide" Target="/ppt/notesSlides/notesSlide3.xml" Id="R42a0f876b2a6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18396b59c4e6c" /><Relationship Type="http://schemas.openxmlformats.org/officeDocument/2006/relationships/notesSlide" Target="/ppt/notesSlides/notesSlide4.xml" Id="R1dea05b18b35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b3c28e40e4402" /><Relationship Type="http://schemas.openxmlformats.org/officeDocument/2006/relationships/notesSlide" Target="/ppt/notesSlides/notesSlide5.xml" Id="R6007c31a733b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3963413cf4343" /><Relationship Type="http://schemas.openxmlformats.org/officeDocument/2006/relationships/notesSlide" Target="/ppt/notesSlides/notesSlide6.xml" Id="R3798eeaa2b3248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9392185914f3d" /><Relationship Type="http://schemas.openxmlformats.org/officeDocument/2006/relationships/notesSlide" Target="/ppt/notesSlides/notesSlide7.xml" Id="Rb444b0013d6e4b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b3d1990204763" /><Relationship Type="http://schemas.openxmlformats.org/officeDocument/2006/relationships/notesSlide" Target="/ppt/notesSlides/notesSlide8.xml" Id="R586d7eab736f46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3f4613cfa4ed8" /><Relationship Type="http://schemas.openxmlformats.org/officeDocument/2006/relationships/notesSlide" Target="/ppt/notesSlides/notesSlide9.xml" Id="R8a7ed086a39041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f37c25e9a447f" /><Relationship Type="http://schemas.openxmlformats.org/officeDocument/2006/relationships/notesSlide" Target="/ppt/notesSlides/notesSlide10.xml" Id="Rd1daec204ff3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02E9C-6065-47CF-9E6A-09B137F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53894-7F50-4841-9178-672BE93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38677-3906-4031-9E6A-4D96C6C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CADB4-5C82-41FA-B4C7-F488325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72556-8004-4FAC-8B9E-3AD81CE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17A01-BDC1-4360-90E7-4A5665FE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328EB-4A28-4873-8BFB-2D3045E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01787-C08D-4211-9020-6C1E975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C3A2F-7B6E-45B2-9B1C-48DE735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debe conservar un dato para que una organización pueda usarlo como evidencia, y no solamente como una cifra disponible?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7A31C-EB30-4E54-9382-863E20D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F9B1-CF69-49DE-8529-5414261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656001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A46F9-32D9-495B-976A-B860CB26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9088D-F0C8-4EDE-AF2D-CE32413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7C70D-2EAC-44DC-A810-6600CFD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BBA3F-6841-43BB-8B8A-5BA65A2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02DF4-AF10-499C-9DAA-05300FD0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42184-C63E-4494-A857-7E3959EB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F2C67-A058-4570-8543-CD66B75A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04DB2-8CFD-4F83-8132-161E109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Fenómeno, constructo, medida y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7C4A4-AA88-4F54-9B17-69F079A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E0A92-BC6F-487D-95DB-3C9571D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3EF22-54C9-44FC-B6E5-F11E780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E969A-1EDD-40D4-A5A5-497FAD1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DBE49-35C2-4D69-9558-50DDC77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D841D-D724-4254-8CC6-5C0D1046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9F428-D797-44C5-9147-7B92782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600D3-BEB1-4A5C-B360-E8FD23C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43B3B-D1D7-4DD2-B1DC-D3C85BC5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BE160-786B-4127-87A6-24FDC9D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2043525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D1546-1049-4C7E-9173-7033B3C2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B5CE7-6229-4ED0-868B-98613CB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FADD2-2623-4BDD-A755-A8C1F72F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E056D-C5F7-4BE8-884B-7DBF533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0A9C-190A-4311-80AB-6DF13FF9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DC28F-893A-41D9-9274-130155B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B5E25-10F6-4F49-A61A-109BB1C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CE732-0386-4CF6-AF24-1AB7C40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Población y denominador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698D-335F-4442-A827-FE41BB5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E1E2-166A-40A5-A009-30616CF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ED213-70E4-4687-AC74-8427EAE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38EA6-63F2-4A24-85EA-997DF6F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96CB8-2DA7-4BF8-B03F-EFFD5CCE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5794F-77C3-4846-A179-3683126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669D8-3E0B-41AE-B48F-6DF6016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3E53C-C0CC-42D0-96E9-B6353D25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43EB1-F577-4F37-9C2D-2B13D78E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6D6D2-DFF0-4C14-A291-425AB965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C643-D3B2-4511-B12F-3C1B90A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8F1E0-854A-4A15-B729-C3122A3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2039305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A40A4-FC65-4474-B386-496FE89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7CC9E-401C-4FDB-B339-534946B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FADBC-8D4B-4FAA-9157-23715DF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008D2-3180-486F-83DE-5A48A4D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F1176-3A08-4612-8956-4FB0544A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794BE-C15D-45DC-AAB4-89A8944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F1065-7E2E-45BE-8CBF-24323F00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A9845-6650-43DF-AE2F-D39A9B3A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procedencia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6508-5FA3-4187-98EF-F828481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5D796-C787-4A41-85B6-5BD0E5C3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778F3-CE03-4768-BCF9-B1C82E3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92C6C-F970-4CBB-9EAB-C5EAE27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32DF4-DC2E-4278-A84C-EA4BACC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1B1DB-A2C8-451C-9AB5-23F60C1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206966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F0948-1DDC-4DE1-9A9C-8000F26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1A9C7-2DCA-4136-88ED-6E5A8291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959B1-5E8A-4D4A-B96C-F1918F2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20F40-9821-437D-A01D-92A55E66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963CF-E880-499F-8E6B-9158E51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6DE8D-D1E9-42AB-B02A-59F6F7B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A5744-AE31-4CFA-AEC2-4AE1265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FC93-FE4A-4533-BC82-E60A095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fuentes contradictorias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A0037-9393-4FCE-A429-1A2732E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B4124-C82B-4F55-937B-9FB39B3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9BBAB-5C33-457E-B041-66EC228F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991EB-6EBE-4E02-9ED1-5C9991E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8DF0E-7D19-42C4-ACB7-1D6E7194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96A2E-EACD-4576-870F-038F39D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2F49D-37B7-46CF-ADED-C113C62B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8380D-4D24-4992-A4E4-736592F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BE436-36C7-4A76-97E0-D9F1845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EBB44-0557-4895-B66F-002E45B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138A2-6F0F-42AC-9130-9B526B2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26323-D15A-4036-ACED-9C33BBCF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3101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E9E5A-CCD6-4E96-8FA8-5F770D59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967DC-84C2-4326-9854-59B9549C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C5117-93EB-4917-AA1F-FCFA50E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A4F2C-49A4-4076-A823-BDAA9C92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B26E9-E38A-4AC6-B945-1100C357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0A029-DFCD-4579-BE14-C4D3D7E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C9B2C-EEB7-45DB-ABBF-9C44F38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2DDBE-DDAA-4706-BF6E-25569ACE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sensibilidad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CCD7D-EDD3-4CC7-9C07-599572CC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B53F3-A97A-4166-9D8B-DF2EDF66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7911C-C8E1-44DC-A259-F21C30D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A4508-6EEC-4A51-8FAC-6422A67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4B916-607A-46D1-9436-EEAF161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E7A68-3E60-4AAF-9984-F310744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079229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2B53C-7416-4D8E-B277-0DD3197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94682-666C-42F5-B006-C99083D3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4B0E3-6979-4E06-B8EA-2DDFA2A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B7C78-F74F-44F8-9D5F-B353B85B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ECDDD-871F-4E5E-B051-94DF524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EC6F1-EE6C-4EF9-B8E0-B088994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FC62E-D6BF-4C62-844C-2359A588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CA368-FAB2-4B15-9533-B6141F6C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Incertidumbre y suficiencia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2BE6F-69C8-4EDC-B162-C756882C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9A60B-68CE-47CD-A8CF-122EC5A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018CC-11DE-480C-9F94-6D386468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392046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5CDDE-AF44-43F2-9F89-95334724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25EE2-7996-4F06-8E27-C92A7952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7E2F4-3DCF-40EE-89FA-BD081D1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741A4-4355-453A-AC2B-8E9BAAF8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7F504-9D6E-40FF-9A52-893DCCF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F108-941E-4181-9657-124B5FB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C0432-DE0A-4A86-AA67-5E68EEF1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73911-C801-4086-9A32-A13D49A3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puertas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6BA4A-621E-433E-BE8E-E22E915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CD50B-6A78-4AF5-B23E-3AA4E7A3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B0D7A-6918-459C-A0D7-8351A0C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CAD9C-310A-4988-AA96-B6C8EB58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C078B-B000-44C6-9775-FB542F5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839F1-1717-4C90-9954-9CE4586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4BC5C-E4E5-4354-BC1A-C3FB150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94268-6B95-416B-B315-C50A26C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39E5D-DA4B-4970-B08B-A8C66473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69058-8A4B-4B99-B46E-43DA30BD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B3C8D-9495-4D21-86A9-9AA5CD52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1B172-61A9-4425-9C3F-05E66D88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9498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9F889-F0AA-4233-ABD4-94F2C1B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C35A-77AC-4BC3-80B4-2C01D62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984F4-A5B4-4F79-85B9-C99FE0F4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DEEB7-30D9-4A55-99EB-18EAB612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0DE10-B666-441E-BF2E-9881472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AEA78-5460-45A3-9E2D-4381A7E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54472-A8D5-4E8D-8C38-67D4C05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3F4D-2504-4349-B70B-30F057EB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Expediente de sostén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ED71B-5626-4B1B-B42A-B4F6DD7E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AB30C-B3BB-4868-9F6A-7885D222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50413-332C-4119-AD9B-7B58B176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A0CDC-B1E0-48BE-9D09-0FD553F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BBAA8-50BF-4632-BB05-2F0AC67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0E138-A09E-4E71-85C3-F58287E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25D9-360C-46D3-BA5F-DDB2CA4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4A020-3FA1-495C-9115-6328531E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1B399-F44F-41D6-A213-41E7180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1FEC7-4549-49CA-9C7B-7354990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17F06-0C9A-4080-9579-55BA6C01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5EB6F-BB01-4883-ADBF-C8DDE8B2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34972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92CDD-54D3-4C3D-8695-D2E64CC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19DA3-2C66-4BB9-B5A9-0B54405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A1DD-9D11-4FF7-BF68-D6E6E850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3478-A64E-4866-AA53-4243012E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77BD-DEAD-4E0A-B091-7460EA22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75A8-55B8-4166-A9E2-2FE1245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0DD6F-63C5-4367-9FB3-81A74E9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5B00C-7461-4502-B01D-4BE24C3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386C4-5A3F-435B-BC52-3BECEB4D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26D53-E9B9-4DB0-8300-B4FCCB0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7B28-1B1D-42B5-9148-55CE3D15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516CB-54C0-463C-87BA-7EAEFA0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7075F-DB13-4B56-A4FE-952DD288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34DF6-F360-4B59-A583-0571A400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82D55-E3A8-4168-BAA5-5EC141D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sostén de una afirmación de HH-11 con procedencia, incertidumbre, sensibilidad y una puerta de decisión proporcional.</a:t>
            </a:r>
          </a:p>
        </p:txBody>
      </p:sp>
    </p:spTree>
    <p:extLst>
      <p:ext uri="{BB962C8B-B14F-4D97-AF65-F5344CB8AC3E}">
        <p14:creationId xmlns:p14="http://schemas.microsoft.com/office/powerpoint/2010/main" val="1322304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2026-09-12T16:22:56.3840000Z</dcterms:created>
  <dcterms:modified xsi:type="dcterms:W3CDTF">2026-09-12T16:22:56.3840000Z</dcterms:modified>
</coreProperties>
</file>