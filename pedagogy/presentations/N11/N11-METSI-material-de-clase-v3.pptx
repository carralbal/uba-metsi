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f5b04398d94424" /><Relationship Type="http://schemas.openxmlformats.org/officeDocument/2006/relationships/extended-properties" Target="/docProps/app.xml" Id="Ra472cc5fc97a417d" /><Relationship Type="http://schemas.openxmlformats.org/officeDocument/2006/relationships/officeDocument" Target="/ppt/presentation.xml" Id="R8006a705e6d440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6d7f47afa04739"/>
  </p:sldMasterIdLst>
  <p:notesMasterIdLst>
    <p:notesMasterId xmlns:r="http://schemas.openxmlformats.org/officeDocument/2006/relationships" r:id="Ra1d8d7bb25954fdb"/>
  </p:notesMasterIdLst>
  <p:sldIdLst>
    <p:sldId xmlns:r="http://schemas.openxmlformats.org/officeDocument/2006/relationships" id="256" r:id="Re4ad5ef5753647c6"/>
    <p:sldId xmlns:r="http://schemas.openxmlformats.org/officeDocument/2006/relationships" id="257" r:id="Rc09413437f0d46d3"/>
    <p:sldId xmlns:r="http://schemas.openxmlformats.org/officeDocument/2006/relationships" id="258" r:id="Rd24d320a086147bf"/>
    <p:sldId xmlns:r="http://schemas.openxmlformats.org/officeDocument/2006/relationships" id="259" r:id="Re0704887b8a94b8a"/>
    <p:sldId xmlns:r="http://schemas.openxmlformats.org/officeDocument/2006/relationships" id="260" r:id="Rd75dffd9b1d04181"/>
    <p:sldId xmlns:r="http://schemas.openxmlformats.org/officeDocument/2006/relationships" id="261" r:id="R4da3e7c353a34050"/>
    <p:sldId xmlns:r="http://schemas.openxmlformats.org/officeDocument/2006/relationships" id="262" r:id="Rf12d5b86e71048e3"/>
    <p:sldId xmlns:r="http://schemas.openxmlformats.org/officeDocument/2006/relationships" id="263" r:id="Rfa1ec8a160334b79"/>
    <p:sldId xmlns:r="http://schemas.openxmlformats.org/officeDocument/2006/relationships" id="264" r:id="Rc52d323373724b78"/>
    <p:sldId xmlns:r="http://schemas.openxmlformats.org/officeDocument/2006/relationships" id="265" r:id="Rd098e1b2d25d41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19c46fb9264462" /><Relationship Type="http://schemas.openxmlformats.org/officeDocument/2006/relationships/slideMaster" Target="/ppt/slideMasters/slideMaster1.xml" Id="R246d7f47afa04739" /><Relationship Type="http://schemas.openxmlformats.org/officeDocument/2006/relationships/notesMaster" Target="/ppt/notesMasters/notesMaster1.xml" Id="Ra1d8d7bb25954fdb" /><Relationship Type="http://schemas.openxmlformats.org/officeDocument/2006/relationships/presProps" Target="/ppt/presProps.xml" Id="R149563e9d3ef4580" /><Relationship Type="http://schemas.openxmlformats.org/officeDocument/2006/relationships/tableStyles" Target="/ppt/tableStyles.xml" Id="Rc3f5655dc1e84cbc" /><Relationship Type="http://schemas.openxmlformats.org/officeDocument/2006/relationships/slide" Target="/ppt/slides/slide1.xml" Id="Re4ad5ef5753647c6" /><Relationship Type="http://schemas.openxmlformats.org/officeDocument/2006/relationships/slide" Target="/ppt/slides/slide2.xml" Id="Rc09413437f0d46d3" /><Relationship Type="http://schemas.openxmlformats.org/officeDocument/2006/relationships/slide" Target="/ppt/slides/slide3.xml" Id="Rd24d320a086147bf" /><Relationship Type="http://schemas.openxmlformats.org/officeDocument/2006/relationships/slide" Target="/ppt/slides/slide4.xml" Id="Re0704887b8a94b8a" /><Relationship Type="http://schemas.openxmlformats.org/officeDocument/2006/relationships/slide" Target="/ppt/slides/slide5.xml" Id="Rd75dffd9b1d04181" /><Relationship Type="http://schemas.openxmlformats.org/officeDocument/2006/relationships/slide" Target="/ppt/slides/slide6.xml" Id="R4da3e7c353a34050" /><Relationship Type="http://schemas.openxmlformats.org/officeDocument/2006/relationships/slide" Target="/ppt/slides/slide7.xml" Id="Rf12d5b86e71048e3" /><Relationship Type="http://schemas.openxmlformats.org/officeDocument/2006/relationships/slide" Target="/ppt/slides/slide8.xml" Id="Rfa1ec8a160334b79" /><Relationship Type="http://schemas.openxmlformats.org/officeDocument/2006/relationships/slide" Target="/ppt/slides/slide9.xml" Id="Rc52d323373724b78" /><Relationship Type="http://schemas.openxmlformats.org/officeDocument/2006/relationships/slide" Target="/ppt/slides/slide10.xml" Id="Rd098e1b2d25d41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5ec13ac7447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61f2e149e64804" /><Relationship Type="http://schemas.openxmlformats.org/officeDocument/2006/relationships/notesMaster" Target="/ppt/notesMasters/notesMaster1.xml" Id="Re484247126f24d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5b8aeab7944f82" /><Relationship Type="http://schemas.openxmlformats.org/officeDocument/2006/relationships/notesMaster" Target="/ppt/notesMasters/notesMaster1.xml" Id="R8faf176315d74c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ad582241154369" /><Relationship Type="http://schemas.openxmlformats.org/officeDocument/2006/relationships/notesMaster" Target="/ppt/notesMasters/notesMaster1.xml" Id="R12969a51ef354be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d9dea39a12437c" /><Relationship Type="http://schemas.openxmlformats.org/officeDocument/2006/relationships/notesMaster" Target="/ppt/notesMasters/notesMaster1.xml" Id="R15268837e25842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845dff3ac64a6f" /><Relationship Type="http://schemas.openxmlformats.org/officeDocument/2006/relationships/notesMaster" Target="/ppt/notesMasters/notesMaster1.xml" Id="R909c3d201b7c48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e21246934d4ca3" /><Relationship Type="http://schemas.openxmlformats.org/officeDocument/2006/relationships/notesMaster" Target="/ppt/notesMasters/notesMaster1.xml" Id="Rda30b63c7ae442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ddc0a507c74e43" /><Relationship Type="http://schemas.openxmlformats.org/officeDocument/2006/relationships/notesMaster" Target="/ppt/notesMasters/notesMaster1.xml" Id="Rc81a567b74c649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dcecc5781242d2" /><Relationship Type="http://schemas.openxmlformats.org/officeDocument/2006/relationships/notesMaster" Target="/ppt/notesMasters/notesMaster1.xml" Id="R53582b3cceee4e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24a53c9b49470f" /><Relationship Type="http://schemas.openxmlformats.org/officeDocument/2006/relationships/notesMaster" Target="/ppt/notesMasters/notesMaster1.xml" Id="R6a4b51adab444c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fa20b79edc4a44" /><Relationship Type="http://schemas.openxmlformats.org/officeDocument/2006/relationships/notesMaster" Target="/ppt/notesMasters/notesMaster1.xml" Id="R6feed803f53e4e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veredicto, afirmación exacta y uso permitido.</a:t>
            </a:r>
          </a:p>
          <a:p xmlns:a="http://schemas.openxmlformats.org/drawingml/2006/main">
            <a:r>
              <a:t>Señal para avanzar: Existen cargas de prueba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 afirma exactamente?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Fenómeno, constructo, medida y dato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Veredicto sobre el dato · 10 minutos</a:t>
            </a:r>
          </a:p>
          <a:p xmlns:a="http://schemas.openxmlformats.org/drawingml/2006/main">
            <a:r>
              <a:t>Cada persona decide si el noventa y siete por ciento o la tasa de demoras permite actuar. Debe escribir qué afirma exactamente y qué uso autoriza.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Usar ejemplos del grupo y localizar saltos.</a:t>
            </a:r>
          </a:p>
          <a:p xmlns:a="http://schemas.openxmlformats.org/drawingml/2006/main">
            <a:r>
              <a:t>Señal para avanzar: La cifra deja de ser el fenómeno.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Población y denominador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Mesa de operacionalización · 15 minutos</a:t>
            </a:r>
          </a:p>
          <a:p xmlns:a="http://schemas.openxmlformats.org/drawingml/2006/main">
            <a:r>
              <a:t>Los equipos comparan fenómeno, constructo, medida y regla de cálculo. Identifican dos afirmaciones distintas que el mismo valor no puede sostener simultáneamente.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Modificar una exclusión sin cambiar los registros.</a:t>
            </a:r>
          </a:p>
          <a:p xmlns:a="http://schemas.openxmlformats.org/drawingml/2006/main">
            <a:r>
              <a:t>Señal para avanzar: Se reconoce la decisión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>• ¿Las fuentes contradicen hechos, períodos o significados?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Cadena de procedencia vacía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población y denominador · 10 minutos</a:t>
            </a:r>
          </a:p>
          <a:p xmlns:a="http://schemas.openxmlformats.org/drawingml/2006/main">
            <a:r>
              <a:t>El docente trabaja con exclusiones reales de las entregas y muestra cómo unidad, período y denominador cambian la afirmación sin alterar el archivo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entidad, actividad, agente y transformación.</a:t>
            </a:r>
          </a:p>
          <a:p xmlns:a="http://schemas.openxmlformats.org/drawingml/2006/main">
            <a:r>
              <a:t>Señal para avanzar: Puede reconstruirse cómo nació el tablero.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>• ¿Las fuentes contradicen hechos, períodos o significados?</a:t>
            </a:r>
          </a:p>
          <a:p xmlns:a="http://schemas.openxmlformats.org/drawingml/2006/main">
            <a:r>
              <a:t>• ¿El error plausible cambia la 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fuentes contradictorias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Autopsia de procedencia · 20 minutos</a:t>
            </a:r>
          </a:p>
          <a:p xmlns:a="http://schemas.openxmlformats.org/drawingml/2006/main">
            <a:r>
              <a:t>Cada equipo reconstruye entidad, actividad y agente desde el episodio hasta el tablero. Marca limpieza, agregación, selección, pérdida de granularidad y momento de conocimiento.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 elegir por jerarquía; formular causas de divergencia.</a:t>
            </a:r>
          </a:p>
          <a:p xmlns:a="http://schemas.openxmlformats.org/drawingml/2006/main">
            <a:r>
              <a:t>Señal para avanzar: Hay evidencia discriminante posible.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¿Las fuentes contradicen hechos, períodos o significados?</a:t>
            </a:r>
          </a:p>
          <a:p xmlns:a="http://schemas.openxmlformats.org/drawingml/2006/main">
            <a:r>
              <a:t>• ¿El error plausible cambia la decisión?</a:t>
            </a:r>
          </a:p>
          <a:p xmlns:a="http://schemas.openxmlformats.org/drawingml/2006/main">
            <a:r>
              <a:t>• ¿Qué uso excedería esta evidencia?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sensibilidad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Audiencia de contradicciones · 18 minutos</a:t>
            </a:r>
          </a:p>
          <a:p xmlns:a="http://schemas.openxmlformats.org/drawingml/2006/main">
            <a:r>
              <a:t>Se entregan dos fuentes incompatibles. El equipo no puede descartar ninguna por autoridad. Debe proponer explicaciones de la diferencia y evidencia que permita distinguir error, población, tiempo o significado.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Cambiar una regla plausible y preguntar por la decisión.</a:t>
            </a:r>
          </a:p>
          <a:p xmlns:a="http://schemas.openxmlformats.org/drawingml/2006/main">
            <a:r>
              <a:t>Señal para avanzar: El equipo recalifica el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¿El error plausible cambia la decisión?</a:t>
            </a:r>
          </a:p>
          <a:p xmlns:a="http://schemas.openxmlformats.org/drawingml/2006/main">
            <a:r>
              <a:t>• ¿Qué uso excedería esta evidencia?</a:t>
            </a:r>
          </a:p>
          <a:p xmlns:a="http://schemas.openxmlformats.org/drawingml/2006/main">
            <a:r>
              <a:t>• ¿Qué se afirma exactamente?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Incertidumbre y suficiencia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Perturbación de sensibilidad · 18 minutos</a:t>
            </a:r>
          </a:p>
          <a:p xmlns:a="http://schemas.openxmlformats.org/drawingml/2006/main">
            <a:r>
              <a:t>El docente cambia una exclusión, un umbral o el denominador. El equipo recalifica la fuerza de la afirmación y registra si la decisión se mantiene, se reduce o queda vedada.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exigencia con daño y reversibilidad.</a:t>
            </a:r>
          </a:p>
          <a:p xmlns:a="http://schemas.openxmlformats.org/drawingml/2006/main">
            <a:r>
              <a:t>Señal para avanzar: No se exige perfección ni se ignora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uso excedería esta evidencia?</a:t>
            </a:r>
          </a:p>
          <a:p xmlns:a="http://schemas.openxmlformats.org/drawingml/2006/main">
            <a:r>
              <a:t>• ¿Qué se afirma exactamente?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puertas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Tres puertas de evidencia · 21 minutos</a:t>
            </a:r>
          </a:p>
          <a:p xmlns:a="http://schemas.openxmlformats.org/drawingml/2006/main">
            <a:r>
              <a:t>Otro equipo evalúa el expediente para autorizar observación, piloto o compromiso irreversible. Debe indicar evidencia suficiente, riesgo residual y señal de revisión para cada puerta.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observar, pilotear y comprometer.</a:t>
            </a:r>
          </a:p>
          <a:p xmlns:a="http://schemas.openxmlformats.org/drawingml/2006/main">
            <a:r>
              <a:t>Señal para avanzar: Cada puerta tiene umbral propio.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se afirma exactamente?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Expediente de sostén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identifica qué evento, estado o autoridad debería existir para mejorar la evidencia, preparando N12.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uso permitido, exceso y condición de revisión.</a:t>
            </a:r>
          </a:p>
          <a:p xmlns:a="http://schemas.openxmlformats.org/drawingml/2006/main">
            <a:r>
              <a:t>Señal para avanzar: La afirmación queda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regla convierte el fenómeno en dato?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ocurrió, qué se intentó y quién podía autorizar.</a:t>
            </a:r>
          </a:p>
          <a:p xmlns:a="http://schemas.openxmlformats.org/drawingml/2006/main">
            <a:r>
              <a:t>Señal para avanzar: Se distinguen evento, comando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afirmación auditable y determinar qué puede sostener realmente el dato utilizado para justificarla.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queda fuera del denominador?</a:t>
            </a:r>
          </a:p>
          <a:p xmlns:a="http://schemas.openxmlformats.org/drawingml/2006/main">
            <a:r>
              <a:t>• ¿Qué transformación podría cambiar la interpretación?</a:t>
            </a:r>
          </a:p>
          <a:p xmlns:a="http://schemas.openxmlformats.org/drawingml/2006/main">
            <a:r>
              <a:t>• ¿Las fuentes contradicen hechos, períodos o significados?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de sostén de una afirmación de HH-11 con procedencia, incertidumbre, sensibilidad y una puerta de decisión proporcional.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3a4db3ae714f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18c6e7a2f142a1" /><Relationship Type="http://schemas.openxmlformats.org/officeDocument/2006/relationships/slideLayout" Target="/ppt/slideLayouts/slideLayout1.xml" Id="R366e54490c3843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6e54490c3843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8f8d22be145af" /><Relationship Type="http://schemas.openxmlformats.org/officeDocument/2006/relationships/notesSlide" Target="/ppt/notesSlides/notesSlide1.xml" Id="R9310abc9a20749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a9bcd13ee4fb0" /><Relationship Type="http://schemas.openxmlformats.org/officeDocument/2006/relationships/notesSlide" Target="/ppt/notesSlides/notesSlide2.xml" Id="R253c3ebe024e4d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35045538441ab" /><Relationship Type="http://schemas.openxmlformats.org/officeDocument/2006/relationships/notesSlide" Target="/ppt/notesSlides/notesSlide3.xml" Id="R7433e79cf73045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5c87ad450478b" /><Relationship Type="http://schemas.openxmlformats.org/officeDocument/2006/relationships/notesSlide" Target="/ppt/notesSlides/notesSlide4.xml" Id="R4cba3c32424d4f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dffe164fd4684" /><Relationship Type="http://schemas.openxmlformats.org/officeDocument/2006/relationships/notesSlide" Target="/ppt/notesSlides/notesSlide5.xml" Id="R67d795e901a646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27135d3c94999" /><Relationship Type="http://schemas.openxmlformats.org/officeDocument/2006/relationships/notesSlide" Target="/ppt/notesSlides/notesSlide6.xml" Id="R449dee7ec0b24e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5bf9ffa5545cc" /><Relationship Type="http://schemas.openxmlformats.org/officeDocument/2006/relationships/notesSlide" Target="/ppt/notesSlides/notesSlide7.xml" Id="R50d5b02957ad48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38f724a7245f2" /><Relationship Type="http://schemas.openxmlformats.org/officeDocument/2006/relationships/notesSlide" Target="/ppt/notesSlides/notesSlide8.xml" Id="Rebd2167c9f5b4f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3b5f0891043b2" /><Relationship Type="http://schemas.openxmlformats.org/officeDocument/2006/relationships/notesSlide" Target="/ppt/notesSlides/notesSlide9.xml" Id="R7d5e0df3881947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3125868f04ddd" /><Relationship Type="http://schemas.openxmlformats.org/officeDocument/2006/relationships/notesSlide" Target="/ppt/notesSlides/notesSlide10.xml" Id="R387d39a45a5644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9FC60-4F3F-4C64-A6CF-02B4421A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F2F7B6-84CE-4DBE-A81F-3A44F1D4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E2380-E93C-4F0A-9CB0-735A97F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B9916-86B0-41E2-B801-7660F326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B01E3-11FE-4D42-BBB2-9C7276B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F24ED-CA65-4F6D-BDE7-FEA6A4AE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0D929-00F4-4C44-BEF0-EBF9D4D8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9CE30-39DE-4F00-A534-F10A0C6B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A6DB7-8364-4102-B415-E7D50013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Cuándo un dato permite sostener una afirmación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B6D08-4F1D-4DFF-81F7-CDF94046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necesita conservar un dato para servir como evidencia y no quedar reducido a una cifra disponible?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114C0-0B5A-40DB-844F-B841339D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3041-6C07-4EAD-A71D-7901428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333333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B891E-1142-4E48-8A38-A6DEC8A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A45928-6E3A-450D-93DA-DA6B94F2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6253F-1F7F-48B6-8DBD-2018DBC3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ACBB0-D11D-4279-BEEA-EE38B23E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999CA-B421-4F25-BE2A-AC4C3B7A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EC64F-A8D7-4EA5-94AF-7A2959D5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3881C-4A0F-4F1B-9E22-22B13199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42B73-E1EA-4CF7-8B71-3D55EAEE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Veredicto sobre el dato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2DBC3-2BE8-46D6-8BD7-103CB209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CC6E5-F865-4FC3-A7C4-66963389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4462C-99AF-49EF-A8C2-68C4266A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decide si el noventa y siete por ciento o la tasa de demoras permite actuar. Debe escribir qué afirma exactamente y qué uso autoriza.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0C20F-8F14-4DF8-8119-E46EF188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DD4AE-FF4C-429A-833E-A1277E6F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A5AE6-AD19-4F2D-AB4C-54D9225C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382DF-0832-4342-94AD-AEFBE1F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2F092-69B6-49B8-9B5C-9C662102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AD71D-AEA0-4791-BEF1-5AAE4828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C62D9-190B-4709-8752-C53612F6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B22856-2A13-4318-B622-DAB2DF70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C66F9-0DBB-4AA4-AB05-14B361EF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A5704-DB4A-43BD-B6CD-2B62A153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538467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438DEE-3974-4E29-BB27-8DC57873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E0E0F-19BE-440F-A120-6C8A2F23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08A92-2263-4156-AB5B-6F6E3F28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13FCD4-DCA9-4EBF-B064-A354C9BB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AD65C-76E6-4338-AB34-B1C1F273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CE032-DD59-46B4-9D0F-12BC0EF8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D8625-FA93-42E5-B3CD-2215A8CB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A6383-9086-4139-9B05-35BE2114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Mesa de operacionalización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B7DFE-7A75-450E-B30B-2B8E98A7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C5035-779C-47E4-9447-22EA1959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E3C38-9F15-4C06-A51E-64E8C28B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comparan fenómeno, constructo, medida y regla de cálculo. Identifican dos afirmaciones distintas que el mismo valor no puede sostener simultáneamente.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7B377-1D52-418C-A78E-7416C51E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8ECF4-1CA5-4F87-A83B-89A77751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7AD04-89E7-436E-B97C-97C7A9E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48F98-1B96-4B89-9D3A-B3E6ECE8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76EB3-7645-49B4-B98C-1E14D01D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71C9F-E13B-46FD-AF89-5ED6DAB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4313E-3E19-4FFA-B8A6-CC87C83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4C2AB-2279-4F7C-9FB4-98CA09C9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5E477F-FA71-46B1-A8A6-F561F29BE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CC95A-8CE6-44F5-9D87-E776CF3A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D450A5-6CFA-4031-B05D-F4B0FC83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1E722-AD12-4684-BF66-34004B85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50824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0474E-680B-413A-976D-E86337C3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56DB9-35CE-464C-983E-8D48A6D6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F8385-3276-4D77-BEE1-9983A4BF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0ADB7-7448-4C75-A1DF-2D3B0213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CADEB-4D15-4BB4-A405-237AEB6E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C8E0E-BF80-484F-BB1B-F2CF38A7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81FC3-8FAE-433D-80A8-03F725DE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53618-5380-45CD-A9AD-5713738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población y denominador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613DE-C40C-4FF2-9A80-79B3098D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6381E-3DB6-478A-9AAC-DE1777E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7C77B-8CEF-43CF-8044-03F011EC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trabaja con exclusiones reales de las entregas y muestra cómo unidad, período y denominador cambian la afirmación sin alterar el archivo de datos.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FE42B-BE5B-4558-8A6E-BA09CE05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F238A-9C44-4587-AB5E-650A3451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536D9-A2A0-482A-9256-516E8C98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D98CB-FE43-4A6B-A61A-176AFD62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6E5352-3E9E-4285-9E56-6C15772A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3D273-9F8A-452C-9341-5344F2E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269931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BF37F-25F0-4354-A766-157EA430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724ED-0618-4F9F-A1BD-A4710A9B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89291-752B-45E4-AB8B-50AAABB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A7530-0287-407B-BC16-7035605E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43633-B297-427F-8167-A94F1376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7D868-98ED-4422-B394-5F70FEB5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005E3-A6D2-4863-BB0B-61E52B14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0D3FB-41A3-4332-8DF7-04B31C2A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Autopsia de procedencia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D3B8-AF18-49DF-8413-6D4C3D4D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B185E-4C36-4E39-A113-ABEBFC4E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62022B-9BDF-45DE-B0DD-5686A059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reconstruye entidad, actividad y agente desde el episodio hasta el tablero. Marca limpieza, agregación, selección, pérdida de granularidad y momento de conocimiento.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86677-0329-4DF5-A732-2110AC45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0C4B3-3697-4EE3-88A2-BE69109A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955B3-0958-4E09-942C-B41889C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CA015-5A63-4564-B12A-408D8CE5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182A6-F6B3-40A8-B028-A3E9194C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0B835B-FD79-4071-90DF-AE1F419B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16ED9-AFC5-40A2-A907-BD2C140C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3750B-725D-4EEC-97E2-DF103CF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400F92-8103-4130-9CD9-93BCCECF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5C333-7215-4445-947D-3A202C42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B83FB-1F20-4A35-AD82-64C25B42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32080-091F-4010-A422-F074F58D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19837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AF422D-DAEF-429A-A44A-0136263B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062F9-E0FC-46B4-8A4B-9B464A38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772E6-A7AD-438B-90C5-623FB422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DBDEA-E808-486B-8E3C-D083F5BA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549D8-E5E2-4DF1-AD22-7F8D5911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0DE46-67C8-422F-ACA0-BE643866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81FDF-8E1D-49BD-AB8E-D21E36C5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EA20B-8B1E-4FE2-9F4E-23B45E1B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contradicciones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469F94-AB8A-4FC5-84D4-8769CC00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7DB7F-35B1-48B1-8ED8-17D6DC2A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4A7F6-0F23-4CBC-B020-04C48002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60B08-BC19-4595-9431-010E08E1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E981D-8000-4921-AAD2-8192C92F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sensibilidad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A49045-549B-4B54-85EF-B813D53F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entregan dos fuentes incompatibles. El equipo no puede descartar ninguna por autoridad. Debe proponer explicaciones de la diferencia y evidencia que permita distinguir error, población, tiempo o significado.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6F614-2024-4D37-B618-1DCBE455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A4DAC-5EDF-47CD-91A0-A0AE5645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489750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4F3C4-42B3-417B-A3B0-C53A537B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23875-1809-43EC-B58A-0DA62A17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63E77-FF1A-4234-B716-00E9A245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42495-F4F8-4AB2-8784-EA178DDD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C3231-62D5-43BD-A6C7-114A5325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940BA-EED9-4E53-9E08-5F7E3D74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ABFC2-419B-4B2E-90DD-CD77F4DE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C2D06-2134-4AEC-A678-B421E79F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sensibilidad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CEEC8-D000-458D-A119-D738DF78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6472C-B8AC-4EC8-9499-758F0124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4D037-C920-447A-9941-FC6A18DF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1C303-1021-4453-ABE8-6A351BE9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73995-A9CC-4DB7-B6BA-E96F68DB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El docente cambia una exclusión, un umbral o el denominador. El equipo recalifica la fuerza de la afirmación y registra si la decisión se mantiene, se reduce o queda vedada.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DA6BC-8EB1-403A-97F0-EDE7B4C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6560472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BBDE9-C57F-463E-8A52-F6640574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9C9C0-B3F7-430E-A6AF-760A88FC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80C83-633C-4FF5-B12B-1F1D309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A567D-CD04-4E5A-A955-FC7201A3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A799B-2E46-4903-8C9C-5B29809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6E2B2-2A4A-4D3A-8F29-071CECF9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687B8-68F5-41A6-AA3B-721AAAA7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58589-9551-4E2B-8CC2-B8242F97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Tres puertas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C884D-3A30-4AC7-9B8E-978A715E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C00E0-8295-446D-882B-BBBE988D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21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834B8-EDA7-47E7-8968-C5FA937B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Otro equipo evalúa el expediente para autorizar observación, piloto o compromiso irreversible. Debe indicar evidencia suficiente, riesgo residual y señal de revisión para cada puerta.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401FAE-F66E-44DC-842C-BB78CE8A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647DF3-4F3C-44EA-8D18-DC19A49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E6E1C-D715-468C-8A62-74DE92AE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B44ED-55E1-435A-89D7-D874A293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13099-0012-4161-945C-2F7986B0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F2A1E-F00F-42AF-A6E7-A9F0461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781B8-29AA-4A80-B69B-2BB9D894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3D1AC5-F437-4610-BF5E-8A254EBF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022F7-594B-4DA7-A19F-CDC3DB59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05CDA-464E-4E4A-9B93-E3C417AC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31E3C-1E34-4FD9-8A94-E00363C3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54B74-9F9E-4D2D-B3CA-11201E2C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91605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E4C62-8E2F-4216-9F8E-8EE1BFA5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41EC6-562E-4FC7-903B-DC86D44B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12B4B-C935-4521-962C-37E99C0D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4675D-8B82-4C10-9797-715561D5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A66B8-0742-490B-988B-BA56860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B066E-A394-4B46-9AF8-661A88B8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F182C-364E-4181-A637-9B1F9EDA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8D61E-6FE7-493B-88E4-A2BEA0F9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8A53D-F5A9-4BAA-A345-0A444315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FCB7B-121E-4362-B924-053FE8C0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7A5E8-CDFF-49D7-B7EA-F59B4FE0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qué evento, estado o autoridad debería existir para mejorar la evidencia, preparando N12.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6AAC6-11BD-43B6-BC12-9AAAB51A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B9502-46C4-4346-AC71-63D587B8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6098C-65BC-4390-B977-42164C86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32C3F-40B8-4416-A474-E91FFBF2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2952E-9261-40EE-8F0E-E521C6D0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D5EBB-EAB6-4FFD-95B7-DAEF0255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D7FE46-0D0D-4465-9927-6FA06B68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99538B-D08F-47F1-857F-3F7F91D4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DAD75-F1ED-46EC-8E16-F9C5BF7B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52113-A517-4F7A-B1EA-9BB546D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000CD2-A22F-4E1A-B96B-F3B007F1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295BC-8B56-49D2-8E29-42844490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580771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908BCB-830C-4311-96E3-EF615045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8D063-7EA3-41BE-B483-B5178E8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N11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7B7E4-96A0-4A5E-981A-6E36B08B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A4AEC-0D0B-437F-A0FE-39AF6A17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C · MODELADO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E771A-72D1-423F-8193-ED86FBD3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7458CD-692B-4096-88D1-8E1E7C9D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43D55-827D-4811-AF87-0F1BEC37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2E6E1-4A8A-4B72-8BC2-93DD60F8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27A61-10FC-4720-9359-D7A44FBE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759F1-D25C-439C-BC6B-33E87D84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D9C87-FC7B-43A9-988B-FCF9D618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CC8D7-89CF-433E-8496-C742CA37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33922-04CC-4118-B195-6463F665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5A102-A4BE-42EA-BFC2-FACA6832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1DEF3-C46B-44FB-8BA4-9EC45FFB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de sostén de una afirmación de HH-11 con procedencia, incertidumbre, sensibilidad y una puerta de decisión proporcional.</a:t>
            </a:r>
          </a:p>
        </p:txBody>
      </p:sp>
    </p:spTree>
    <p:extLst>
      <p:ext uri="{BB962C8B-B14F-4D97-AF65-F5344CB8AC3E}">
        <p14:creationId xmlns:p14="http://schemas.microsoft.com/office/powerpoint/2010/main" val="1390900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2026-09-14T03:54:20.6430000Z</dcterms:created>
  <dcterms:modified xsi:type="dcterms:W3CDTF">2026-09-14T03:54:20.6430000Z</dcterms:modified>
</coreProperties>
</file>