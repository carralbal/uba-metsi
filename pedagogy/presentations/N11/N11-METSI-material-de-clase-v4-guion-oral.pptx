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40395510db44a5" /><Relationship Type="http://schemas.openxmlformats.org/officeDocument/2006/relationships/extended-properties" Target="/docProps/app.xml" Id="R4c42063167924b26" /><Relationship Type="http://schemas.openxmlformats.org/officeDocument/2006/relationships/officeDocument" Target="/ppt/presentation.xml" Id="R56ff0abb7394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c61fba8024053"/>
  </p:sldMasterIdLst>
  <p:notesMasterIdLst>
    <p:notesMasterId xmlns:r="http://schemas.openxmlformats.org/officeDocument/2006/relationships" r:id="R1298e9f583114abc"/>
  </p:notesMasterIdLst>
  <p:sldIdLst>
    <p:sldId xmlns:r="http://schemas.openxmlformats.org/officeDocument/2006/relationships" id="256" r:id="R6afe689cda09446d"/>
    <p:sldId xmlns:r="http://schemas.openxmlformats.org/officeDocument/2006/relationships" id="257" r:id="Rfe582b0f93f64bd2"/>
    <p:sldId xmlns:r="http://schemas.openxmlformats.org/officeDocument/2006/relationships" id="258" r:id="R6b18dbfab6cb4b8c"/>
    <p:sldId xmlns:r="http://schemas.openxmlformats.org/officeDocument/2006/relationships" id="259" r:id="Rd5aa886ff4304cc1"/>
    <p:sldId xmlns:r="http://schemas.openxmlformats.org/officeDocument/2006/relationships" id="260" r:id="Re5e473ba323f4b11"/>
    <p:sldId xmlns:r="http://schemas.openxmlformats.org/officeDocument/2006/relationships" id="261" r:id="Raa7a560bfc5b40dc"/>
    <p:sldId xmlns:r="http://schemas.openxmlformats.org/officeDocument/2006/relationships" id="262" r:id="R5860051101664525"/>
    <p:sldId xmlns:r="http://schemas.openxmlformats.org/officeDocument/2006/relationships" id="263" r:id="Rfe61ba84857e481b"/>
    <p:sldId xmlns:r="http://schemas.openxmlformats.org/officeDocument/2006/relationships" id="264" r:id="Rc732c0ecc4954163"/>
    <p:sldId xmlns:r="http://schemas.openxmlformats.org/officeDocument/2006/relationships" id="265" r:id="R037037acb0ca40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3508ac01234e3e" /><Relationship Type="http://schemas.openxmlformats.org/officeDocument/2006/relationships/slideMaster" Target="/ppt/slideMasters/slideMaster1.xml" Id="R18ec61fba8024053" /><Relationship Type="http://schemas.openxmlformats.org/officeDocument/2006/relationships/notesMaster" Target="/ppt/notesMasters/notesMaster1.xml" Id="R1298e9f583114abc" /><Relationship Type="http://schemas.openxmlformats.org/officeDocument/2006/relationships/presProps" Target="/ppt/presProps.xml" Id="R7fd398c79fe9429c" /><Relationship Type="http://schemas.openxmlformats.org/officeDocument/2006/relationships/tableStyles" Target="/ppt/tableStyles.xml" Id="R2fa3e0708e344c41" /><Relationship Type="http://schemas.openxmlformats.org/officeDocument/2006/relationships/slide" Target="/ppt/slides/slide1.xml" Id="R6afe689cda09446d" /><Relationship Type="http://schemas.openxmlformats.org/officeDocument/2006/relationships/slide" Target="/ppt/slides/slide2.xml" Id="Rfe582b0f93f64bd2" /><Relationship Type="http://schemas.openxmlformats.org/officeDocument/2006/relationships/slide" Target="/ppt/slides/slide3.xml" Id="R6b18dbfab6cb4b8c" /><Relationship Type="http://schemas.openxmlformats.org/officeDocument/2006/relationships/slide" Target="/ppt/slides/slide4.xml" Id="Rd5aa886ff4304cc1" /><Relationship Type="http://schemas.openxmlformats.org/officeDocument/2006/relationships/slide" Target="/ppt/slides/slide5.xml" Id="Re5e473ba323f4b11" /><Relationship Type="http://schemas.openxmlformats.org/officeDocument/2006/relationships/slide" Target="/ppt/slides/slide6.xml" Id="Raa7a560bfc5b40dc" /><Relationship Type="http://schemas.openxmlformats.org/officeDocument/2006/relationships/slide" Target="/ppt/slides/slide7.xml" Id="R5860051101664525" /><Relationship Type="http://schemas.openxmlformats.org/officeDocument/2006/relationships/slide" Target="/ppt/slides/slide8.xml" Id="Rfe61ba84857e481b" /><Relationship Type="http://schemas.openxmlformats.org/officeDocument/2006/relationships/slide" Target="/ppt/slides/slide9.xml" Id="Rc732c0ecc4954163" /><Relationship Type="http://schemas.openxmlformats.org/officeDocument/2006/relationships/slide" Target="/ppt/slides/slide10.xml" Id="R037037acb0ca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58495a8e34a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f5bd920c849d1" /><Relationship Type="http://schemas.openxmlformats.org/officeDocument/2006/relationships/notesMaster" Target="/ppt/notesMasters/notesMaster1.xml" Id="Raed7223309da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0f36c8e8304d7f" /><Relationship Type="http://schemas.openxmlformats.org/officeDocument/2006/relationships/notesMaster" Target="/ppt/notesMasters/notesMaster1.xml" Id="R3318b3b8443242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7bbebaaf074bb4" /><Relationship Type="http://schemas.openxmlformats.org/officeDocument/2006/relationships/notesMaster" Target="/ppt/notesMasters/notesMaster1.xml" Id="R336ebb5470714b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53f6d30134479c" /><Relationship Type="http://schemas.openxmlformats.org/officeDocument/2006/relationships/notesMaster" Target="/ppt/notesMasters/notesMaster1.xml" Id="R98e319127a59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a7b68e6f84cfa" /><Relationship Type="http://schemas.openxmlformats.org/officeDocument/2006/relationships/notesMaster" Target="/ppt/notesMasters/notesMaster1.xml" Id="Raf4586fa89c340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e2fe1f2c614480" /><Relationship Type="http://schemas.openxmlformats.org/officeDocument/2006/relationships/notesMaster" Target="/ppt/notesMasters/notesMaster1.xml" Id="R1b3e7fdb840840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bca4093c074045" /><Relationship Type="http://schemas.openxmlformats.org/officeDocument/2006/relationships/notesMaster" Target="/ppt/notesMasters/notesMaster1.xml" Id="R58ee70c5133042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7712266cfa41c6" /><Relationship Type="http://schemas.openxmlformats.org/officeDocument/2006/relationships/notesMaster" Target="/ppt/notesMasters/notesMaster1.xml" Id="R11dec969a63b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5df17915c5479f" /><Relationship Type="http://schemas.openxmlformats.org/officeDocument/2006/relationships/notesMaster" Target="/ppt/notesMasters/notesMaster1.xml" Id="R5a1aec9b13024d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742f22b1b3446e" /><Relationship Type="http://schemas.openxmlformats.org/officeDocument/2006/relationships/notesMaster" Target="/ppt/notesMasters/notesMaster1.xml" Id="R2740738901ed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Cuándo un dato permite sostener una afirmación.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necesita conservar un dato para servir como evidencia y no quedar reducido a una cifra disponible?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se afirma exactamente? ¿Qué regla convierte el fenómeno en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decide si el noventa y siete por ciento o la tasa de demoras permite actuar. Debe escribir qué afirma exactamente y qué uso autoriza.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regla convierte el fenómeno en dato? ¿Quién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comparan fenómeno, constructo, medida y regla de cálculo. Identifican dos afirmaciones distintas que el mismo valor no puede sostener simultáneamente.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queda fuera del denominador? ¿Qué transformación podría cambiar la interpretación?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trabajar con exclusiones reales de las entregas y mostrar cómo unidad, período y denominador cambian la afirmación sin alterar el archivo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transformación podría cambiar la interpretación? ¿Las fuentes contradicen hechos, períodos o significados?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reconstruye entidad, actividad y agente desde el episodio hasta el tablero. Marca limpieza, agregación, selección, pérdida de granularidad y momento de conocimiento.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¿Las fuentes contradicen hechos, períodos o significados? ¿El error plausible cambia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 voy a entregar dos fuentes incompatibles. El equipo no puede descartar ninguna por autoridad. Debe proponer explicaciones de la diferencia y evidencia que permita distinguir error, población, tiempo o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¿El error plausible cambia la decisión? ¿Qué uso excedería esta evidencia?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cambiar una exclusión, un umbral o el denominador. El equipo recalifica la fuerza de la afirmación y registra si la decisión se mantiene, se reduce o queda vedada.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uso excedería esta evidencia? ¿Qué se afirma exactamente?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evalúa el expediente para autorizar observación, piloto o compromiso irreversible. Debe indicar evidencia suficiente, riesgo residual y señal de revisión para cada puerta.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21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se afirma exactamente? ¿Qué regla convierte el fenómeno en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qué evento, estado o autoridad debería existir para mejorar la evidencia, preparando N12.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regla convierte el fenómeno en dato? ¿Quién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de sostén de una afirmación de HH-11 con procedencia, incertidumbre, sensibilidad y una puerta de decisión proporcional.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2d5422af049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562f7094a4f3c" /><Relationship Type="http://schemas.openxmlformats.org/officeDocument/2006/relationships/slideLayout" Target="/ppt/slideLayouts/slideLayout1.xml" Id="R59e8f8e999e840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8f8e999e840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ad7f0f4914750" /><Relationship Type="http://schemas.openxmlformats.org/officeDocument/2006/relationships/notesSlide" Target="/ppt/notesSlides/notesSlide1.xml" Id="R88a22ab19747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dda8248fa4bbe" /><Relationship Type="http://schemas.openxmlformats.org/officeDocument/2006/relationships/notesSlide" Target="/ppt/notesSlides/notesSlide2.xml" Id="R10e0dcb2c0de40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80a735c142fa" /><Relationship Type="http://schemas.openxmlformats.org/officeDocument/2006/relationships/notesSlide" Target="/ppt/notesSlides/notesSlide3.xml" Id="Rcf60a03cf079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a7c09c28d416d" /><Relationship Type="http://schemas.openxmlformats.org/officeDocument/2006/relationships/notesSlide" Target="/ppt/notesSlides/notesSlide4.xml" Id="R9d1b1e083e5d4b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d5790455a4c3c" /><Relationship Type="http://schemas.openxmlformats.org/officeDocument/2006/relationships/notesSlide" Target="/ppt/notesSlides/notesSlide5.xml" Id="R4d9535d2308b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a3584d91341e1" /><Relationship Type="http://schemas.openxmlformats.org/officeDocument/2006/relationships/notesSlide" Target="/ppt/notesSlides/notesSlide6.xml" Id="Rf02ce6bf8ae64f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91308c6e44140" /><Relationship Type="http://schemas.openxmlformats.org/officeDocument/2006/relationships/notesSlide" Target="/ppt/notesSlides/notesSlide7.xml" Id="R2d0618b8aa4f40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bc6c8452b438d" /><Relationship Type="http://schemas.openxmlformats.org/officeDocument/2006/relationships/notesSlide" Target="/ppt/notesSlides/notesSlide8.xml" Id="Rfc891274f0134f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c8a425567485c" /><Relationship Type="http://schemas.openxmlformats.org/officeDocument/2006/relationships/notesSlide" Target="/ppt/notesSlides/notesSlide9.xml" Id="Raf6e81e240314d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a51ee6106431e" /><Relationship Type="http://schemas.openxmlformats.org/officeDocument/2006/relationships/notesSlide" Target="/ppt/notesSlides/notesSlide10.xml" Id="Rbf3d27338d6a46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4325A-F47D-4B64-95E1-EF1CF05D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51E85-0A08-4B4E-BBA6-854718A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54AC0-07FD-423C-BBB0-7831C91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846BE-A538-4778-86FE-CC51058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921CB-FAF0-45CA-A7F3-445F4BFF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0DC98-EA00-4C57-BB6A-EA493694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A0840-5359-481B-9557-B7CECE8D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A1944-4CA9-49DE-8299-60E064F6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8D7F5-79FD-42FA-94AB-B31168B9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Cuándo un dato permite sostener una afirmación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E8F70-7362-4054-819B-E3E1EF4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necesita conservar un dato para servir como evidencia y no quedar reducido a una cifra disponible?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2C1FF-A4C9-4CAD-AF2A-72D8E9F1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6B648-FD62-40DC-8C00-66727C37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495406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D3013-3421-4010-BDAC-933F9424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840B3-47B3-4CB2-9D2B-57D931A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B9E12-59C2-4646-9861-C25FDC65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CD42A-6E2B-49FE-8B73-89B2E05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6739F-4EC3-4CDE-8B63-E6615ADA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58A44-2627-4134-9B2F-C0E4648F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E312D-6A0C-4283-B0FC-E9DBC79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10DFE-3EFD-4292-A6DF-48A94D5A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Veredicto sobre el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F474D-5254-431D-ABB1-3FD574BA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FC7D1-D090-4C05-8781-8510F591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1A44F-2F03-443D-88B4-D2687B53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decide si el noventa y siete por ciento o la tasa de demoras permite actuar. Debe escribir qué afirma exactamente y qué uso autoriza.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38923-6C13-441F-BA90-75AF006C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FBA30-80B4-4BDA-808D-0B80770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BD21D-5C97-4BBD-BAE2-BC6844D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627F2-73B7-4011-88AC-54672271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C80D7-2CC2-47C5-B76C-FB0BBCC6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03F7D-F220-4E7C-B9F0-36622CE3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9BE95-5B1A-4F14-82FE-B0810A2B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A9F1B-2F36-4E30-88BA-9B77123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770C1-C592-4C2E-8935-CFD1B7F1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8D8B8-3CB4-45A7-87D5-856E00C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370132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AE55A-A69F-4E98-A054-CC9CDFB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5FF77-01B4-4116-BED6-22EE5149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0DD3-FFE6-473D-A6CB-A65116D6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27091-1783-42B9-AC5D-2E7A7BC4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1486C-1E8D-4FF7-9BC2-9332E3D2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DC551-7249-4E1A-9041-E92072D7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B4E6E-22DB-4077-BADD-E1BFDF1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528C-4B17-45E1-90C4-6F9E84B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operacionalización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7F2A-BD35-4105-A4A5-A5E1397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B84F3-38B7-4BF4-817F-9D3CB55D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5A153-8B26-42C1-911D-70F8816B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comparan fenómeno, constructo, medida y regla de cálculo. Identifican dos afirmaciones distintas que el mismo valor no puede sostener simultáneamente.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E0A16-5A72-45FD-9B1F-0BED218B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AC507-2A72-4873-B860-410CF769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C945F-5E72-41B6-8152-0E3777CE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DC529-0DEA-4F91-BA64-92BC782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27444-5056-4315-8A38-676A3477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05A12-F466-4601-94F1-164C865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B4B60-BA87-4556-B72B-23D111E3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C533A-3084-4FE9-8501-164135EA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41EB1-D78C-4D5B-B20B-29B7DB19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CD4AC-8F1D-4FF1-8C52-1BA04D76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05242-01F3-48EF-9AEE-F96AC48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7BFAA-9599-437E-8F77-B3F67639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564532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F2E69-63BE-4EFC-B4AA-9F09A0C7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AD964-2164-49E4-81E5-45333F5C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D0189-E4F7-4EBE-93A6-3E6417C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EEDD0-E775-475E-9870-F8C7A41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881AD-05F6-4F58-87A1-57DC5782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F0F72-E229-47EA-A965-0365D016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95CC0-2013-4BB8-8066-B8DE2A8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AE786-5778-40AF-9A49-3BCB4F7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población y denominador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E3EF2-E7B4-49B1-B63F-2A1821B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E5E84-A4D2-43DB-9F2D-C4F5CD6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B3089-0CA5-40C8-8782-D2BC9A32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trabaja con exclusiones reales de las entregas y muestra cómo unidad, período y denominador cambian la afirmación sin alterar el archivo de 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7E0C4-6570-421A-A0A0-D057CED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EF13C-3C32-446A-AAAA-85AAA26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B443F-A6D9-4D25-A3D0-8179100A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B007D-2113-4A20-8FF4-BFD21947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C10B5-F8F2-4780-955C-569D6B5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327D0-20E9-4F45-A383-A50CDBDE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468947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9C634-7A68-40B7-83BF-0E35C7D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3D56-0162-46E1-8858-16F68C4A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1C0A-E470-454B-8674-660B245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3D4A6-A340-40F6-A2EF-C5D1EDF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EAE24-B3FE-4D32-8C3C-1D99987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0F9E7-5D34-4E1C-BC63-6A8C935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D5E6B-C33B-4242-8E52-B6F416CF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BC824-9A90-4FF9-BFD0-E654DFEE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Autopsia de procedencia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83417-D514-4026-AB54-CD8571DD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11291-22BE-48A8-87A2-6FD82074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BBA68-48A8-4A73-B80F-C975CA68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reconstruye entidad, actividad y agente desde el episodio hasta el tablero. Marca limpieza, agregación, selección, pérdida de granularidad y momento de conocimiento.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38C25-2C50-4301-97D5-55AA63F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ADFA7-E327-4011-A182-987F18EB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B83B8-89E5-4459-8DF6-4FB0F43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6B96B-6D8F-495D-99F6-6077E8D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60759-CBE0-47A6-9C23-99FCDC5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303E6-F61A-4E3B-AD32-05E201F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10EEF-983E-4A78-B703-94E0510E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CBE3D-1358-467E-9F67-9AD8B945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C889D-2EF2-4263-87EB-02251F2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EC1B5-9FB9-4F69-81E9-2DC37CA0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8636C-FB43-4E13-A56C-B52A492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E8B11-224B-4F58-84BE-D73CD0A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805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206C6-BCFC-420E-B092-A0DE8650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C99C7-B836-4405-88A9-8CB6FDEF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82FA9-1315-4830-86EB-EC591DAC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3741D-F94A-4F74-8FDF-B3CF98F5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255C-9665-45B5-B51E-263588E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A6DC3-A3FA-42F4-9F29-67EC5BAB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A7820-DC61-4013-A459-285D6FB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31709-9DF7-4209-87FD-F4AD44D5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39262-CD5F-41FA-ADD5-1ADF3D4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0149C-3F56-4FFB-AF5B-159FC0A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3411-413E-4698-B546-1331E90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DDEF5-F50D-4D7A-9EE5-098353F0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AE50F-DC66-414F-91D2-AA8C80AD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sensibilidad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F9D21-A177-4727-8B7C-9F8F6021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entregan dos fuentes incompatibles. El equipo no puede descartar ninguna por autoridad. Debe proponer explicaciones de la diferencia y evidencia que permita distinguir error, población, tiempo o significado.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3D3E2-1D94-4AA7-941F-AC97451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ACC7E-5B87-48B2-A688-0E68FB7E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793077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DD3ED-BDC2-4C19-B47F-AB5057B3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69900-E22A-4547-AA4B-9677C41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4BB5D-C942-4247-AB79-98B0FCF4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A59BC-622A-42CF-8D79-1B3480FA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B84C8-71A9-41F8-B65A-AF6A36D1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82799-0974-46B9-8287-0B4636E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EB71C-EDFC-4C10-8F96-AEA56613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F339E-9216-4E32-ACB6-C018A35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sensibilidad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4F8C7-9013-47A1-95F9-DD0E574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1FC1C-D4A5-4A1C-9E82-29F5A65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9A374-8650-4C38-B405-CA1D4939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33067-DAD9-414C-84CB-0F8A422E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8C96F-CE64-4F6E-B5EC-7DE0B9C0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El docente cambia una exclusión, un umbral o el denominador. El equipo recalifica la fuerza de la afirmación y registra si la decisión se mantiene, se reduce o queda vedada.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00B7F-714D-4FB2-87D9-BE3639CE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98278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206DD-0F1F-4213-9584-BE100F5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37340-60C9-4ED0-AAFC-CCC175D6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D4D15-67B4-4879-AE80-237569E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4B5C7-B60E-4B85-8E99-0F7F486D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44BF9-AB0C-4184-BFFB-DD01EEBF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68432-9F3A-459F-BB5E-9ACE0118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A7D6C-F7C0-4E73-A766-293AF2C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EF334-507A-4757-958C-1E363C9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puertas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C5127-8738-4F8D-8776-3C28FD3A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1FBE9-0B02-4B3F-A332-EB922D7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EA91D-2DB8-4FB5-BAE8-CA7AAB8F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evalúa el expediente para autorizar observación, piloto o compromiso irreversible. Debe indicar evidencia suficiente, riesgo residual y señal de revisión para cada puerta.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2E7D0-F64D-43DB-B94C-80E2A589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BFF2F-9E3B-43BD-932A-F31EF7B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B2ADC-FEE4-4FAC-B189-2B4ABB91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67DC5-359F-44C1-8419-416CCA5D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94E62-2944-45CF-A556-BAE04E3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65BC4-C3D5-4BCF-9E86-A94E8221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DE5AD-0767-41A9-BCA9-39CDA04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113F3-CCE2-442B-B144-4AD225C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0311E-7E46-4C86-955C-0FA4776F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2A9D5-5F56-490F-B38C-82B78279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113EF-74C4-4DD0-88DE-BA068A2F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7FE88-59B5-4CE9-832C-3618A8C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513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E02C1-B46F-4026-82C4-63225D9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CCDE6-BF06-4799-9C68-8EE6EB41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5FD62-1520-4DEC-ACF4-4FAF936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7B027-C551-432F-90CE-B483D9E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4584E-2B27-4EC0-BEE0-C76BAD3D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2C3A7-ACB9-42B6-9BA8-493CB6B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35DB7-4802-4B5A-A16C-938B88E5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9D6C7-519C-4FE3-B2A1-5A65AA4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D4E93-B4DD-4362-A46C-E75C93A1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7A0BB-D2A3-42E7-BD11-8B9627E1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54F02-33E9-4F08-BBC9-FCA247AB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evento, estado o autoridad debería existir para mejorar la evidencia, preparando N12.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AEE5-4560-4BB6-B135-B431BA31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BEC42-786E-4E9D-AA8B-365FEC2D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69D21-2AA4-460D-953E-A26F580C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3E2B8-65AA-45FC-B08C-4DD94C10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0D2D4-7EB6-4999-B781-19149133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C8A70-5C1D-42D3-8BFB-284951E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DB2EC-8711-4322-9814-44367FE6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896DC-1527-4DDE-98DF-39338AB8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2E2A3-08CB-4A8F-9C83-30DF213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30931-B1D1-4872-9002-9D3AFDF8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A39F0-CF56-415C-9292-9D4AA307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A9FB0-41A5-4BD7-B61C-D043F0F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48987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5F6F6-D192-4E73-8203-235FFD0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43EFA-2642-4B7D-8C98-16030AE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E2D1-3B80-4FED-868C-1245F56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BA3A4-4CC3-4533-A44C-14BA381C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05CD8-2F45-4903-8F00-6AF3AF27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C29B1-79FE-416C-8DF7-EE2A5196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80ACB-80C6-4AC3-929C-FC72C574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199D4-C248-42B6-ADFE-1FDEB631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4FB0A-83DC-4F13-9C8F-EDE3089D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BA50B-4318-4CF9-B87A-0C82E9D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DB51B-6C78-46E2-860C-FFEAAF56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684-AA7E-4BE6-A298-5F106ACC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5DEFD-755B-4BA0-A88D-A4EDF3CF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91929-AFED-4214-8CB4-D170B563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286E7-7C96-4B93-9443-90EBCD4E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sostén de una afirmación de HH-11 con procedencia, incertidumbre, sensibilidad y una puerta de decisión proporcional.</a:t>
            </a:r>
          </a:p>
        </p:txBody>
      </p:sp>
    </p:spTree>
    <p:extLst>
      <p:ext uri="{BB962C8B-B14F-4D97-AF65-F5344CB8AC3E}">
        <p14:creationId xmlns:p14="http://schemas.microsoft.com/office/powerpoint/2010/main" val="1188033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2026-09-15T15:46:57.4300000Z</dcterms:created>
  <dcterms:modified xsi:type="dcterms:W3CDTF">2026-09-15T15:46:57.4300000Z</dcterms:modified>
</coreProperties>
</file>