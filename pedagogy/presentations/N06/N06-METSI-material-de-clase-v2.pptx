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54c1a70c6c24c0a" /><Relationship Type="http://schemas.openxmlformats.org/officeDocument/2006/relationships/extended-properties" Target="/docProps/app.xml" Id="R63a528f376904c6c" /><Relationship Type="http://schemas.openxmlformats.org/officeDocument/2006/relationships/officeDocument" Target="/ppt/presentation.xml" Id="Rdccad5104f8f41a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5cfb0888c6f41a4"/>
  </p:sldMasterIdLst>
  <p:notesMasterIdLst>
    <p:notesMasterId xmlns:r="http://schemas.openxmlformats.org/officeDocument/2006/relationships" r:id="R25e00842f35f4ac5"/>
  </p:notesMasterIdLst>
  <p:sldIdLst>
    <p:sldId xmlns:r="http://schemas.openxmlformats.org/officeDocument/2006/relationships" id="256" r:id="R258a730436d14e4f"/>
    <p:sldId xmlns:r="http://schemas.openxmlformats.org/officeDocument/2006/relationships" id="257" r:id="Rac856743cd4f438d"/>
    <p:sldId xmlns:r="http://schemas.openxmlformats.org/officeDocument/2006/relationships" id="258" r:id="R340de2bfc6414b16"/>
    <p:sldId xmlns:r="http://schemas.openxmlformats.org/officeDocument/2006/relationships" id="259" r:id="Ree5c2db1a0c34ee5"/>
    <p:sldId xmlns:r="http://schemas.openxmlformats.org/officeDocument/2006/relationships" id="260" r:id="Re87acdd09d82445b"/>
    <p:sldId xmlns:r="http://schemas.openxmlformats.org/officeDocument/2006/relationships" id="261" r:id="Re37a96448c7d44f2"/>
    <p:sldId xmlns:r="http://schemas.openxmlformats.org/officeDocument/2006/relationships" id="262" r:id="R3959ae4313f14866"/>
    <p:sldId xmlns:r="http://schemas.openxmlformats.org/officeDocument/2006/relationships" id="263" r:id="R39898785384543f8"/>
    <p:sldId xmlns:r="http://schemas.openxmlformats.org/officeDocument/2006/relationships" id="264" r:id="R457ddc27bc11451a"/>
    <p:sldId xmlns:r="http://schemas.openxmlformats.org/officeDocument/2006/relationships" id="265" r:id="R119b5fcf3a354a9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486be19a7e943a0" /><Relationship Type="http://schemas.openxmlformats.org/officeDocument/2006/relationships/slideMaster" Target="/ppt/slideMasters/slideMaster1.xml" Id="R75cfb0888c6f41a4" /><Relationship Type="http://schemas.openxmlformats.org/officeDocument/2006/relationships/notesMaster" Target="/ppt/notesMasters/notesMaster1.xml" Id="R25e00842f35f4ac5" /><Relationship Type="http://schemas.openxmlformats.org/officeDocument/2006/relationships/presProps" Target="/ppt/presProps.xml" Id="R534954cf6c064961" /><Relationship Type="http://schemas.openxmlformats.org/officeDocument/2006/relationships/tableStyles" Target="/ppt/tableStyles.xml" Id="Rc486c279caf64d57" /><Relationship Type="http://schemas.openxmlformats.org/officeDocument/2006/relationships/slide" Target="/ppt/slides/slide1.xml" Id="R258a730436d14e4f" /><Relationship Type="http://schemas.openxmlformats.org/officeDocument/2006/relationships/slide" Target="/ppt/slides/slide2.xml" Id="Rac856743cd4f438d" /><Relationship Type="http://schemas.openxmlformats.org/officeDocument/2006/relationships/slide" Target="/ppt/slides/slide3.xml" Id="R340de2bfc6414b16" /><Relationship Type="http://schemas.openxmlformats.org/officeDocument/2006/relationships/slide" Target="/ppt/slides/slide4.xml" Id="Ree5c2db1a0c34ee5" /><Relationship Type="http://schemas.openxmlformats.org/officeDocument/2006/relationships/slide" Target="/ppt/slides/slide5.xml" Id="Re87acdd09d82445b" /><Relationship Type="http://schemas.openxmlformats.org/officeDocument/2006/relationships/slide" Target="/ppt/slides/slide6.xml" Id="Re37a96448c7d44f2" /><Relationship Type="http://schemas.openxmlformats.org/officeDocument/2006/relationships/slide" Target="/ppt/slides/slide7.xml" Id="R3959ae4313f14866" /><Relationship Type="http://schemas.openxmlformats.org/officeDocument/2006/relationships/slide" Target="/ppt/slides/slide8.xml" Id="R39898785384543f8" /><Relationship Type="http://schemas.openxmlformats.org/officeDocument/2006/relationships/slide" Target="/ppt/slides/slide9.xml" Id="R457ddc27bc11451a" /><Relationship Type="http://schemas.openxmlformats.org/officeDocument/2006/relationships/slide" Target="/ppt/slides/slide10.xml" Id="R119b5fcf3a354a9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1f6103f84ad473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b1f1e4c1ac9408a" /><Relationship Type="http://schemas.openxmlformats.org/officeDocument/2006/relationships/notesMaster" Target="/ppt/notesMasters/notesMaster1.xml" Id="R7df895bf2b5e4ea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cee4750af99410d" /><Relationship Type="http://schemas.openxmlformats.org/officeDocument/2006/relationships/notesMaster" Target="/ppt/notesMasters/notesMaster1.xml" Id="R4b54e5ffd48d48f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af1e715d4fc4cec" /><Relationship Type="http://schemas.openxmlformats.org/officeDocument/2006/relationships/notesMaster" Target="/ppt/notesMasters/notesMaster1.xml" Id="Raab5f66258c242b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5887e29753d4995" /><Relationship Type="http://schemas.openxmlformats.org/officeDocument/2006/relationships/notesMaster" Target="/ppt/notesMasters/notesMaster1.xml" Id="R3f6f62e784e3486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73028bea34e4ac5" /><Relationship Type="http://schemas.openxmlformats.org/officeDocument/2006/relationships/notesMaster" Target="/ppt/notesMasters/notesMaster1.xml" Id="Rc016dde5e6a54db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e0d2c49ab314283" /><Relationship Type="http://schemas.openxmlformats.org/officeDocument/2006/relationships/notesMaster" Target="/ppt/notesMasters/notesMaster1.xml" Id="Rf88e0020723e43b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eaa7aa901904ae2" /><Relationship Type="http://schemas.openxmlformats.org/officeDocument/2006/relationships/notesMaster" Target="/ppt/notesMasters/notesMaster1.xml" Id="R4f0c8b4002834b6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9e52ec7eccf46ee" /><Relationship Type="http://schemas.openxmlformats.org/officeDocument/2006/relationships/notesMaster" Target="/ppt/notesMasters/notesMaster1.xml" Id="R97f765f3607b40f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9b2ea17045a4a54" /><Relationship Type="http://schemas.openxmlformats.org/officeDocument/2006/relationships/notesMaster" Target="/ppt/notesMasters/notesMaster1.xml" Id="R1d2aa94603b2469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36718cbd2e34afe" /><Relationship Type="http://schemas.openxmlformats.org/officeDocument/2006/relationships/notesMaster" Target="/ppt/notesMasters/notesMaster1.xml" Id="R1a549b25f3d34b1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Pregunta profesional de N06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Pedir qué conviene aprender antes de firmar.</a:t>
            </a:r>
          </a:p>
          <a:p xmlns:a="http://schemas.openxmlformats.org/drawingml/2006/main">
            <a:r>
              <a:t>Señal para avanzar: Cada respuesta nombra una decisión.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decisión cambiaría esta respuesta?</a:t>
            </a:r>
          </a:p>
          <a:p xmlns:a="http://schemas.openxmlformats.org/drawingml/2006/main">
            <a:r>
              <a:t>• ¿Qué error comparte esta fuente con la anterior?</a:t>
            </a:r>
          </a:p>
          <a:p xmlns:a="http://schemas.openxmlformats.org/drawingml/2006/main">
            <a:r>
              <a:t>• ¿Qué método más barato podría descartar una opción?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cartera priorizada de discovery para HH-06 con evidencia mínima, dependencias, criterios de parada y riesgo residual explícito.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Seis tipos de incertidumbre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Clasificar casos reales, no memorizar definiciones.</a:t>
            </a:r>
          </a:p>
          <a:p xmlns:a="http://schemas.openxmlformats.org/drawingml/2006/main">
            <a:r>
              <a:t>Señal para avanzar: Se distinguen incertidumbres con evidencia diferente.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error comparte esta fuente con la anterior?</a:t>
            </a:r>
          </a:p>
          <a:p xmlns:a="http://schemas.openxmlformats.org/drawingml/2006/main">
            <a:r>
              <a:t>• ¿Qué método más barato podría descartar una opción?</a:t>
            </a:r>
          </a:p>
          <a:p xmlns:a="http://schemas.openxmlformats.org/drawingml/2006/main">
            <a:r>
              <a:t>• ¿Qué compromiso sería difícil de revertir?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cartera priorizada de discovery para HH-06 con evidencia mínima, dependencias, criterios de parada y riesgo residual explícito.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Preguntas sin consecuencia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Eliminar las que no cambian alternativas o compromisos.</a:t>
            </a:r>
          </a:p>
          <a:p xmlns:a="http://schemas.openxmlformats.org/drawingml/2006/main">
            <a:r>
              <a:t>Señal para avanzar: La cartera se acorta y gana propósito.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método más barato podría descartar una opción?</a:t>
            </a:r>
          </a:p>
          <a:p xmlns:a="http://schemas.openxmlformats.org/drawingml/2006/main">
            <a:r>
              <a:t>• ¿Qué compromiso sería difícil de revertir?</a:t>
            </a:r>
          </a:p>
          <a:p xmlns:a="http://schemas.openxmlformats.org/drawingml/2006/main">
            <a:r>
              <a:t>• ¿Cuánto cuesta aprender y cuánto cuesta equivocarse?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cartera priorizada de discovery para HH-06 con evidencia mínima, dependencias, criterios de parada y riesgo residual explícito.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Valor de información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Comparar costo de aprender, costo de error y costo de demora.</a:t>
            </a:r>
          </a:p>
          <a:p xmlns:a="http://schemas.openxmlformats.org/drawingml/2006/main">
            <a:r>
              <a:t>Señal para avanzar: Los equipos justifican prioridad, no sólo urgencia.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compromiso sería difícil de revertir?</a:t>
            </a:r>
          </a:p>
          <a:p xmlns:a="http://schemas.openxmlformats.org/drawingml/2006/main">
            <a:r>
              <a:t>• ¿Cuánto cuesta aprender y cuánto cuesta equivocarse?</a:t>
            </a:r>
          </a:p>
          <a:p xmlns:a="http://schemas.openxmlformats.org/drawingml/2006/main">
            <a:r>
              <a:t>• ¿Qué incertidumbre puede permanecer abierta durante el piloto?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cartera priorizada de discovery para HH-06 con evidencia mínima, dependencias, criterios de parada y riesgo residual explícito.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Mercado de métodos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Exigir error esperado y variación de muestra.</a:t>
            </a:r>
          </a:p>
          <a:p xmlns:a="http://schemas.openxmlformats.org/drawingml/2006/main">
            <a:r>
              <a:t>Señal para avanzar: Cada compra puede discriminar alternativas.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¿Cuánto cuesta aprender y cuánto cuesta equivocarse?</a:t>
            </a:r>
          </a:p>
          <a:p xmlns:a="http://schemas.openxmlformats.org/drawingml/2006/main">
            <a:r>
              <a:t>• ¿Qué incertidumbre puede permanecer abierta durante el piloto?</a:t>
            </a:r>
          </a:p>
          <a:p xmlns:a="http://schemas.openxmlformats.org/drawingml/2006/main">
            <a:r>
              <a:t>• ¿Qué evidencia sería suficiente para no firmar?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cartera priorizada de discovery para HH-06 con evidencia mínima, dependencias, criterios de parada y riesgo residual explícito.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Escalera de compromisos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Preguntar qué opción se pierde en cada paso.</a:t>
            </a:r>
          </a:p>
          <a:p xmlns:a="http://schemas.openxmlformats.org/drawingml/2006/main">
            <a:r>
              <a:t>Señal para avanzar: La secuencia preserva reversibilidad.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incertidumbre puede permanecer abierta durante el piloto?</a:t>
            </a:r>
          </a:p>
          <a:p xmlns:a="http://schemas.openxmlformats.org/drawingml/2006/main">
            <a:r>
              <a:t>• ¿Qué evidencia sería suficiente para no firmar?</a:t>
            </a:r>
          </a:p>
          <a:p xmlns:a="http://schemas.openxmlformats.org/drawingml/2006/main">
            <a:r>
              <a:t>• ¿Qué decisión cambiaría esta respuesta?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cartera priorizada de discovery para HH-06 con evidencia mínima, dependencias, criterios de parada y riesgo residual explícito.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Evento de perturbación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No sugerir respuesta. Cambiar una condición decisional.</a:t>
            </a:r>
          </a:p>
          <a:p xmlns:a="http://schemas.openxmlformats.org/drawingml/2006/main">
            <a:r>
              <a:t>Señal para avanzar: El equipo revisa cartera o acepta riesgo explícito.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evidencia sería suficiente para no firmar?</a:t>
            </a:r>
          </a:p>
          <a:p xmlns:a="http://schemas.openxmlformats.org/drawingml/2006/main">
            <a:r>
              <a:t>• ¿Qué decisión cambiaría esta respuesta?</a:t>
            </a:r>
          </a:p>
          <a:p xmlns:a="http://schemas.openxmlformats.org/drawingml/2006/main">
            <a:r>
              <a:t>• ¿Qué error comparte esta fuente con la anterior?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cartera priorizada de discovery para HH-06 con evidencia mínima, dependencias, criterios de parada y riesgo residual explícito.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Criterios de parada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Distinguir evidencia suficiente de certeza total.</a:t>
            </a:r>
          </a:p>
          <a:p xmlns:a="http://schemas.openxmlformats.org/drawingml/2006/main">
            <a:r>
              <a:t>Señal para avanzar: Se puede actuar o detener con fundamento.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decisión cambiaría esta respuesta?</a:t>
            </a:r>
          </a:p>
          <a:p xmlns:a="http://schemas.openxmlformats.org/drawingml/2006/main">
            <a:r>
              <a:t>• ¿Qué error comparte esta fuente con la anterior?</a:t>
            </a:r>
          </a:p>
          <a:p xmlns:a="http://schemas.openxmlformats.org/drawingml/2006/main">
            <a:r>
              <a:t>• ¿Qué método más barato podría descartar una opción?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cartera priorizada de discovery para HH-06 con evidencia mínima, dependencias, criterios de parada y riesgo residual explícito.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Riesgo residual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Pedir responsable, señal y tratamiento posterior.</a:t>
            </a:r>
          </a:p>
          <a:p xmlns:a="http://schemas.openxmlformats.org/drawingml/2006/main">
            <a:r>
              <a:t>Señal para avanzar: Lo abierto queda gobernado.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error comparte esta fuente con la anterior?</a:t>
            </a:r>
          </a:p>
          <a:p xmlns:a="http://schemas.openxmlformats.org/drawingml/2006/main">
            <a:r>
              <a:t>• ¿Qué método más barato podría descartar una opción?</a:t>
            </a:r>
          </a:p>
          <a:p xmlns:a="http://schemas.openxmlformats.org/drawingml/2006/main">
            <a:r>
              <a:t>• ¿Qué compromiso sería difícil de revertir?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cartera priorizada de discovery para HH-06 con evidencia mínima, dependencias, criterios de parada y riesgo residual explícito.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Puente a N07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Transformar la incertidumbre prioritaria en pregunta no inductiva.</a:t>
            </a:r>
          </a:p>
          <a:p xmlns:a="http://schemas.openxmlformats.org/drawingml/2006/main">
            <a:r>
              <a:t>Señal para avanzar: La pregunta abre un episodio.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método más barato podría descartar una opción?</a:t>
            </a:r>
          </a:p>
          <a:p xmlns:a="http://schemas.openxmlformats.org/drawingml/2006/main">
            <a:r>
              <a:t>• ¿Qué compromiso sería difícil de revertir?</a:t>
            </a:r>
          </a:p>
          <a:p xmlns:a="http://schemas.openxmlformats.org/drawingml/2006/main">
            <a:r>
              <a:t>• ¿Cuánto cuesta aprender y cuánto cuesta equivocarse?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cartera priorizada de discovery para HH-06 con evidencia mínima, dependencias, criterios de parada y riesgo residual explícito.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40f0d511b4487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21f51f4d62b40b4" /><Relationship Type="http://schemas.openxmlformats.org/officeDocument/2006/relationships/slideLayout" Target="/ppt/slideLayouts/slideLayout1.xml" Id="Rdf315a336e1a4f0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315a336e1a4f0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86129ab0e64959" /><Relationship Type="http://schemas.openxmlformats.org/officeDocument/2006/relationships/notesSlide" Target="/ppt/notesSlides/notesSlide1.xml" Id="Rdcfc51d6675146f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99d7f63d4e43e0" /><Relationship Type="http://schemas.openxmlformats.org/officeDocument/2006/relationships/notesSlide" Target="/ppt/notesSlides/notesSlide2.xml" Id="R41febcd180d3465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4b36660e6444bd" /><Relationship Type="http://schemas.openxmlformats.org/officeDocument/2006/relationships/notesSlide" Target="/ppt/notesSlides/notesSlide3.xml" Id="R9e9e4e74e2c84ef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01185256af432c" /><Relationship Type="http://schemas.openxmlformats.org/officeDocument/2006/relationships/notesSlide" Target="/ppt/notesSlides/notesSlide4.xml" Id="R8509ea17c2f1498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ad5de3d5694a1e" /><Relationship Type="http://schemas.openxmlformats.org/officeDocument/2006/relationships/notesSlide" Target="/ppt/notesSlides/notesSlide5.xml" Id="Rb733ecd7420c4bf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dedb9ed5b44ba3" /><Relationship Type="http://schemas.openxmlformats.org/officeDocument/2006/relationships/notesSlide" Target="/ppt/notesSlides/notesSlide6.xml" Id="R57d47604382a488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f16db70dae46b3" /><Relationship Type="http://schemas.openxmlformats.org/officeDocument/2006/relationships/notesSlide" Target="/ppt/notesSlides/notesSlide7.xml" Id="Reb68dff668dd4fa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94d582579645a9" /><Relationship Type="http://schemas.openxmlformats.org/officeDocument/2006/relationships/notesSlide" Target="/ppt/notesSlides/notesSlide8.xml" Id="Rc04fb61e940a4ed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2321a639584fe5" /><Relationship Type="http://schemas.openxmlformats.org/officeDocument/2006/relationships/notesSlide" Target="/ppt/notesSlides/notesSlide9.xml" Id="R4714e2cf526341b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62daf7e513492b" /><Relationship Type="http://schemas.openxmlformats.org/officeDocument/2006/relationships/notesSlide" Target="/ppt/notesSlides/notesSlide10.xml" Id="R65516f9bd354492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BFA740-CDF5-49B3-99F8-C78B09A3B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C6E53-A69D-4D72-9EB1-58B28662F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BE8B2A-6EAE-4906-841B-194E9BF1D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731624-5312-412B-933F-08A8F8B52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D3FBD8-951B-4EA7-B1D4-524F0FEFE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542FC9-D5A9-475F-9777-62EFE8B9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D44B6B-408A-4347-A39E-70730EBE9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4FFC25-59C0-49B1-88F4-C6C8856FF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PREGUNTA PROFESIONAL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DB3CAB-02F7-4BE0-B341-223373878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9906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6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¿Qué conviene investigar primero cuando el tiempo es limitado, cada respuesta abre nuevas preguntas y la organización necesita actuar?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C6DEFB-E15F-40CB-9254-C975B1E2C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D0B0B7-3433-44F5-ABD1-73CA8EBF7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866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6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Respondé antes de explicar. La primera posición queda registrada para revisarla al cierre.</a:t>
            </a:r>
          </a:p>
        </p:txBody>
      </p:sp>
    </p:spTree>
    <p:extLst>
      <p:ext uri="{BB962C8B-B14F-4D97-AF65-F5344CB8AC3E}">
        <p14:creationId xmlns:p14="http://schemas.microsoft.com/office/powerpoint/2010/main" val="11822045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C5D134-D520-44DE-91EE-072E55FF7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1DC6EA-E262-41A1-92FB-501891C9B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FC6D97-47B7-49FA-9698-DEBC6E4FD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43EAA1-FF7B-4DFB-95DB-EAAE53168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5C2B7B-F3DB-47FC-878D-29533334E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BA2CFA-079E-4DBC-825C-531F93C81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8F6E72-7A7F-4C50-975F-0679DCA47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D3E710-DA8D-4A64-8BB6-5DA20E876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Seis tipos de incertidumbre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426C05-F047-4A81-82F2-79EDEFF53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86000"/>
            <a:ext cx="1076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FCB589-5591-46F6-9001-66433CA93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POSICIÓN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5DEEDA-B00C-4D65-A731-3F47A477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6230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69541B-E396-4967-BA82-58697B9DE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480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Tomá una posición antes de escuchar la explicación.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0CA16F-69AB-4730-BDC1-6436EAB59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667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RAZÓN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CAB58C-D404-4972-8BAD-C467BBB6C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16230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BF0421-7CC0-43A5-ADFA-EC0B92B04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4480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Dejala escrita en una frase verificable.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77BA89-8E25-4119-B995-2AFE72DD1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67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EVIDENCIA FALTANTE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D2C3DF-724D-487D-B302-3F44E3EBC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16230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A619CA-15BC-4F73-987A-9FDB6AF1C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4480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Dejala escrita en una frase verificable.</a:t>
            </a:r>
          </a:p>
        </p:txBody>
      </p:sp>
    </p:spTree>
    <p:extLst>
      <p:ext uri="{BB962C8B-B14F-4D97-AF65-F5344CB8AC3E}">
        <p14:creationId xmlns:p14="http://schemas.microsoft.com/office/powerpoint/2010/main" val="316861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C22538-15ED-47C4-9CD3-F04ED56D2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B62F06-421A-4EFE-86BA-68881B91B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79E49C-7B71-4023-9F47-5476EF966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87E5F4-D442-4B02-8612-AEDB277E7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0D4592-111C-4BC4-9F49-E8C6D2B24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8B3736-379D-4545-85AA-B17FF2561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12D8AB-9771-4E36-92DA-5C403FED6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7F0BD3-4CBE-4AD4-BAD7-6DFD0BC62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Preguntas sin consecuencia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97D58C-FB7A-43DF-A0A9-2D83ECD5F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4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0283CB-AC4E-49F4-8C3A-CE3D4867D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AD3198-9715-44F0-9C60-C6FDD00A5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718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Primera lectura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2C6A92-1F28-4178-832A-6B814C11E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672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cambia si esta distinción se formula de otro modo?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34DEEB-9FB2-4929-BE1B-00A16907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4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1D3C33-AD1B-4A42-9BC4-B17E9A865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241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3CBB4C-83C2-4221-B689-7E920FA97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718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Tensión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2FE22A-4FEF-439C-A07F-7E9CE868A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2672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cambia si esta distinción se formula de otro modo?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25FA46-A95E-4AF3-B44C-BB016FAC4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4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0A20B4-5036-4828-B27C-1DC4B2BFE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7241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B5E359-6CE7-4D70-9A9D-399A2CB33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718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Decisión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BFE066-5409-49C0-A148-AF0F1FBB9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2672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cambia si esta distinción se formula de otro modo?</a:t>
            </a:r>
          </a:p>
        </p:txBody>
      </p:sp>
    </p:spTree>
    <p:extLst>
      <p:ext uri="{BB962C8B-B14F-4D97-AF65-F5344CB8AC3E}">
        <p14:creationId xmlns:p14="http://schemas.microsoft.com/office/powerpoint/2010/main" val="3391766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AFC447-2990-4F57-9A3B-82CD20536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3471A0-C2C0-4933-8159-F3D06951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162A32-E136-44C7-AC64-0008ED678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E00A91-D17D-44AC-9389-73CD7BEDE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D378A8-D36B-459D-9254-41C1AE087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CF999B-6DDE-4A0D-89BE-A299DC7F8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24AC7C-C87D-460A-8015-597384280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CBAF13-7B35-4299-9151-9B18AB9C5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Valor de información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9C7E6A-E944-4E1C-835A-E286B4A54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A15340-8062-4141-8974-CCAE2B5FF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7650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1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Primera evidencia o formulación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772AC9-1156-4BF2-B618-082343BCF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52650"/>
            <a:ext cx="19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DD86BE-AD06-4310-A038-FD33BA942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B4A5AD-E30E-4527-8B65-67692A54F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7650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1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o formulación contrastante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F69524-B604-4AC5-922D-3317276B1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9575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5B5D59"/>
                </a:solidFill>
                <a:latin typeface="Didot"/>
                <a:ea typeface="Didot"/>
                <a:cs typeface="Didot"/>
              </a:defRPr>
            </a:pPr>
            <a:r>
              <a:rPr sz="2400" b="0" i="0">
                <a:solidFill>
                  <a:srgbClr val="5B5D59"/>
                </a:solidFill>
                <a:latin typeface="Didot"/>
                <a:ea typeface="Didot"/>
                <a:cs typeface="Didot"/>
              </a:rPr>
              <a:t>¿Qué diferencia modifica una decisión concreta?</a:t>
            </a:r>
          </a:p>
        </p:txBody>
      </p:sp>
    </p:spTree>
    <p:extLst>
      <p:ext uri="{BB962C8B-B14F-4D97-AF65-F5344CB8AC3E}">
        <p14:creationId xmlns:p14="http://schemas.microsoft.com/office/powerpoint/2010/main" val="21375871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F5A062-B22B-4B07-B0F4-79DBAA86B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2683E2-8025-4A0D-889E-0F0640219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A912FA-90BF-4B30-BC06-84F022F44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4D024F-99C9-4E97-AB1F-77C4350EB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E03747-D018-4325-9F21-CAE66DD6A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3EAD3C-7E96-4177-87F0-058EA796C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CE54A0-30AA-4462-9768-A804208B2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C0A091-BCDF-470F-B800-7DA4D95B6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Mercado de métodos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538AD3-3065-438E-ADD7-F4651C452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84D906-8370-4B18-82FA-04D48EBE9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526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se intenta sostener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BEC8E0-C3F0-4661-B183-EB3B166B1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479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7A16C7-E6A8-424C-8D98-10B584771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FA56B6-7F48-4600-A6C4-CE922D38C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099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evidencia existe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40A672-76CB-4599-9880-1E47095DA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38DEE4-4A97-4FF0-85F9-18FA1F103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052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BF313C-1A9F-4F4A-B2AA-08826EC29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671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falta distinguir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431462-4A06-4FB7-AFBC-6398BBC4B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624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BBBD87-C07B-44BD-8098-4BF9A56F3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12FB73-8E9A-4CAF-AFBB-D5DB27A9D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244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decisión cambia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E2DF9D-E2F2-44A0-A3A0-C93CCCCD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1970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5925487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67DAA0-A192-4949-B657-5457A385C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1723F4-6057-4E23-A3AF-74CB68A10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A455B3-976D-4DED-B8BF-65DBDE7E7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DEFBE7-70E4-45E0-8D95-4318A7B4D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4839B8-A585-460D-B28F-686BFE60B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F462C8-D05E-4C3E-922A-10C6F6E80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5A45DE-DF74-461A-A17A-0A83D8650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486355-1660-45A8-BC6E-A5517DF3B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Escalera de compromisos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EAEEC4-9DC4-4B98-A2AA-DB4AAE1EE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076325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4325F5-7C33-4BFC-A6AE-DED847DB0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TRABAJO DE EQUIPO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5FC411-FD80-4DD1-8FC4-812962193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7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Artefacto en construcción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DEF5C1-D500-495B-91FF-E4922C3E9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0"/>
            <a:ext cx="838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7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Dejen visible la hipótesis, la evidencia usada, la decisión que habilita y la condición que podría revisarla.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BDB413-B526-4FD2-81FB-357459F5F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57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0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TIEMPO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0F5270-5E7F-48B1-8863-5940AC58B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1190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906"/>
          </a:bodyPr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9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en pantalla</a:t>
            </a:r>
          </a:p>
        </p:txBody>
      </p:sp>
    </p:spTree>
    <p:extLst>
      <p:ext uri="{BB962C8B-B14F-4D97-AF65-F5344CB8AC3E}">
        <p14:creationId xmlns:p14="http://schemas.microsoft.com/office/powerpoint/2010/main" val="7963681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E484D0-B6FD-4B8E-8B89-F10F85FCE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2C30DB-4A22-4E10-8326-8EBA24E44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253566-40F3-4C9F-A2DC-FF966FB1D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0BA7D8-7FA8-45D6-ADC0-43C1A0E30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884584-21CA-4297-849A-9F8DA2B59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0687A1-3E49-4548-91E3-657D627D8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7587FB-0CDB-4C3B-929F-12C84433E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6413E2-1297-49C0-B901-26F85085B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Evento de perturbación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E2E978-47DA-4F84-8A3F-9F5349071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210"/>
          </a:bodyPr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40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NUEVA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862D73-4C97-4E55-AD5E-CC0C6EF20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0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680140-5727-41EF-B152-B465E906E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971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47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No la usen para defender la primera respuesta. Úsenla para localizar qué parte del razonamiento debe cambiar y qué parte todavía se sostiene.</a:t>
            </a:r>
          </a:p>
        </p:txBody>
      </p:sp>
    </p:spTree>
    <p:extLst>
      <p:ext uri="{BB962C8B-B14F-4D97-AF65-F5344CB8AC3E}">
        <p14:creationId xmlns:p14="http://schemas.microsoft.com/office/powerpoint/2010/main" val="620594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7251D1-6312-4670-B54F-4AACDBA63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B4939F-9D41-40B2-9A4E-CB422FA5C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E9DD17-8B65-4D36-B9A5-77FB540A8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3A57DB-574E-4A21-A1D6-DA8EDE573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EEDFE5-FE08-4676-8AD6-A9CFA866E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2EE27B-C0A1-423B-A80F-39B4ABF4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DD82AB-1848-4AB8-8264-09F764EAB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6A16EE-4ACE-4428-86B9-6B35BFC1B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Criterios de parada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3744A5-6D25-4656-9E00-8BA674D0A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F8218E-291A-4386-A5AE-81DA00EF1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181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Citar el punto observado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4743D6-AFC6-435B-9606-4142953CC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81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4678C8-087F-4B74-A98C-4D91914CD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238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181B45-AC3D-40D0-923B-5394973B8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181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Nombrar la relación débil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4C888B-705C-4979-9208-C9E5662EA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81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158E79-BE38-45BD-9BC5-A93D05593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62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62D13C-B748-4226-A98D-E5ECF35A0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05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Proponer una prueba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6EABA1-E47F-4257-A5A7-3681A2B50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05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D96B65-15A1-4DB9-AA9A-903A05026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762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E9A67C-B810-4C55-A301-D282E9043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705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Evitar resolver por el otro equipo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37913D-4B0D-439E-859D-B6FE5B0AF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505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84836511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5D0B32-FC83-462B-9660-7901F2738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DC6D7A-57B7-46B0-B18B-CDE67DF83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C739E7-D9DE-4197-94C7-EC8122185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535EFB-5B0C-48C0-BA58-257F92988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39A47F-FD67-4818-B34D-4753BB58F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600AB2-8961-4F62-86DC-00D0B6683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AE5FD4-DDCC-4213-8369-5597039B2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D91111-7259-44B5-A95B-B672C8C74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Riesgo residual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F1345E-E4E0-4D04-9C2C-3E0C624C4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B066EA-4136-4B5D-AF27-2C16B748B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0669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sostenemos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C01FE4-2E67-4C59-8DB7-F76864727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2669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F51E0C-9FB0-474A-BF86-7336411EF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36BEAA-ED5E-438E-AB06-5907D44D3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9432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evidencia usamos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41215E-5D72-436B-A2DE-C74F7AA67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1432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EA13DD-1CDE-4DC1-AD6F-1BB315C43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0AD4F1-12DD-476E-B242-14932CB8F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8195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decidimos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D7048D-1732-4A62-A3AD-C41080F37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0195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488462-4AAB-42D1-808C-773BA6176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A0B755-A281-4A38-A68B-66A009412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6958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podría hacernos revisar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162265-2CA9-4C69-974A-6B64E36C4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8958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02152834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86F93D-21DF-4DEB-BD2B-2E0CD9B56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6606A9-DDAF-4E17-913A-C5477FD93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AD467A-8E00-4BBE-9C5A-7981DA607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A30DD4-8C69-470B-8E59-3D28543A2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CIERRE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EAAA2E-38C0-4396-8EA7-4D96C6627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22C112-6E3A-48F3-A9E1-13F09CFE2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D4955D-CA47-4CE6-A73A-8116FDC6F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D9ACEC-FAC6-47D5-A4B7-24299FE7C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Puente a N07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39D787-7CD3-45C1-92FD-2BDF3F370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ANTES PENSABA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080B5C-6FA0-4AED-9D9A-3A7965C55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AHORA SOSTENGO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F53219-1751-4BBD-B761-639528538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TODAVÍA REVISARÍA 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BEA65F-37B2-4515-ADD8-387D1B339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D1E630-1A86-4199-B1F0-CEA4AAABF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F530F7-739E-472D-B39A-DF51C58A7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DAA7A0-D62B-4F3C-B4E4-9A58779C6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entrega una cartera priorizada de discovery para HH-06 con evidencia mínima, dependencias, criterios de parada y riesgo residual explícito.</a:t>
            </a:r>
          </a:p>
        </p:txBody>
      </p:sp>
    </p:spTree>
    <p:extLst>
      <p:ext uri="{BB962C8B-B14F-4D97-AF65-F5344CB8AC3E}">
        <p14:creationId xmlns:p14="http://schemas.microsoft.com/office/powerpoint/2010/main" val="12970638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2026-09-12T16:22:48.8530000Z</dcterms:created>
  <dcterms:modified xsi:type="dcterms:W3CDTF">2026-09-12T16:22:48.8530000Z</dcterms:modified>
</coreProperties>
</file>