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0cc29498fe4d40" /><Relationship Type="http://schemas.openxmlformats.org/officeDocument/2006/relationships/extended-properties" Target="/docProps/app.xml" Id="R3bdfa1ee46fd4e92" /><Relationship Type="http://schemas.openxmlformats.org/officeDocument/2006/relationships/officeDocument" Target="/ppt/presentation.xml" Id="R36877bb7dc8141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9c4109fdb542db"/>
  </p:sldMasterIdLst>
  <p:notesMasterIdLst>
    <p:notesMasterId xmlns:r="http://schemas.openxmlformats.org/officeDocument/2006/relationships" r:id="R3e6c3a2c029c4669"/>
  </p:notesMasterIdLst>
  <p:sldIdLst>
    <p:sldId xmlns:r="http://schemas.openxmlformats.org/officeDocument/2006/relationships" id="256" r:id="Rda3cfc39d4594727"/>
    <p:sldId xmlns:r="http://schemas.openxmlformats.org/officeDocument/2006/relationships" id="257" r:id="Rc10b9cf33571403a"/>
    <p:sldId xmlns:r="http://schemas.openxmlformats.org/officeDocument/2006/relationships" id="258" r:id="Rec672579cbf545d3"/>
    <p:sldId xmlns:r="http://schemas.openxmlformats.org/officeDocument/2006/relationships" id="259" r:id="Re29d0586bf1a45df"/>
    <p:sldId xmlns:r="http://schemas.openxmlformats.org/officeDocument/2006/relationships" id="260" r:id="Rd45dcf2f6c284ded"/>
    <p:sldId xmlns:r="http://schemas.openxmlformats.org/officeDocument/2006/relationships" id="261" r:id="Raed2be9fb9874e01"/>
    <p:sldId xmlns:r="http://schemas.openxmlformats.org/officeDocument/2006/relationships" id="262" r:id="R30dd4a798f0946f9"/>
    <p:sldId xmlns:r="http://schemas.openxmlformats.org/officeDocument/2006/relationships" id="263" r:id="Re08bca10477e4af3"/>
    <p:sldId xmlns:r="http://schemas.openxmlformats.org/officeDocument/2006/relationships" id="264" r:id="Ra44215e5150d4267"/>
    <p:sldId xmlns:r="http://schemas.openxmlformats.org/officeDocument/2006/relationships" id="265" r:id="Rec991407c0c140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d95022b6294b34" /><Relationship Type="http://schemas.openxmlformats.org/officeDocument/2006/relationships/slideMaster" Target="/ppt/slideMasters/slideMaster1.xml" Id="R119c4109fdb542db" /><Relationship Type="http://schemas.openxmlformats.org/officeDocument/2006/relationships/notesMaster" Target="/ppt/notesMasters/notesMaster1.xml" Id="R3e6c3a2c029c4669" /><Relationship Type="http://schemas.openxmlformats.org/officeDocument/2006/relationships/presProps" Target="/ppt/presProps.xml" Id="R53160f0b96b54658" /><Relationship Type="http://schemas.openxmlformats.org/officeDocument/2006/relationships/tableStyles" Target="/ppt/tableStyles.xml" Id="R597e1d034c254e80" /><Relationship Type="http://schemas.openxmlformats.org/officeDocument/2006/relationships/slide" Target="/ppt/slides/slide1.xml" Id="Rda3cfc39d4594727" /><Relationship Type="http://schemas.openxmlformats.org/officeDocument/2006/relationships/slide" Target="/ppt/slides/slide2.xml" Id="Rc10b9cf33571403a" /><Relationship Type="http://schemas.openxmlformats.org/officeDocument/2006/relationships/slide" Target="/ppt/slides/slide3.xml" Id="Rec672579cbf545d3" /><Relationship Type="http://schemas.openxmlformats.org/officeDocument/2006/relationships/slide" Target="/ppt/slides/slide4.xml" Id="Re29d0586bf1a45df" /><Relationship Type="http://schemas.openxmlformats.org/officeDocument/2006/relationships/slide" Target="/ppt/slides/slide5.xml" Id="Rd45dcf2f6c284ded" /><Relationship Type="http://schemas.openxmlformats.org/officeDocument/2006/relationships/slide" Target="/ppt/slides/slide6.xml" Id="Raed2be9fb9874e01" /><Relationship Type="http://schemas.openxmlformats.org/officeDocument/2006/relationships/slide" Target="/ppt/slides/slide7.xml" Id="R30dd4a798f0946f9" /><Relationship Type="http://schemas.openxmlformats.org/officeDocument/2006/relationships/slide" Target="/ppt/slides/slide8.xml" Id="Re08bca10477e4af3" /><Relationship Type="http://schemas.openxmlformats.org/officeDocument/2006/relationships/slide" Target="/ppt/slides/slide9.xml" Id="Ra44215e5150d4267" /><Relationship Type="http://schemas.openxmlformats.org/officeDocument/2006/relationships/slide" Target="/ppt/slides/slide10.xml" Id="Rec991407c0c140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f024e5321648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4bd136999a4c1a" /><Relationship Type="http://schemas.openxmlformats.org/officeDocument/2006/relationships/notesMaster" Target="/ppt/notesMasters/notesMaster1.xml" Id="Raf5304d3ac6343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c896b909c24ef7" /><Relationship Type="http://schemas.openxmlformats.org/officeDocument/2006/relationships/notesMaster" Target="/ppt/notesMasters/notesMaster1.xml" Id="R465f3c3db8b04b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ef397321c246e9" /><Relationship Type="http://schemas.openxmlformats.org/officeDocument/2006/relationships/notesMaster" Target="/ppt/notesMasters/notesMaster1.xml" Id="Ree37bbd415024c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e7164132bd44ec" /><Relationship Type="http://schemas.openxmlformats.org/officeDocument/2006/relationships/notesMaster" Target="/ppt/notesMasters/notesMaster1.xml" Id="Rf851f04392cd46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c8e2d82eea4136" /><Relationship Type="http://schemas.openxmlformats.org/officeDocument/2006/relationships/notesMaster" Target="/ppt/notesMasters/notesMaster1.xml" Id="R711e945c2ae947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9adb8726f047bb" /><Relationship Type="http://schemas.openxmlformats.org/officeDocument/2006/relationships/notesMaster" Target="/ppt/notesMasters/notesMaster1.xml" Id="R460a936ac26641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b9b5b7837d4753" /><Relationship Type="http://schemas.openxmlformats.org/officeDocument/2006/relationships/notesMaster" Target="/ppt/notesMasters/notesMaster1.xml" Id="R4a7edcbd37194d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1b4daeded44123" /><Relationship Type="http://schemas.openxmlformats.org/officeDocument/2006/relationships/notesMaster" Target="/ppt/notesMasters/notesMaster1.xml" Id="Rf72fa6b1ce5c40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c3c45505a1445a" /><Relationship Type="http://schemas.openxmlformats.org/officeDocument/2006/relationships/notesMaster" Target="/ppt/notesMasters/notesMaster1.xml" Id="R375cd950b11f4f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35e7c0b28b43af" /><Relationship Type="http://schemas.openxmlformats.org/officeDocument/2006/relationships/notesMaster" Target="/ppt/notesMasters/notesMaster1.xml" Id="R7861c17196f541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qué conviene aprender antes de firmar.</a:t>
            </a:r>
          </a:p>
          <a:p xmlns:a="http://schemas.openxmlformats.org/drawingml/2006/main">
            <a:r>
              <a:t>Señal para avanzar: Cada respuesta nombra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investigación capaz de reducir incertidumbre antes de un compromiso relevante de HH-06.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cambiaría esta respuesta?</a:t>
            </a:r>
          </a:p>
          <a:p xmlns:a="http://schemas.openxmlformats.org/drawingml/2006/main">
            <a:r>
              <a:t>• ¿Qué error comparte esta fuente con la anterior?</a:t>
            </a:r>
          </a:p>
          <a:p xmlns:a="http://schemas.openxmlformats.org/drawingml/2006/main">
            <a:r>
              <a:t>• ¿Qué método más barato podría descartar una opción?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Seis tipos de incertidumbre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Apuesta de incertidumbre · 10 minutos</a:t>
            </a:r>
          </a:p>
          <a:p xmlns:a="http://schemas.openxmlformats.org/drawingml/2006/main">
            <a:r>
              <a:t>Cada persona asigna diez fichas a las incertidumbres que considera más decisivas. Debe escribir qué decisión cambiaría cada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Clasificar casos reales, no memorizar definiciones.</a:t>
            </a:r>
          </a:p>
          <a:p xmlns:a="http://schemas.openxmlformats.org/drawingml/2006/main">
            <a:r>
              <a:t>Señal para avanzar: Se distinguen incertidumbres con evidencia diferente.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investigación capaz de reducir incertidumbre antes de un compromiso relevante de HH-06.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error comparte esta fuente con la anterior?</a:t>
            </a:r>
          </a:p>
          <a:p xmlns:a="http://schemas.openxmlformats.org/drawingml/2006/main">
            <a:r>
              <a:t>• ¿Qué método más barato podría descartar una opción?</a:t>
            </a:r>
          </a:p>
          <a:p xmlns:a="http://schemas.openxmlformats.org/drawingml/2006/main">
            <a:r>
              <a:t>• ¿Qué compromiso sería difícil de revertir?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Preguntas sin consecuencia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Diagnóstico de cartera · 15 minutos</a:t>
            </a:r>
          </a:p>
          <a:p xmlns:a="http://schemas.openxmlformats.org/drawingml/2006/main">
            <a:r>
              <a:t>Los equipos comparan apuestas y clasifican incertidumbre de problema, solución, ejecución, adopción, efectos o medición. Eliminan preguntas cuya respuesta no alteraría ninguna opción.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Eliminar las que no cambian alternativas o compromisos.</a:t>
            </a:r>
          </a:p>
          <a:p xmlns:a="http://schemas.openxmlformats.org/drawingml/2006/main">
            <a:r>
              <a:t>Señal para avanzar: La cartera se acorta y gana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investigación capaz de reducir incertidumbre antes de un compromiso relevante de HH-06.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método más barato podría descartar una opción?</a:t>
            </a:r>
          </a:p>
          <a:p xmlns:a="http://schemas.openxmlformats.org/drawingml/2006/main">
            <a:r>
              <a:t>• ¿Qué compromiso sería difícil de revertir?</a:t>
            </a:r>
          </a:p>
          <a:p xmlns:a="http://schemas.openxmlformats.org/drawingml/2006/main">
            <a:r>
              <a:t>• ¿Cuánto cuesta aprender y cuánto cuesta equivocarse?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Valor de información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valor de información · 11 minutos</a:t>
            </a:r>
          </a:p>
          <a:p xmlns:a="http://schemas.openxmlformats.org/drawingml/2006/main">
            <a:r>
              <a:t>El docente contrasta cantidad de datos, reducción de incertidumbre y valor decisional mediante ejemplos del grupo. Introduce costo de error, demora y reversibilidad.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costo de aprender, costo de error y costo de demora.</a:t>
            </a:r>
          </a:p>
          <a:p xmlns:a="http://schemas.openxmlformats.org/drawingml/2006/main">
            <a:r>
              <a:t>Señal para avanzar: Los equipos justifican prioridad, no sólo urgencia.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investigación capaz de reducir incertidumbre antes de un compromiso relevante de HH-06.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compromiso sería difícil de revertir?</a:t>
            </a:r>
          </a:p>
          <a:p xmlns:a="http://schemas.openxmlformats.org/drawingml/2006/main">
            <a:r>
              <a:t>• ¿Cuánto cuesta aprender y cuánto cuesta equivocarse?</a:t>
            </a:r>
          </a:p>
          <a:p xmlns:a="http://schemas.openxmlformats.org/drawingml/2006/main">
            <a:r>
              <a:t>• ¿Qué incertidumbre puede permanecer abierta durante el piloto?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Mercado de métodos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Mercado de métodos · 22 minutos</a:t>
            </a:r>
          </a:p>
          <a:p xmlns:a="http://schemas.openxmlformats.org/drawingml/2006/main">
            <a:r>
              <a:t>Cada equipo compra métodos con un presupuesto limitado. Debe justificar fuente, variación buscada, error esperado y qué resultado fortalecería o debilitaría una alternativa.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error esperado y variación de muestra.</a:t>
            </a:r>
          </a:p>
          <a:p xmlns:a="http://schemas.openxmlformats.org/drawingml/2006/main">
            <a:r>
              <a:t>Señal para avanzar: Cada compra puede discriminar alternativas.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investigación capaz de reducir incertidumbre antes de un compromiso relevante de HH-06.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¿Cuánto cuesta aprender y cuánto cuesta equivocarse?</a:t>
            </a:r>
          </a:p>
          <a:p xmlns:a="http://schemas.openxmlformats.org/drawingml/2006/main">
            <a:r>
              <a:t>• ¿Qué incertidumbre puede permanecer abierta durante el piloto?</a:t>
            </a:r>
          </a:p>
          <a:p xmlns:a="http://schemas.openxmlformats.org/drawingml/2006/main">
            <a:r>
              <a:t>• ¿Qué evidencia sería suficiente para no firmar?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Escalera de compromisos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Secuenciación por opciones · 17 minutos</a:t>
            </a:r>
          </a:p>
          <a:p xmlns:a="http://schemas.openxmlformats.org/drawingml/2006/main">
            <a:r>
              <a:t>Los equipos ordenan investigaciones y compromisos. Una prueba temprana debe preservar opciones; ninguna contratación o migración puede adelantarse sin declarar qué evidencia la autoriza.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opción se pierde en cada paso.</a:t>
            </a:r>
          </a:p>
          <a:p xmlns:a="http://schemas.openxmlformats.org/drawingml/2006/main">
            <a:r>
              <a:t>Señal para avanzar: La secuencia preserva reversibilidad.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investigación capaz de reducir incertidumbre antes de un compromiso relevante de HH-06.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puede permanecer abierta durante el piloto?</a:t>
            </a:r>
          </a:p>
          <a:p xmlns:a="http://schemas.openxmlformats.org/drawingml/2006/main">
            <a:r>
              <a:t>• ¿Qué evidencia sería suficiente para no firmar?</a:t>
            </a:r>
          </a:p>
          <a:p xmlns:a="http://schemas.openxmlformats.org/drawingml/2006/main">
            <a:r>
              <a:t>• ¿Qué decisión cambiaría esta respuesta?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Evento de perturbación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Perturbación de cartera · 18 minutos</a:t>
            </a:r>
          </a:p>
          <a:p xmlns:a="http://schemas.openxmlformats.org/drawingml/2006/main">
            <a:r>
              <a:t>Se revela uno de dos eventos: aumenta abruptamente el costo de demora o aparece una restricción contractual difícilmente reversible. El equipo puede recomprar, cancelar o dividir una investigación, pero debe registrar el riesgo que acepta.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sugerir respuesta. Cambiar una condición decisional.</a:t>
            </a:r>
          </a:p>
          <a:p xmlns:a="http://schemas.openxmlformats.org/drawingml/2006/main">
            <a:r>
              <a:t>Señal para avanzar: El equipo revisa cartera o acepta riesgo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investigación capaz de reducir incertidumbre antes de un compromiso relevante de HH-06.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sería suficiente para no firmar?</a:t>
            </a:r>
          </a:p>
          <a:p xmlns:a="http://schemas.openxmlformats.org/drawingml/2006/main">
            <a:r>
              <a:t>• ¿Qué decisión cambiaría esta respuesta?</a:t>
            </a:r>
          </a:p>
          <a:p xmlns:a="http://schemas.openxmlformats.org/drawingml/2006/main">
            <a:r>
              <a:t>• ¿Qué error comparte esta fuente con la anterior?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Criterios de parada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Comité de parada · 19 minutos</a:t>
            </a:r>
          </a:p>
          <a:p xmlns:a="http://schemas.openxmlformats.org/drawingml/2006/main">
            <a:r>
              <a:t>Otro equipo decide si la cartera permite observar más, pilotear, contratar o no firmar todavía. Evalúa evidencia suficiente, incertidumbre residual, daño y capacidad de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Distinguir evidencia suficiente de certeza total.</a:t>
            </a:r>
          </a:p>
          <a:p xmlns:a="http://schemas.openxmlformats.org/drawingml/2006/main">
            <a:r>
              <a:t>Señal para avanzar: Se puede actuar o detener con fundamento.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investigación capaz de reducir incertidumbre antes de un compromiso relevante de HH-06.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cambiaría esta respuesta?</a:t>
            </a:r>
          </a:p>
          <a:p xmlns:a="http://schemas.openxmlformats.org/drawingml/2006/main">
            <a:r>
              <a:t>• ¿Qué error comparte esta fuente con la anterior?</a:t>
            </a:r>
          </a:p>
          <a:p xmlns:a="http://schemas.openxmlformats.org/drawingml/2006/main">
            <a:r>
              <a:t>• ¿Qué método más barato podría descartar una opción?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Riesgo residual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registra qué técnica descartó y por qué. Formula una pregunta de entrevista para la incertidumbre prioritaria, preparando N07.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responsable, señal y tratamiento posterior.</a:t>
            </a:r>
          </a:p>
          <a:p xmlns:a="http://schemas.openxmlformats.org/drawingml/2006/main">
            <a:r>
              <a:t>Señal para avanzar: Lo abierto queda gobernado.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investigación capaz de reducir incertidumbre antes de un compromiso relevante de HH-06.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error comparte esta fuente con la anterior?</a:t>
            </a:r>
          </a:p>
          <a:p xmlns:a="http://schemas.openxmlformats.org/drawingml/2006/main">
            <a:r>
              <a:t>• ¿Qué método más barato podría descartar una opción?</a:t>
            </a:r>
          </a:p>
          <a:p xmlns:a="http://schemas.openxmlformats.org/drawingml/2006/main">
            <a:r>
              <a:t>• ¿Qué compromiso sería difícil de revertir?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Transformar la incertidumbre prioritaria en pregunta no inductiva.</a:t>
            </a:r>
          </a:p>
          <a:p xmlns:a="http://schemas.openxmlformats.org/drawingml/2006/main">
            <a:r>
              <a:t>Señal para avanzar: La pregunta abre un episodio.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investigación capaz de reducir incertidumbre antes de un compromiso relevante de HH-06.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método más barato podría descartar una opción?</a:t>
            </a:r>
          </a:p>
          <a:p xmlns:a="http://schemas.openxmlformats.org/drawingml/2006/main">
            <a:r>
              <a:t>• ¿Qué compromiso sería difícil de revertir?</a:t>
            </a:r>
          </a:p>
          <a:p xmlns:a="http://schemas.openxmlformats.org/drawingml/2006/main">
            <a:r>
              <a:t>• ¿Cuánto cuesta aprender y cuánto cuesta equivocarse?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priorizada de discovery para HH-06 con evidencia mínima, dependencias, criterios de parada y riesgo residual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6e337d0954a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7f87888ef245b3" /><Relationship Type="http://schemas.openxmlformats.org/officeDocument/2006/relationships/slideLayout" Target="/ppt/slideLayouts/slideLayout1.xml" Id="R087db6edc56544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7db6edc56544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7b7fe3f214966" /><Relationship Type="http://schemas.openxmlformats.org/officeDocument/2006/relationships/notesSlide" Target="/ppt/notesSlides/notesSlide1.xml" Id="R28f7fb449cff4f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b18c7977c4608" /><Relationship Type="http://schemas.openxmlformats.org/officeDocument/2006/relationships/notesSlide" Target="/ppt/notesSlides/notesSlide2.xml" Id="R503f5873226e4d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0fdbb9dac41e4" /><Relationship Type="http://schemas.openxmlformats.org/officeDocument/2006/relationships/notesSlide" Target="/ppt/notesSlides/notesSlide3.xml" Id="R1361d052b37a42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8463680404ed6" /><Relationship Type="http://schemas.openxmlformats.org/officeDocument/2006/relationships/notesSlide" Target="/ppt/notesSlides/notesSlide4.xml" Id="R00e1cc2849144d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10f172ff04180" /><Relationship Type="http://schemas.openxmlformats.org/officeDocument/2006/relationships/notesSlide" Target="/ppt/notesSlides/notesSlide5.xml" Id="Re325cd02616342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22d67968f468f" /><Relationship Type="http://schemas.openxmlformats.org/officeDocument/2006/relationships/notesSlide" Target="/ppt/notesSlides/notesSlide6.xml" Id="Rf4b2e09be6bc48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2a381371c452b" /><Relationship Type="http://schemas.openxmlformats.org/officeDocument/2006/relationships/notesSlide" Target="/ppt/notesSlides/notesSlide7.xml" Id="Rb5bed64c2c8040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e97791ae24578" /><Relationship Type="http://schemas.openxmlformats.org/officeDocument/2006/relationships/notesSlide" Target="/ppt/notesSlides/notesSlide8.xml" Id="R7b500aab98564f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39d980d294a85" /><Relationship Type="http://schemas.openxmlformats.org/officeDocument/2006/relationships/notesSlide" Target="/ppt/notesSlides/notesSlide9.xml" Id="R8b81175e393947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1f2c4d84547b1" /><Relationship Type="http://schemas.openxmlformats.org/officeDocument/2006/relationships/notesSlide" Target="/ppt/notesSlides/notesSlide10.xml" Id="R4d7f3d5c63764a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F8E33-BA44-462A-A3FF-28E8F62E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3288C-96C5-4931-894D-27935E38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D136D-D1B9-4C2E-9BC6-35AACB09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718F2-0BA9-4060-8BD2-03BB9C1F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FAFCD-2C87-4F3D-9844-C7566856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CD800-4086-4554-A80E-08718298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8DC08-278C-4380-B6A0-AE690E90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A1814-7449-4893-A7EB-135D0575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79725-26E4-45EE-B9EA-AB3466FB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Discovery como estrategia de reducción de incertidumbre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2F4EA-E45D-4459-9703-077843E9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conviene investigar primero cuando el tiempo es limitado, cada respuesta abre nuevas preguntas y la organización necesita actuar?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C11EC-DF40-4070-8368-06387A8A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BDF5C-0EF4-4436-9D32-4D30F2FC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690980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0B9EFD-2F10-4D54-891D-AFAB59A3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C7E74-8156-4699-B605-76B449B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7E40E-6333-4631-9EF2-AE1699B3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C62CC-0BA7-4789-911E-68B6782B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605A4-5413-4619-A5B8-8C451B3D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ED0E1-A817-4459-8665-77E03BAB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E4BC1-E970-4875-B756-1127C2E2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52634-4812-4B48-923D-BBD2907F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Apuesta de incertidumbre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2B1C1-85FD-4179-9B9A-0DAD8D6F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30D0E-E81E-4AAA-8D2D-D1C56045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AD91B-103E-4EE3-BDF4-C9A3FDFA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asigna diez fichas a las incertidumbres que considera más decisivas. Debe escribir qué decisión cambiaría cada respuesta.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DCB51-D390-46B8-AB94-0FA0229C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513CE-C89C-486C-BE7B-DCCCDABF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6BED8-4FDD-4C7F-AA98-6E7B147E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EF987-6F06-475C-A9C5-9434C09F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8B07A-112F-49E0-B09D-F4F28EB4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E5840-55B5-4928-BBC8-5D48B615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F5F36-A034-4CA1-ABAC-1FCC72A5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458B2-FBB2-43C4-BD16-584C2D7F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7A5BB-A02B-483E-963C-6200F44B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AAFBC-7A7A-48AC-B4DD-FD6088F8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471708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194159-BFAB-4477-AC37-7B144F0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CB664-852B-466D-9ECF-745FF55B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CCA51-0D1D-4EEE-AA28-BC45C825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27C00-026D-46B3-BFFF-85DDBE6A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18916-2770-43A7-9338-5DA05CF8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0CFCD-64A5-4285-A619-1F8B75DD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182E4-5C3B-4600-8222-8F2A7D1B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F224F-9D75-492D-95DA-2615B4AE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Diagnóstico de cartera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FCBD3-23C3-42F1-9233-FAD81369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A9E11-AB27-4F7E-97EF-154324F0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09F73-6635-4E34-AE54-61ED6DD3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comparan apuestas y clasifican incertidumbre de problema, solución, ejecución, adopción, efectos o medición. Eliminan preguntas cuya respuesta no alteraría ninguna opción.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A2B70-AF93-4F6B-9C04-8C971A07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1A278-672F-4768-8F8D-52F66110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F016E-40B9-4BE3-820F-47DD260C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0F80F-3A87-4BC5-A3FD-587417A5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2D11C-FFC9-4DFA-A6CD-CB4C9CD6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C44B8-BE19-4593-9D58-C9463701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CAF2E-343A-4C44-99F1-D2B02FFD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2C79AF-F081-4B0C-B4A1-07EB33D8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E7626-EDDF-4C3E-86F8-B574B567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8D1BB1-D94B-490A-94A9-94BBC972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DBD09-978E-4520-BC75-535E1E25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E3B36-875E-45E0-A0BD-84590A15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775865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52E47-9EA9-4053-8F36-1D229BF7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0D4AF-ED01-44F9-9E86-C429BC75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0D59E-C65D-4621-8A0F-135BB059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1708D-80D8-4A15-A967-7349D79F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D17F4-A75E-4CF0-9A8C-2D133533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681BE-B34E-4EEB-A4A1-AE1186E2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AFA7E-629D-4DFA-863D-B6ED1A4E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B0AE5-3026-4C08-9937-34DCCF91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valor de información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11C2C-B6B0-42E1-9D78-998116D3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D0E16-F81F-43F8-91A1-B3E978B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11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606C4-B1EA-4334-B25A-A9E3D3D4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contrasta cantidad de datos, reducción de incertidumbre y valor decisional mediante ejemplos del grupo. Introduce costo de error, demora y reversibilidad.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69617-6D92-4C34-8340-FEF37BD6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11E3E-EF93-4558-ABA2-02AAAA2E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1D968-4BDF-44AC-9477-C9E6A6A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92966-1175-4FC7-839E-D69ADDC0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AEB9C-8B10-4B55-BBEC-32E43716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2468A-B38D-446B-9704-0DC438A9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1751305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789701-1AEC-4F46-B39A-265D8773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FC660-A077-481F-8CD3-A4158EBA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AE6A8-1E71-498E-86EB-64B8CF24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F332A-D474-4C65-842E-5616813B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92BBF-87C1-4882-AD48-08BCA38F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6E87F-151D-42BE-BEE6-E7BB350A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4968A-1D88-46AE-A5AA-E968A0E3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9695B-9AFA-44E7-BBC1-AD2B934D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Mercado de métodos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D034C-1611-40F8-991C-7B6A83F5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2BAD2-4693-42E3-95BB-7BA9375A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80F3C-8D95-4749-BF68-CF9A75F5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compra métodos con un presupuesto limitado. Debe justificar fuente, variación buscada, error esperado y qué resultado fortalecería o debilitaría una alternativa.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927B6-66F6-4C3A-98AF-70064B55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065C3-0388-47A3-98D0-6C9B8FEA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589CA-E44E-4213-878A-0EF48265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FF25B-F2AB-47B3-BA62-9DC31C4E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3B08E-77AE-4E25-B934-8A931344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EED98-B9FB-4B85-A2AA-5881D852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5EEF5-F76E-46F2-A9DE-78545F6E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389A6-BA69-420B-B97A-FF46C840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70C38-F45F-446E-A971-B1D995A7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8FF83-0C68-4C7F-AAA6-7CEBC92E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816F2-DAEE-4BAE-ACC8-B496A131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EA29A-A788-4207-BA77-B1E330F2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376814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01083-C541-4DF1-9FC1-624D40A6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AA11C-0577-4861-9ADF-51252046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D1A2E-03DF-44DA-8D13-23ABDC66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B3FA5-BDE5-4E93-8CDC-17BEC07F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FEA24-92F9-44E7-8BFC-E1E9478B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FF11C-4F86-4A2F-8E9B-92C38AA0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6955D-BE80-4E68-AB0A-D95FD557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BBB9A-E73F-4180-8F5D-ECA58348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Secuenciación por opciones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8A679-F5DC-4B5B-A6C4-2FEA6D03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AC96D-6064-4F0A-95A2-D94958A2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6607B-A820-405C-8DBF-E0C708D0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06477-9688-49F8-855F-51D4F47C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93BE7-9663-4400-919C-199E72AB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Escalera de compromisos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D4BB0-24DB-4976-BAAF-3001FB1B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Los equipos ordenan investigaciones y compromisos. Una prueba temprana debe preservar opciones; ninguna contratación o migración puede adelantarse sin declarar qué evidencia la autoriza.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6C7B5-C18E-45ED-B7A5-67FCD2FA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41B25-6353-4C4B-9BFE-C45C82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17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0287542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0CF3C-A2EA-4809-88B1-01AACE44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35BE0-8B6B-4502-916A-1F32427F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0DBA3-D1A1-4B20-8DFC-761B4408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E38BF-717C-489E-9C0B-6CC103F9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35B89-E4D2-4504-8313-115A087F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1BD2A-A3E2-4203-8A37-A225272E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15279-57BB-4856-AB9D-D008509E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3DEDA-F6B4-44C9-A615-0E030708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de cartera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3C387-C7C5-40AD-8968-F4BDD0DE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FF8D2-1DE3-43CA-97B1-CD218537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45196-1515-412A-8202-23376453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D5D8A-3BEC-445E-8728-3FECDBDC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4E86B-00F2-47FD-945C-FC50BF6D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 revela uno de dos eventos: aumenta abruptamente el costo de demora o aparece una restricción contractual difícilmente reversible. El equipo puede recomprar, cancelar o dividir una investigación, pero debe registrar el riesgo que acepta.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FE7D5-EC50-4EEE-B7FE-6E2A5B41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8422675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88290-98D0-4A0E-B701-8B962C0C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DE2AE-C4C0-44E9-BAD7-4F84DA29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58159-4C03-471D-A8CB-CCA5B792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74729-F710-45A1-AF48-24929762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C4F70-466B-405E-9C47-6DE81CE9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5099C-4F05-43DE-B030-33C38060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54233-E11F-4B54-A4E9-584B3918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FD73F-21C3-4D10-B9BF-F53920CD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Comité de parada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55F1E-169F-4DC1-B198-1CBE7F4A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5151D-9ADF-47EF-8F15-4FEB2BE5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51F8E-CE18-491A-B6C9-4729E3AD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Otro equipo decide si la cartera permite observar más, pilotear, contratar o no firmar todavía. Evalúa evidencia suficiente, incertidumbre residual, daño y capacidad de reparación.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CFDBE-BDEC-41C6-891F-CBC9D1E8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DB416-A7E8-43B9-B1C4-5A50F11D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130C8-8381-4DA4-BE6A-E15484E3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A3E0E-EC02-4952-A2F3-A7EA526A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6036C-7355-4F06-BED6-2EEAADE6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20DEE-636A-49A5-89FB-DE4D4CDA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7ECE2-F88E-4F9F-8704-00B8F9EE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85A99-F9D9-4B8C-9B53-32074F66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BB9F4-A445-4574-AC7A-FE43EF14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40DBA-677F-4188-9415-540FC068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9D4492-B675-4396-81A1-4467863B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313EC4-02C4-4982-AEDA-723C8C4D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85566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C0044-0F26-43EC-B1AF-5CA66C58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BC0BD-561F-440B-80ED-47A9951E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E3854-D6FB-4DE4-94E6-666B66A3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12114-242A-40CD-814E-B7401EAC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0922B-D67E-48F4-A9E8-6C2831BC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6FED1-4FB8-446B-8D1E-569F4E6D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404E2-7E18-4310-9472-05925494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6FE59-22BC-4CF4-91AD-83585BBF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1E91A-8D0C-44BE-B9FC-366205E7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1E23C-E5DE-41AE-86CB-8F80D054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99358-B4F7-4003-AFCB-FBE42FAA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registra qué técnica descartó y por qué. Formula una pregunta de entrevista para la incertidumbre prioritaria, preparando N07.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958DD-9116-4C4C-9834-8AC8C768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472F2-0CD9-49FC-AD20-1DB6D28C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89531-9143-4C23-BBE5-595E63F3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49767-8607-4E10-9811-A57A2558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F9611-7A29-446C-B3E1-F4C93FAB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E12ED-619E-4C6C-B408-CAF15342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6A1D6-F9F1-4616-8D2E-235B7E30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248A8-197A-4E41-A29F-A2C48FB4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5FE80-E08D-4008-9103-F8502299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9B14E-60A7-4651-97AD-0F2CC64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F1630-D9C5-4E6B-A9B8-82B14A94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23494-ECB8-4252-901A-3C018FE9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31830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55A07-3BA5-4A83-B7B7-577BCE6B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F32E8-7724-48D8-B826-6709BD36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56FB9-EFF0-4967-B393-22A4C4B8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28D63-14D7-4C5F-ACC0-24BD4594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F23A9-2594-4129-A25D-457E741B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AF0B1-18CA-4844-9F36-A0A745BF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EDC86-844F-4128-A0B6-7FA4A615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707A2-78C9-459D-973C-B99CC61E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79119-5F23-4A92-8C22-DDC6F5E4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18B8B-3EC8-47CF-AA8C-C8C0D8DB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546EB-B928-40C6-8B46-CEF4F5D4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03F09-63ED-44BD-B247-A68E47B0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5505C-3E4C-4077-9443-57CFADAF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99634-14D2-4E0C-8141-2C4FF9B7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E767F-146B-48DF-8701-80FA376B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cartera priorizada de discovery para HH-06 con evidencia mínima, dependencias, criterios de parada y riesgo residual explícito.</a:t>
            </a:r>
          </a:p>
        </p:txBody>
      </p:sp>
    </p:spTree>
    <p:extLst>
      <p:ext uri="{BB962C8B-B14F-4D97-AF65-F5344CB8AC3E}">
        <p14:creationId xmlns:p14="http://schemas.microsoft.com/office/powerpoint/2010/main" val="1017758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2026-09-14T03:54:12.1600000Z</dcterms:created>
  <dcterms:modified xsi:type="dcterms:W3CDTF">2026-09-14T03:54:12.1600000Z</dcterms:modified>
</coreProperties>
</file>