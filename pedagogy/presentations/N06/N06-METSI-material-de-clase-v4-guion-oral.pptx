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390a5a1ce446bd" /><Relationship Type="http://schemas.openxmlformats.org/officeDocument/2006/relationships/extended-properties" Target="/docProps/app.xml" Id="R3b9e08d7491b4e7c" /><Relationship Type="http://schemas.openxmlformats.org/officeDocument/2006/relationships/officeDocument" Target="/ppt/presentation.xml" Id="Recd9deb714df4a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1e5f5a0cd44637"/>
  </p:sldMasterIdLst>
  <p:notesMasterIdLst>
    <p:notesMasterId xmlns:r="http://schemas.openxmlformats.org/officeDocument/2006/relationships" r:id="R04d8f70f160f444e"/>
  </p:notesMasterIdLst>
  <p:sldIdLst>
    <p:sldId xmlns:r="http://schemas.openxmlformats.org/officeDocument/2006/relationships" id="256" r:id="R8cfa6369a77a4400"/>
    <p:sldId xmlns:r="http://schemas.openxmlformats.org/officeDocument/2006/relationships" id="257" r:id="R72e4bacdc5074557"/>
    <p:sldId xmlns:r="http://schemas.openxmlformats.org/officeDocument/2006/relationships" id="258" r:id="R7f4564d465f9400c"/>
    <p:sldId xmlns:r="http://schemas.openxmlformats.org/officeDocument/2006/relationships" id="259" r:id="R4511d2ef7ed74591"/>
    <p:sldId xmlns:r="http://schemas.openxmlformats.org/officeDocument/2006/relationships" id="260" r:id="R1a79b03efa984394"/>
    <p:sldId xmlns:r="http://schemas.openxmlformats.org/officeDocument/2006/relationships" id="261" r:id="R4bdc14cdf959443d"/>
    <p:sldId xmlns:r="http://schemas.openxmlformats.org/officeDocument/2006/relationships" id="262" r:id="R6bfedd7a4c294e92"/>
    <p:sldId xmlns:r="http://schemas.openxmlformats.org/officeDocument/2006/relationships" id="263" r:id="Rcf31238aad48427f"/>
    <p:sldId xmlns:r="http://schemas.openxmlformats.org/officeDocument/2006/relationships" id="264" r:id="Rd9733fbd0fae475c"/>
    <p:sldId xmlns:r="http://schemas.openxmlformats.org/officeDocument/2006/relationships" id="265" r:id="R0d399c9b83d54b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10ffe4f83e435b" /><Relationship Type="http://schemas.openxmlformats.org/officeDocument/2006/relationships/slideMaster" Target="/ppt/slideMasters/slideMaster1.xml" Id="R5d1e5f5a0cd44637" /><Relationship Type="http://schemas.openxmlformats.org/officeDocument/2006/relationships/notesMaster" Target="/ppt/notesMasters/notesMaster1.xml" Id="R04d8f70f160f444e" /><Relationship Type="http://schemas.openxmlformats.org/officeDocument/2006/relationships/presProps" Target="/ppt/presProps.xml" Id="R9209cb8054294699" /><Relationship Type="http://schemas.openxmlformats.org/officeDocument/2006/relationships/tableStyles" Target="/ppt/tableStyles.xml" Id="R8306fa7bbfff4d29" /><Relationship Type="http://schemas.openxmlformats.org/officeDocument/2006/relationships/slide" Target="/ppt/slides/slide1.xml" Id="R8cfa6369a77a4400" /><Relationship Type="http://schemas.openxmlformats.org/officeDocument/2006/relationships/slide" Target="/ppt/slides/slide2.xml" Id="R72e4bacdc5074557" /><Relationship Type="http://schemas.openxmlformats.org/officeDocument/2006/relationships/slide" Target="/ppt/slides/slide3.xml" Id="R7f4564d465f9400c" /><Relationship Type="http://schemas.openxmlformats.org/officeDocument/2006/relationships/slide" Target="/ppt/slides/slide4.xml" Id="R4511d2ef7ed74591" /><Relationship Type="http://schemas.openxmlformats.org/officeDocument/2006/relationships/slide" Target="/ppt/slides/slide5.xml" Id="R1a79b03efa984394" /><Relationship Type="http://schemas.openxmlformats.org/officeDocument/2006/relationships/slide" Target="/ppt/slides/slide6.xml" Id="R4bdc14cdf959443d" /><Relationship Type="http://schemas.openxmlformats.org/officeDocument/2006/relationships/slide" Target="/ppt/slides/slide7.xml" Id="R6bfedd7a4c294e92" /><Relationship Type="http://schemas.openxmlformats.org/officeDocument/2006/relationships/slide" Target="/ppt/slides/slide8.xml" Id="Rcf31238aad48427f" /><Relationship Type="http://schemas.openxmlformats.org/officeDocument/2006/relationships/slide" Target="/ppt/slides/slide9.xml" Id="Rd9733fbd0fae475c" /><Relationship Type="http://schemas.openxmlformats.org/officeDocument/2006/relationships/slide" Target="/ppt/slides/slide10.xml" Id="R0d399c9b83d54b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6aa58089e64c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6899cd439b4081" /><Relationship Type="http://schemas.openxmlformats.org/officeDocument/2006/relationships/notesMaster" Target="/ppt/notesMasters/notesMaster1.xml" Id="Ra04bfd5d30264b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92dc46649f4a8c" /><Relationship Type="http://schemas.openxmlformats.org/officeDocument/2006/relationships/notesMaster" Target="/ppt/notesMasters/notesMaster1.xml" Id="R9489a5d330bf45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4c2cf14fc44212" /><Relationship Type="http://schemas.openxmlformats.org/officeDocument/2006/relationships/notesMaster" Target="/ppt/notesMasters/notesMaster1.xml" Id="R1358cb9077014a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a7d878946b49b1" /><Relationship Type="http://schemas.openxmlformats.org/officeDocument/2006/relationships/notesMaster" Target="/ppt/notesMasters/notesMaster1.xml" Id="Rccfaa070c85840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b0cc4237694172" /><Relationship Type="http://schemas.openxmlformats.org/officeDocument/2006/relationships/notesMaster" Target="/ppt/notesMasters/notesMaster1.xml" Id="R23f7c52da78a40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b8ac21f4ce453b" /><Relationship Type="http://schemas.openxmlformats.org/officeDocument/2006/relationships/notesMaster" Target="/ppt/notesMasters/notesMaster1.xml" Id="R9104bdee1a9447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fd671f8aa94085" /><Relationship Type="http://schemas.openxmlformats.org/officeDocument/2006/relationships/notesMaster" Target="/ppt/notesMasters/notesMaster1.xml" Id="R76921072f8bf43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4501fd542d4b62" /><Relationship Type="http://schemas.openxmlformats.org/officeDocument/2006/relationships/notesMaster" Target="/ppt/notesMasters/notesMaster1.xml" Id="R8774ebf269894c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486632e4314781" /><Relationship Type="http://schemas.openxmlformats.org/officeDocument/2006/relationships/notesMaster" Target="/ppt/notesMasters/notesMaster1.xml" Id="R2f92a915a02545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439f47d2344bca" /><Relationship Type="http://schemas.openxmlformats.org/officeDocument/2006/relationships/notesMaster" Target="/ppt/notesMasters/notesMaster1.xml" Id="Rca35d610c9cb41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Discovery como estrategia de reducción de incertidumbre.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¿Qué conviene investigar primero cuando el tiempo es limitado, cada respuesta abre nuevas preguntas y la organización necesita actuar?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cambiaría esta respuesta? ¿Qué error comparte esta fuente con la anterior?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asigna diez fichas a las incertidumbres que considera más decisivas. Debe escribir qué decisión cambiaría cada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error comparte esta fuente con la anterior? ¿Qué método más barato podría descartar una opción?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comparan apuestas y clasifican incertidumbre de problema, solución, ejecución, adopción, efectos o medición. Eliminan preguntas cuya respuesta no alteraría ninguna opción.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método más barato podría descartar una opción? ¿Qué compromiso sería difícil de revertir?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contrastar cantidad de datos, reducción de incertidumbre y valor decisional mediante ejemplos del grupo. Voy a introducir el costo del error, el costo de la demora y la reversibilidad.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11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compromiso sería difícil de revertir? ¿Cuánto cuesta aprender y cuánto cuesta equivocarse?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compra métodos con un presupuesto limitado. Debe justificar fuente, variación buscada, error esperado y qué resultado fortalecería o debilitaría una alternativa.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¿Cuánto cuesta aprender y cuánto cuesta equivocarse? ¿Qué incertidumbre puede permanecer abierta durante el piloto?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ordenan investigaciones y compromisos. Una prueba temprana debe preservar opciones. Ninguna contratación o migración puede adelantarse sin declarar qué evidencia la autoriza.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incertidumbre puede permanecer abierta durante el piloto? ¿Qué evidencia sería suficiente para no firmar?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 voy a mostrar uno de dos eventos: aumenta abruptamente el costo de demora o aparece una restricción contractual difícilmente reversible. El equipo puede recomprar, cancelar o dividir una investigación, pero debe registrar el riesgo que acepta.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sería suficiente para no firmar? ¿Qué decisión cambiaría esta respuesta?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Otro equipo decide si la cartera permite observar más, pilotear, contratar o no firmar todavía. Evalúa evidencia suficiente, incertidumbre residual, daño y capacidad de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19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cambiaría esta respuesta? ¿Qué error comparte esta fuente con la anterior?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registra qué técnica descartó y por qué. Formula una pregunta de entrevista para la incertidumbre prioritaria, preparando N07.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error comparte esta fuente con la anterior? ¿Qué método más barato podría descartar una opción?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una cartera priorizada de discovery para HH-06 con evidencia mínima, dependencias, criterios de parada y riesgo residual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94f25149b4d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ebe0118cb646aa" /><Relationship Type="http://schemas.openxmlformats.org/officeDocument/2006/relationships/slideLayout" Target="/ppt/slideLayouts/slideLayout1.xml" Id="R09eb74eeb7c547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eb74eeb7c547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357276c3c4897" /><Relationship Type="http://schemas.openxmlformats.org/officeDocument/2006/relationships/notesSlide" Target="/ppt/notesSlides/notesSlide1.xml" Id="Rd3c345463af048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e341e79f04a49" /><Relationship Type="http://schemas.openxmlformats.org/officeDocument/2006/relationships/notesSlide" Target="/ppt/notesSlides/notesSlide2.xml" Id="Rc40dccbcdc654b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be8945a4c46ce" /><Relationship Type="http://schemas.openxmlformats.org/officeDocument/2006/relationships/notesSlide" Target="/ppt/notesSlides/notesSlide3.xml" Id="R4de5631b812e43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f62c3c90d491e" /><Relationship Type="http://schemas.openxmlformats.org/officeDocument/2006/relationships/notesSlide" Target="/ppt/notesSlides/notesSlide4.xml" Id="R9bc1afcabc834a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97a7a2469453d" /><Relationship Type="http://schemas.openxmlformats.org/officeDocument/2006/relationships/notesSlide" Target="/ppt/notesSlides/notesSlide5.xml" Id="R5409ff7e29e448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74222e8df451d" /><Relationship Type="http://schemas.openxmlformats.org/officeDocument/2006/relationships/notesSlide" Target="/ppt/notesSlides/notesSlide6.xml" Id="R012770aac15a41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eda5d4b724fe9" /><Relationship Type="http://schemas.openxmlformats.org/officeDocument/2006/relationships/notesSlide" Target="/ppt/notesSlides/notesSlide7.xml" Id="R35f3f18e72394c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4673398074fd2" /><Relationship Type="http://schemas.openxmlformats.org/officeDocument/2006/relationships/notesSlide" Target="/ppt/notesSlides/notesSlide8.xml" Id="R85302a8d858544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0303f20de4a67" /><Relationship Type="http://schemas.openxmlformats.org/officeDocument/2006/relationships/notesSlide" Target="/ppt/notesSlides/notesSlide9.xml" Id="R1e0af697915449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641b9f88c42c9" /><Relationship Type="http://schemas.openxmlformats.org/officeDocument/2006/relationships/notesSlide" Target="/ppt/notesSlides/notesSlide10.xml" Id="Rba0c151f4ccf47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EFDEB-2961-482C-A5B1-ABB317B4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23776-74D8-4A60-AA2B-7410DB81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2F0BC-F597-4336-9922-1D2F7642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CD864-32AA-4E98-B7E5-76119CE0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E7167-C556-4BE0-8E56-10F795C7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1DA37-1C25-4679-8358-1A2BB12B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240A7-174A-4A34-A84A-E7D09BB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B1495-99A4-456A-8462-225B730F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56259-237C-484D-B574-108AC41B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Discovery como estrategia de reducción de incertidumbre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FC969-8B51-42DD-9AD8-C72D7AA7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conviene investigar primero cuando el tiempo es limitado, cada respuesta abre nuevas preguntas y la organización necesita actuar?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436E7-D09D-4039-AD7A-8CE4CFF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0DCE0-652C-4F38-899F-704F592E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474225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A6E99-F2A8-4757-A831-62E5176F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25037-EDC6-4FF2-B350-819862F7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6FB2C-5300-475B-A22D-05B5E209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FEA50-F7D7-45D8-9183-CA5F0012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18A3E-9D0E-472E-9AF4-59C6C525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441FC-2D9B-49EF-A307-2BD1AACE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B67F2-A6DE-49A9-B42F-46478668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48BE8-C978-4961-B65F-342BCD20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Apuesta de incertidumbre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225C4-1209-43E4-852A-84E0BDF1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3DBC9-3EB9-47A6-8D35-50947144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495E7-5C75-488C-B227-6863AE77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asigna diez fichas a las incertidumbres que considera más decisivas. Debe escribir qué decisión cambiaría cada respuesta.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57E92-1657-443F-A1D9-49059B7B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4C43D-9B1D-475A-88C6-CB7BE83C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0E99-55CD-425E-839D-11E389C9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93346-8575-45CF-954F-F398DCE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CB117-BB21-4057-A373-A43BFF6B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EBFED-631A-4D02-8C6C-A5D5E706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9B3B3-78AE-45A3-8ACD-7844B000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2CDC8-9883-44BF-8CD8-CEB92E07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B8974E-0E62-4EA9-A296-B20E2DEA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BDE07-D262-4A47-A8A8-C8DEF3BD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961153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608C1-6329-4AE0-8F59-11C63212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347F3-0D22-4506-B916-C348BC8C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DBA00-E2F2-4A87-9EFB-6370521C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B5B1C-0D88-429B-B92F-A39E46F0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F77CB-2BFD-433F-8C1E-DBE0D541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BAB10-E871-4FE4-A00D-B60C69E7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148D1-8088-474F-8E24-EEC22123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DBD4C-5C2D-4349-868C-08769B1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Diagnóstico de cartera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7BEA9-8A89-4B01-A555-2F41D637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9F7AE-BC88-4224-9CEA-6EC8BE3C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CC449-9A39-4389-AF73-DA025EDC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comparan apuestas y clasifican incertidumbre de problema, solución, ejecución, adopción, efectos o medición. Eliminan preguntas cuya respuesta no alteraría ninguna opción.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664E7-1C3E-48EB-AB26-3D0E3CCE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4F56A-2077-481B-96A5-654DBEE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E6FF6-A8FF-4E78-9F65-13D0768C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B30C3-D035-4440-BA3C-9177B5F2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D1BC2-094B-4C32-8D99-E0A5CD62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03594-6A4A-4382-9B26-5832406C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11880-76A7-49AF-8D64-FEE3146F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6E848-3C44-4A1C-8087-5B48AED6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186AF-9859-41EE-90D8-7B700427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E640F-25A9-4288-A5E8-F0CF9572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1FBEC-DD7B-4656-BB04-7A6DD9DF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95FC1-B848-4EA2-A113-8D211A1F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990192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41FD6-13F0-4DB6-A8DF-EAB31618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8E7B8-D313-44AC-9CA0-13EA958F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DD595-D024-48A9-AF1A-07DEACC1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5946B-35A9-4E8F-A271-2EE6D7AB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03060-6BDE-4D5F-80A0-7AD4EF02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780CE-8B08-41E9-AFC3-50F4B976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024A8-26EB-41ED-A817-A893F36A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80696-DFA5-4221-93DB-C11672CC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valor de información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34DA9-0D93-429B-BC97-863BE401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787FB-3969-40FE-85F5-543B9633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11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9318F-EE21-4804-8ABD-0CB6C072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contrasta cantidad de datos, reducción de incertidumbre y valor decisional mediante ejemplos del grupo. Introduce costo de error, demora y reversibilidad.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DF1C7-6CE2-4CA8-9552-94271227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E56B2-FDDB-4E7D-AC04-E3A7F689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59AD0-62E4-46ED-B3FF-A5251D1A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7A72D-E229-4821-AB23-2D4E631E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D6677-573F-4CFE-8FC7-5D264151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55D74-5F86-4F59-A8B3-4EAC26EB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959773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B652BF-6DEB-4D77-94E2-B4EFF594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EBB36-CD3C-4B05-B8B2-AE9126BF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F315A-4083-4D7B-8BF5-50A46638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28439-D47C-4114-B49E-B338EE6D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C5B27-CCB2-4F05-B3CE-95EDB0D3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415A4-15D7-4AB5-AD04-6F490C8E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83849-B921-4D2A-84B8-26E1EE0C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D8898-9718-4AC7-B599-FBE32AB8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Mercado de métodos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93C39-CEC8-4467-A0A2-0BD76B65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A0EAB-63DB-4B59-A669-EB5C70A8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67AD6-849D-44AD-B915-83982545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compra métodos con un presupuesto limitado. Debe justificar fuente, variación buscada, error esperado y qué resultado fortalecería o debilitaría una alternativa.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890A8-B8EC-4A9D-B11D-3B97CF7A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D9483-4B09-4A0E-9242-257C3382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47F81-050A-4A70-8B56-88AAD2EC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8E228-07F7-4186-96A0-48DCF5BB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A4B19-38CF-48E2-9EA3-422B18D9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09DD5-1365-4243-8CAF-38D519E9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8BCB4-BF8A-4C68-92F7-ABADC43D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E244B-2044-4997-A380-322A2685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C5DB4-2947-401B-A910-EE6FE9B6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85971-824D-45B8-9A7C-7B963519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C9477-DD37-4286-99B0-B76DB163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81659-32FD-4B65-8856-5DF8462D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09959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B2F76-31FC-416B-9C85-F7AB49DA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69ED9-992D-466D-9DE5-D34BAC52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91604-5E17-490E-832A-4C86DD4B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FD2F7-BEB3-46AD-9344-C32E739C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88093-EB02-4E67-AA3A-155E3564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2A547-9C08-4A69-8483-D6E7E408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C66C9-C4AC-4B8D-8692-15EF26A8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00B7E-C67A-482E-B4B5-38FB39BE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Secuenciación por opciones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F1A46-3B7A-4A31-B528-083F257F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4EE65-CED7-47DD-A1E7-47BF6D59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57CF4-39E0-4A43-990D-A4C7A379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71650-CFD0-489B-A756-14DC6166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CB706-0FD6-4802-9731-049E99AD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Escalera de compromisos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0FDEA-6AF4-45B6-A75B-8FEE62DF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Los equipos ordenan investigaciones y compromisos. Una prueba temprana debe preservar opciones; ninguna contratación o migración puede adelantarse sin declarar qué evidencia la autoriza.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1B835-1641-44EC-A4F8-D171DABA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0239A-599E-4329-9ABD-AFF08743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17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207475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79DC0-B666-4E75-8071-6B80142C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A5417-2C1D-4B4B-B756-755CA1BA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05BED-48C9-4D56-9B18-309089F1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5F396-0077-40F4-8774-176A7A12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4F16F-82F5-488D-AF80-61953F0E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7DFB5-7CB2-4E4B-860C-CE2D06ED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0212F-CA4E-4AD1-904A-863D2F8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A258D-212B-4AE5-BE7E-3B977801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de cartera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CFF79-67D3-415C-98A3-D6722180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D5354-6EA1-4570-85AC-5AAAC96A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5BA74-1B09-4441-9F48-95ECFD14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3CFEF-BA91-4869-91C5-ECE084FB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E2C89-3E61-4E00-A500-534DCE1B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 revela uno de dos eventos: aumenta abruptamente el costo de demora o aparece una restricción contractual difícilmente reversible. El equipo puede recomprar, cancelar o dividir una investigación, pero debe registrar el riesgo que acepta.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EDEC4-BDEB-4D87-A4DF-4D11575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315644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0A4B7-7DBC-4211-8D10-AB5DC0C5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A5F7E-970A-469C-B672-28A9728C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812FD-F1E3-48F5-A02D-0FAD246A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D88B0-1104-4192-BF69-F1677929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8BDBC-F765-41E9-A10D-D9B452E5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1620C-0BE2-450E-AE59-0B9C1AA5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D1B61-314B-4954-A18E-BCC4AE09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869D5-01F2-4FDF-9A78-EDA376FD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Comité de parada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D8E2D-CF67-47B3-901F-C45BB6D0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2B051-5D91-4524-960B-D85D9179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4C17F-9DC3-4901-9130-8C29FD5D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Otro equipo decide si la cartera permite observar más, pilotear, contratar o no firmar todavía. Evalúa evidencia suficiente, incertidumbre residual, daño y capacidad de reparación.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5E4DA-94A3-4077-AD73-84AD48A6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88A0C-E9C5-4C85-B18D-F802D621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55582-300E-4084-9F00-ED3AB019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BC1FE-0ADC-4CD8-94F2-4C956CA8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FB338-53A3-4AC0-8152-E4D5B119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610D7-2B17-4ED4-B34A-42A876B7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718C8-9CA5-4794-A2C3-FBB30751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00F5D-2095-4681-89DF-EECE9C1A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A4486-9135-4CC5-B3D4-729F1097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8FD44-369B-4554-934A-CE161DD0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3A8EC-EB94-43FC-AF38-78CEB06A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7DDFD-20A8-4C28-BEB7-91E58D67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71000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3955D-5862-437F-9A76-E7BCF047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C8796-A8CE-4509-B993-F28B0ED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78345-C14F-4781-B9C1-AA331964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572AA-D479-40EE-A5D2-7A16FCAE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D1527-B1D5-48C6-9C67-6AEF89E3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8CBA1-8A43-4C7F-9884-0D1E3D7A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73F8C-189C-4D8F-A5F6-CCE87D93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764BF-859A-419A-9803-752BC34C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89198-3CCD-4006-BE22-2C16DF4E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78159-B7AF-4099-A220-0984DDBF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229D6-E651-4D2D-90A5-8DB93283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registra qué técnica descartó y por qué. Formula una pregunta de entrevista para la incertidumbre prioritaria, preparando N07.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B689C-BD68-4A2A-89EB-17943C5F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0E683-2C8D-44F0-B772-EC5E2570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3502D-835F-4C12-AC09-E217442A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38223-9E2B-4E82-97FF-5DB06BF0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ABD4D-88DC-482C-BEEB-1B8A34B7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6C9D2-C0D9-4442-AD77-DF0F3BE0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2D9C4-F498-4B02-AE3B-6C071865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0B8F7-88D4-4DF4-85AF-4B37B023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863BD-5F00-41CF-BF14-6A45D9F7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3B0A3E-7B6F-475B-9A23-FC0F42CD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26BA3-FEC0-4094-9A42-03545E9B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9C44FB-B485-4B15-9D11-FBFE3FA5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42337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22DE4-96A1-450E-AB03-C2B0CEE0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09547-A238-4C07-893A-139EEA2F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1DA90-7B2C-4622-9F18-E7E69025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ABC65-65C9-48A2-BFDB-EF29412F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FD779-5A7D-4612-9380-918047E2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FCF66-1EB4-464C-893F-6B5F7845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774E3-47C2-401A-9118-BCF7E902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2601E-D08C-4E7F-8499-6A2D73D6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1C666-9298-4B6F-A1C4-9280CEBB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338A5-9B4C-4B73-98CF-DE88BF3D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274C6-1A57-48E8-96D9-4A7C464D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B273B-544C-495F-8079-B6A07AAE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4EC52-EF98-4C33-9E54-347E920E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BC040-06D0-468D-8A5B-8D81F815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C99CE-DF3D-4317-B635-35ABF578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cartera priorizada de discovery para HH-06 con evidencia mínima, dependencias, criterios de parada y riesgo residual explícito.</a:t>
            </a:r>
          </a:p>
        </p:txBody>
      </p:sp>
    </p:spTree>
    <p:extLst>
      <p:ext uri="{BB962C8B-B14F-4D97-AF65-F5344CB8AC3E}">
        <p14:creationId xmlns:p14="http://schemas.microsoft.com/office/powerpoint/2010/main" val="1522382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2026-09-15T15:52:24.7190000Z</dcterms:created>
  <dcterms:modified xsi:type="dcterms:W3CDTF">2026-09-15T15:52:24.7190000Z</dcterms:modified>
</coreProperties>
</file>