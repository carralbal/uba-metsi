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1c472df1ee4d29" /><Relationship Type="http://schemas.openxmlformats.org/officeDocument/2006/relationships/extended-properties" Target="/docProps/app.xml" Id="R9ba711a81d9d447f" /><Relationship Type="http://schemas.openxmlformats.org/officeDocument/2006/relationships/officeDocument" Target="/ppt/presentation.xml" Id="R930ddc3d5d7a4d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df4658d914794"/>
  </p:sldMasterIdLst>
  <p:notesMasterIdLst>
    <p:notesMasterId xmlns:r="http://schemas.openxmlformats.org/officeDocument/2006/relationships" r:id="R4199bec7006e4aff"/>
  </p:notesMasterIdLst>
  <p:sldIdLst>
    <p:sldId xmlns:r="http://schemas.openxmlformats.org/officeDocument/2006/relationships" id="256" r:id="R7ce66aaee2b741d4"/>
    <p:sldId xmlns:r="http://schemas.openxmlformats.org/officeDocument/2006/relationships" id="257" r:id="R85c3ad3a814046de"/>
    <p:sldId xmlns:r="http://schemas.openxmlformats.org/officeDocument/2006/relationships" id="258" r:id="R96e8f78463094b5a"/>
    <p:sldId xmlns:r="http://schemas.openxmlformats.org/officeDocument/2006/relationships" id="259" r:id="R5f56366bde2f4c95"/>
    <p:sldId xmlns:r="http://schemas.openxmlformats.org/officeDocument/2006/relationships" id="260" r:id="R30c5f637e4854a9b"/>
    <p:sldId xmlns:r="http://schemas.openxmlformats.org/officeDocument/2006/relationships" id="261" r:id="R9e8de2b49bc8439b"/>
    <p:sldId xmlns:r="http://schemas.openxmlformats.org/officeDocument/2006/relationships" id="262" r:id="Rced3f9e339954e81"/>
    <p:sldId xmlns:r="http://schemas.openxmlformats.org/officeDocument/2006/relationships" id="263" r:id="R3b03f9131ac949a9"/>
    <p:sldId xmlns:r="http://schemas.openxmlformats.org/officeDocument/2006/relationships" id="264" r:id="R9829eacf0f3647e9"/>
    <p:sldId xmlns:r="http://schemas.openxmlformats.org/officeDocument/2006/relationships" id="265" r:id="R3512a111e85b49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012c08bfb4d98" /><Relationship Type="http://schemas.openxmlformats.org/officeDocument/2006/relationships/slideMaster" Target="/ppt/slideMasters/slideMaster1.xml" Id="Rfbadf4658d914794" /><Relationship Type="http://schemas.openxmlformats.org/officeDocument/2006/relationships/notesMaster" Target="/ppt/notesMasters/notesMaster1.xml" Id="R4199bec7006e4aff" /><Relationship Type="http://schemas.openxmlformats.org/officeDocument/2006/relationships/presProps" Target="/ppt/presProps.xml" Id="R4095e7663d7a4ef5" /><Relationship Type="http://schemas.openxmlformats.org/officeDocument/2006/relationships/tableStyles" Target="/ppt/tableStyles.xml" Id="Rc59a7b1aec834bc2" /><Relationship Type="http://schemas.openxmlformats.org/officeDocument/2006/relationships/slide" Target="/ppt/slides/slide1.xml" Id="R7ce66aaee2b741d4" /><Relationship Type="http://schemas.openxmlformats.org/officeDocument/2006/relationships/slide" Target="/ppt/slides/slide2.xml" Id="R85c3ad3a814046de" /><Relationship Type="http://schemas.openxmlformats.org/officeDocument/2006/relationships/slide" Target="/ppt/slides/slide3.xml" Id="R96e8f78463094b5a" /><Relationship Type="http://schemas.openxmlformats.org/officeDocument/2006/relationships/slide" Target="/ppt/slides/slide4.xml" Id="R5f56366bde2f4c95" /><Relationship Type="http://schemas.openxmlformats.org/officeDocument/2006/relationships/slide" Target="/ppt/slides/slide5.xml" Id="R30c5f637e4854a9b" /><Relationship Type="http://schemas.openxmlformats.org/officeDocument/2006/relationships/slide" Target="/ppt/slides/slide6.xml" Id="R9e8de2b49bc8439b" /><Relationship Type="http://schemas.openxmlformats.org/officeDocument/2006/relationships/slide" Target="/ppt/slides/slide7.xml" Id="Rced3f9e339954e81" /><Relationship Type="http://schemas.openxmlformats.org/officeDocument/2006/relationships/slide" Target="/ppt/slides/slide8.xml" Id="R3b03f9131ac949a9" /><Relationship Type="http://schemas.openxmlformats.org/officeDocument/2006/relationships/slide" Target="/ppt/slides/slide9.xml" Id="R9829eacf0f3647e9" /><Relationship Type="http://schemas.openxmlformats.org/officeDocument/2006/relationships/slide" Target="/ppt/slides/slide10.xml" Id="R3512a111e85b49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1e6aa099045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b95eeabc684c5f" /><Relationship Type="http://schemas.openxmlformats.org/officeDocument/2006/relationships/notesMaster" Target="/ppt/notesMasters/notesMaster1.xml" Id="Rd6269addc19a4d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e70b18367143a6" /><Relationship Type="http://schemas.openxmlformats.org/officeDocument/2006/relationships/notesMaster" Target="/ppt/notesMasters/notesMaster1.xml" Id="Rb2214dc8e65d47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4be1d2a43f47ba" /><Relationship Type="http://schemas.openxmlformats.org/officeDocument/2006/relationships/notesMaster" Target="/ppt/notesMasters/notesMaster1.xml" Id="R606652fc363048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398005b5140cf" /><Relationship Type="http://schemas.openxmlformats.org/officeDocument/2006/relationships/notesMaster" Target="/ppt/notesMasters/notesMaster1.xml" Id="R42e8c272a7b049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a6e782438c4260" /><Relationship Type="http://schemas.openxmlformats.org/officeDocument/2006/relationships/notesMaster" Target="/ppt/notesMasters/notesMaster1.xml" Id="R964ea1eb7e5741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6b882c4daf4cd2" /><Relationship Type="http://schemas.openxmlformats.org/officeDocument/2006/relationships/notesMaster" Target="/ppt/notesMasters/notesMaster1.xml" Id="R2d8b6578251241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c357046828451a" /><Relationship Type="http://schemas.openxmlformats.org/officeDocument/2006/relationships/notesMaster" Target="/ppt/notesMasters/notesMaster1.xml" Id="R376113a955664f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8dd8b004bf4294" /><Relationship Type="http://schemas.openxmlformats.org/officeDocument/2006/relationships/notesMaster" Target="/ppt/notesMasters/notesMaster1.xml" Id="Rdbcd669b6bc64b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b65bcbd8274376" /><Relationship Type="http://schemas.openxmlformats.org/officeDocument/2006/relationships/notesMaster" Target="/ppt/notesMasters/notesMaster1.xml" Id="R8323f8fdeed648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dc8274378d4acb" /><Relationship Type="http://schemas.openxmlformats.org/officeDocument/2006/relationships/notesMaster" Target="/ppt/notesMasters/notesMaster1.xml" Id="R72ce1a482811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la promesa antes que el diagrama.</a:t>
            </a:r>
          </a:p>
          <a:p xmlns:a="http://schemas.openxmlformats.org/drawingml/2006/main">
            <a:r>
              <a:t>Señal para avanzar: Aparecen capacidades necesarias.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depende de este tercero?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promesa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Cadena de promesa · 10 minutos</a:t>
            </a:r>
          </a:p>
          <a:p xmlns:a="http://schemas.openxmlformats.org/drawingml/2006/main">
            <a:r>
              <a:t>Se parte de una llegada y se rastrean capacidades hasta servicios, plataformas, personas y terceros.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Conectar actores y terceros.</a:t>
            </a:r>
          </a:p>
          <a:p xmlns:a="http://schemas.openxmlformats.org/drawingml/2006/main">
            <a:r>
              <a:t>Señal para avanzar: El mapa excede tecnología.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Concentración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Mercado de dependencias · 15 minutos</a:t>
            </a:r>
          </a:p>
          <a:p xmlns:a="http://schemas.openxmlformats.org/drawingml/2006/main">
            <a:r>
              <a:t>Los equipos intercambian capacidades externas y descubren concentración, acoplamiento y costos desplazados.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una dependencia central.</a:t>
            </a:r>
          </a:p>
          <a:p xmlns:a="http://schemas.openxmlformats.org/drawingml/2006/main">
            <a:r>
              <a:t>Señal para avanzar: Se ve el riesgo sistémico.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Frontera de confianza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Fronteras de confianza · 15 minutos</a:t>
            </a:r>
          </a:p>
          <a:p xmlns:a="http://schemas.openxmlformats.org/drawingml/2006/main">
            <a:r>
              <a:t>Cada dependencia recibe una afirmación, una evidencia y una autoridad capaz de actuar si falla.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evidencia verificable.</a:t>
            </a:r>
          </a:p>
          <a:p xmlns:a="http://schemas.openxmlformats.org/drawingml/2006/main">
            <a:r>
              <a:t>Señal para avanzar: La confianza tiene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>• ¿Qué impide una salida real?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Apagón HH-26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Apagón del proveedor · 20 minutos</a:t>
            </a:r>
          </a:p>
          <a:p xmlns:a="http://schemas.openxmlformats.org/drawingml/2006/main">
            <a:r>
              <a:t>El PMS queda indisponible. Se ejecuta el modo degradado y se registra quién conserva información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Ejecutar, no describir, degradación.</a:t>
            </a:r>
          </a:p>
          <a:p xmlns:a="http://schemas.openxmlformats.org/drawingml/2006/main">
            <a:r>
              <a:t>Señal para avanzar: Persiste una capacidad delimitada.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>• ¿Qué impide una salida real?</a:t>
            </a:r>
          </a:p>
          <a:p xmlns:a="http://schemas.openxmlformats.org/drawingml/2006/main">
            <a:r>
              <a:t>• ¿Qué capacidad depende de este tercero?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Poblaciones durante degradación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Auditoría de degradación · 17 minutos</a:t>
            </a:r>
          </a:p>
          <a:p xmlns:a="http://schemas.openxmlformats.org/drawingml/2006/main">
            <a:r>
              <a:t>Se verifican límites, duración, población protegida, reconciliación y señales para abandonar el modo alternativo.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a quién se excluye primero.</a:t>
            </a:r>
          </a:p>
          <a:p xmlns:a="http://schemas.openxmlformats.org/drawingml/2006/main">
            <a:r>
              <a:t>Señal para avanzar: Hay protección y límite.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impide una salida real?</a:t>
            </a:r>
          </a:p>
          <a:p xmlns:a="http://schemas.openxmlformats.org/drawingml/2006/main">
            <a:r>
              <a:t>• ¿Qué capacidad depende de este tercero?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Contrato sin soporte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Contrato contra capacidad · 17 minutos</a:t>
            </a:r>
          </a:p>
          <a:p xmlns:a="http://schemas.openxmlformats.org/drawingml/2006/main">
            <a:r>
              <a:t>Una cláusula promete disponibilidad, pero no existe soporte nocturno. Los equipos separan obligación formal y capacidad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Contrastar cláusula y operación.</a:t>
            </a:r>
          </a:p>
          <a:p xmlns:a="http://schemas.openxmlformats.org/drawingml/2006/main">
            <a:r>
              <a:t>Señal para avanzar: La responsabilidad tiene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capacidad depende de este tercero?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Ensayo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Ensayo de salida · 18 minutos</a:t>
            </a:r>
          </a:p>
          <a:p xmlns:a="http://schemas.openxmlformats.org/drawingml/2006/main">
            <a:r>
              <a:t>Se migra una muestra de datos y operación a otra alternativa. Deben preservarse significado, trazabilidad y continuidad.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Mover datos y trabajo real.</a:t>
            </a:r>
          </a:p>
          <a:p xmlns:a="http://schemas.openxmlformats.org/drawingml/2006/main">
            <a:r>
              <a:t>Señal para avanzar: La portabilidad es demostrada.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sostiene la confianza?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Ecosistema revisado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Las fallas observadas se convierten en contratos sintácticos, semánticos, temporales y operacionales para N27.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Registrar riesgo residual.</a:t>
            </a:r>
          </a:p>
          <a:p xmlns:a="http://schemas.openxmlformats.org/drawingml/2006/main">
            <a:r>
              <a:t>Señal para avanzar: El mapa cambia después de la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activar degradación?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acuerdos faltantes.</a:t>
            </a:r>
          </a:p>
          <a:p xmlns:a="http://schemas.openxmlformats.org/drawingml/2006/main">
            <a:r>
              <a:t>Señal para avanzar: Surgen cuatro dimensiones de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ecosistema que conecte promesas, capacidades, dependencias, confianza, degradación y salida.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pierde primero?</a:t>
            </a:r>
          </a:p>
          <a:p xmlns:a="http://schemas.openxmlformats.org/drawingml/2006/main">
            <a:r>
              <a:t>• ¿Cómo se reconcilia al volver?</a:t>
            </a:r>
          </a:p>
          <a:p xmlns:a="http://schemas.openxmlformats.org/drawingml/2006/main">
            <a:r>
              <a:t>• ¿Qué impide una salida real?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mapa de ecosistema HH-26 con dependencias gobernadas, degradación ensayada y estrategia de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8240e8a1b45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9b8a93c6054cbc" /><Relationship Type="http://schemas.openxmlformats.org/officeDocument/2006/relationships/slideLayout" Target="/ppt/slideLayouts/slideLayout1.xml" Id="Ra771bc54585a45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71bc54585a45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89703b7e94d53" /><Relationship Type="http://schemas.openxmlformats.org/officeDocument/2006/relationships/notesSlide" Target="/ppt/notesSlides/notesSlide1.xml" Id="R4898307893e845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c8f0e62ab41d4" /><Relationship Type="http://schemas.openxmlformats.org/officeDocument/2006/relationships/notesSlide" Target="/ppt/notesSlides/notesSlide2.xml" Id="R9fc4f693780944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ef0baf15f4142" /><Relationship Type="http://schemas.openxmlformats.org/officeDocument/2006/relationships/notesSlide" Target="/ppt/notesSlides/notesSlide3.xml" Id="Rd730f30fac9d44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678dc28074d25" /><Relationship Type="http://schemas.openxmlformats.org/officeDocument/2006/relationships/notesSlide" Target="/ppt/notesSlides/notesSlide4.xml" Id="R17c59d7b14cb41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0151ec03e47ee" /><Relationship Type="http://schemas.openxmlformats.org/officeDocument/2006/relationships/notesSlide" Target="/ppt/notesSlides/notesSlide5.xml" Id="Rb5998c1544fa43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a6172aef94eaf" /><Relationship Type="http://schemas.openxmlformats.org/officeDocument/2006/relationships/notesSlide" Target="/ppt/notesSlides/notesSlide6.xml" Id="Rf06ab338897343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b060812ba40f0" /><Relationship Type="http://schemas.openxmlformats.org/officeDocument/2006/relationships/notesSlide" Target="/ppt/notesSlides/notesSlide7.xml" Id="R93c97d553b384f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e5eb6af684c5b" /><Relationship Type="http://schemas.openxmlformats.org/officeDocument/2006/relationships/notesSlide" Target="/ppt/notesSlides/notesSlide8.xml" Id="R154b2b1d4c8347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4db1fc5144731" /><Relationship Type="http://schemas.openxmlformats.org/officeDocument/2006/relationships/notesSlide" Target="/ppt/notesSlides/notesSlide9.xml" Id="Rc752eed6789149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7dfc15a0e4622" /><Relationship Type="http://schemas.openxmlformats.org/officeDocument/2006/relationships/notesSlide" Target="/ppt/notesSlides/notesSlide10.xml" Id="R386696a2fd7f47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7F745-2D3D-4247-B44C-8AD1DB33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5972E-80A7-4DDE-AAD2-4AB51645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48141-3B77-4E45-B286-DCC17642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01B0C-31CC-4338-895F-0116CD6D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1E3F8-8ED0-43A0-9A7C-37A7561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39DDD-A1C7-4DAD-BCDE-8150D7F7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8F741-615F-4D00-95C6-537675ED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A7FA6-36E3-4777-AEA3-7411114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1ABC2-CA7A-4910-843E-CC1B442A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Ecosistema de servicios, plataformas y terceros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E7293-6138-441E-8F0B-D9F5F39D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gobernar una promesa cuando depende de servicios internos, plataformas compartidas y terceros que ninguna unidad controla por completo?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0185C-8522-4274-9B08-08366110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48CB8-38A8-44C8-A653-4101F575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46743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D83CB-D86F-4F99-919D-F67092D3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6B9B0-273F-48F2-961E-6EA5B9AE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56839-0ACC-4E64-AEA8-CFB5F52A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A1FD5-1E6A-455C-A0B2-E6A4F7C7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28B5F-3794-4DD1-805D-5F42CC1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B97FC-3D3C-4AC9-87DE-BC0F0DCB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7B354-F767-4084-8101-F4BB3860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754B6-D8B9-49B5-B5A2-08F563EF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promesa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E2FDD-E4C1-4E81-B3D4-A21279E5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6E74B-2E0C-4E56-B567-CFF5319D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0254A-E73C-46A0-BEFC-E7FA7E1E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parte de una llegada y se rastrean capacidades hasta servicios, plataformas, personas y terceros.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9E82F-85CD-42C5-B035-A2F6B824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91FB8-D350-4A34-BC3F-C96CE53B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C3357-1223-4F88-97F9-9FA4524B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CAA7D-72AC-47BF-AB5C-9332415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C275F-DDB7-40DE-B751-2D6C8CCC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146B1-FDD0-46B3-8AAB-0A5003E7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A81FA-7A68-48FE-BA19-F92C1A8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29C43-36B6-45B3-B2EF-3611B062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DFE2F-A687-4CD2-BE4B-B8A5EDDE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D47C0-A331-4F15-A0BE-CB0601E0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695349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E752D-1A19-4CAA-BF36-47411ED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5DD49-1E30-4301-BB04-8C2259C3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DBAC9-A733-4B6E-8EE6-6DE5C55D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1FC15-1ADF-4305-9827-8448AD58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3ACDE-9D83-4A41-A7AE-C3328E4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C1EAB-24A5-43CC-AAF7-622C9713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B3DD7-7B58-45EB-9F29-C4EE8F93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8E32D-02A9-4C1B-87B8-691E182F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Mercado de dependencias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2008D-75EC-417B-A2BE-533E3329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6EF2A-EA2A-4937-8315-C2598FE7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BDBD2-2EFB-4A7F-BF0A-95C1D299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intercambian capacidades externas y descubren concentración, acoplamiento y costos desplazados.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63F97-A384-4260-9F1C-308EEF82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04AE8-30BE-440C-B972-F60457D0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F9414-6C78-4118-8836-F1621210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DE8E9-ADB1-4AFA-BE01-71B80602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79919-1E6D-4504-B823-9E128D35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4572B-8819-4CBE-A975-2AE2AA2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BBB0A-0CB5-492C-85E0-B9D51E05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3F204-FB42-48C7-BD41-286E16C0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B7421-FFE0-4772-AD4F-62EC2D14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1218D-0ED2-43F8-AC0C-7B6B37E5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F9759-8404-4BBD-B3DF-346F29D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B2DC6-2F78-40D8-9B4A-8999D512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119649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5EEBB-CE3C-4187-B61C-B188C3ED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279B3-00D3-4E35-9872-33860BA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595D6-3278-405A-A95B-5C775657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CE2AB-14D3-4D12-B8A3-C2FE821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0C309-9C75-40F8-8651-60607E24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35D65-850A-4378-8602-F89708D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C7E1C-4AE7-49A7-BEBC-A2AB85F3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94F47-510C-4AF4-93A2-47E03D18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Fronteras de confianza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51424-015B-48B7-8D20-655675E2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F8F82-837C-419B-A5E6-D899017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6067E-F3B1-46E6-8CBF-1B196BFA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dependencia recibe una afirmación, una evidencia y una autoridad capaz de actuar si falla.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9F0F1-2162-4C22-AA8D-485A9026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62B44-FAAF-48C5-BD19-B7B57D05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9EC92-22F7-4798-B42D-1B7D85E2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CC458-01C6-4D31-A6A0-D49E52E4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BA28E-10D3-4A7E-A827-457FC248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C347E-3FC3-4873-92E8-93DF1063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956077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17CC6-726B-4829-A50E-F6FBAB7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F84E8-8879-4E8F-A72B-4DE7173C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EB287-4CD0-41D4-98EC-9CD8407E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C6398-0B14-424D-9392-66338ABB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BC035-2B26-4CAC-A360-FBA69206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66569-7766-469B-B1CE-1A77EB86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52705-362B-44AA-93A9-5B4D3B65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F3686-1B01-4A12-A879-1DD63CC7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Apagón del proveedor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6AD92-77BE-4DFC-A0E2-B00535B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B12A0-6EBA-4C33-A330-2225A884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8088E-444F-476C-B580-A17C0D41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PMS queda indisponible. Se ejecuta el modo degradado y se registra quién conserva información y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3DA78-0EA0-4657-94C1-3B02E267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E782A-2261-4489-9F4D-EC111124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8A6DC-4C76-41C3-BA70-5FD05203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9D056-CD06-46ED-9C57-3DC97255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29D6D-03E9-45EF-B876-924DDE0B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D410F-3889-410C-B21F-561B5DFE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523FE-2B08-4705-BC36-893078A1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F4239-390C-4079-B98A-D7E67AB9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499B9-3638-4BFD-B50A-6BB54D3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0AD2C-A47B-4E7B-B43B-5D615C0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3426B-F31B-4D67-9833-28FDE2B8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E8A8F-C728-4CBC-8E2D-2C0EE845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34054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D00B4-A541-4EA7-947A-4105202E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15A-F28E-41D1-802F-A5BCD53B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AD660-E642-456C-B0E0-3F9AE4D2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B1A33-3D2F-4ECC-B226-9183F036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08C19-B89B-4CFB-BF4E-C4DD3AFD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6678B-D94A-4596-8E55-2CE8C99C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90B13-E5D4-4A26-BDA8-89080361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6618C-CD16-43E4-9946-48D18415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Auditoría de degradación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69516-F6BD-41FD-9B29-7C6202E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A72C7-16BE-4B6C-AEA9-71D18C91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26545-3990-4195-8C85-8513725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1991C-93DB-48D9-AD69-A1E3F2F7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34558-B0B2-415C-9DE2-AA28EB3A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Poblaciones durante degradación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0F711-26CA-4520-AEF5-11623B01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verifican límites, duración, población protegida, reconciliación y señales para abandonar el modo alternativo.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43FBA-EFDB-4FF9-A82E-A6FBBD1A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ECDF6-4FA0-46D8-94AC-3E85726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17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6875428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D8E6B-65E2-448F-A2C6-899D1D62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779F7-5ED5-458D-96F0-426B349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3E00A-8EF7-4592-A430-DFD96264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616C5-F724-4C4E-931C-219DE1FF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8EAEC-4091-4513-91D3-7E8FE7C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9505B-604D-4596-9DD6-441B0A2F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CEB93-1F8B-4A4A-A2A5-F81F4A4A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C69FF-FF17-4429-81E1-173B49A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Contrato contra capacidad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5C6AE-F767-4605-8E1C-32157232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69778-C231-4AF1-9B0F-F49D826F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EC65F-F443-4955-B1E4-FC92CDDA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9952D-FC9C-4EF6-AC11-90D0B68D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572E2-FDC2-43B4-8C15-DA937C3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cláusula promete disponibilidad, pero no existe soporte nocturno. Los equipos separan obligación formal y capacidad real.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35B8D-4D17-4371-A4BB-D0AC0157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821350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5C657-153C-4911-B964-F2F4FC58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F7932-2094-4315-A271-CC806E5F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A8EEC-4BF4-486B-9302-779767DC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F4140-7736-4CD3-8814-3C8629F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2420C-B368-4318-87E6-319B8E2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222EB-FE1A-42B9-AD04-921D9031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E20C1-D0EB-4092-A7A2-CC52350D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66613-D990-4B74-B8BE-E03BA1C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Ensayo de salida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ED80D-B5AB-4B57-B845-E7BDCA61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7E9D8-58FD-48AB-941C-FCD2A6A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EBA9A-11B0-4BD2-BC07-8D9A6985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migra una muestra de datos y operación a otra alternativa. Deben preservarse significado, trazabilidad y continuidad.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8398B-8D05-4BAA-8B10-14D73A3B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47B2C-6A5A-464A-8F99-2AE6917B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C6F96-4E6F-4BDD-B051-28C1F962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89943-E1AD-4C2B-A114-E19F820F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AD63C-209C-42EB-B193-42895B5F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CA151-3251-4625-9B5C-5E68EA50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87B01-E72F-492C-B206-299487EA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A27D2-6BD2-4E61-A332-47923E5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92001-97FC-4A91-BDE3-814725E4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B25B9-2716-40DD-8083-7264B56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C4231-DBCA-4EFC-BEE0-07F271FB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4C87C3-7E48-4CDF-8178-157FDD5D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55783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E80DB-8398-4AE1-B566-18229F8F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37D03-B80D-418B-992C-89A70655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60F58-050C-431E-81D7-6CF268EC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7B297-44F2-43EA-A5E2-626978F2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E068F-E0DE-450C-81A0-75E848A1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55C66-82CC-4D43-B7B8-DD840CBC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3900D-A6E5-4B92-857C-BEF7316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FED76-260A-48F8-B413-A95D9E0C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724A8-D8A9-459E-8D19-50D71961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08BE9-DC6A-4968-AEB9-F827A27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8A501-2A83-4290-81E1-F53200CC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Las fallas observadas se convierten en contratos sintácticos, semánticos, temporales y operacionales para N27.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12DDD-0721-45D9-8B1A-306990E4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1AFAE-1C9D-495C-896C-A16E3D4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64B00-2608-461A-A8BF-6375C7DC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C7233-FF4D-4D80-9ED8-736BF85A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8A758-76F9-4C06-A86D-5958A19B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8321C-69D6-4898-9424-86C03D8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317F8-C3FB-417B-BAB9-BBBAC820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0B1AB-E55E-474B-93DA-975632AC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CAB85-14C5-4BCE-B8ED-4736FED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F004E-DDE4-46A8-9932-0495B53F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B54AA-C7B3-4252-BB0A-96BE45D2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58F36-4188-487B-A8CB-A5471B9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2854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9E2C0-CFE1-4783-8159-C9F2F3F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7D490-2409-405E-A978-CF377ECA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N26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C333D-8A9A-454A-8094-6AB34545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5A9B9-2F76-4FEA-944C-A9647BC5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2F0C6-7E7D-4BE3-A6E8-44A784B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67919-EB33-48CD-A8E6-5FE27B7F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50A61-C64C-4B23-A42A-6C51581F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988C1-B1FE-477C-B6BB-8C800678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1E629-D36D-4CFD-9E08-4ED3340F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E8BFA-E238-410D-ADF9-6CAC155A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48F32-726D-449C-BF1B-75DD7565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62F86-1EFE-44E6-9689-62564250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2BFB5-438C-4BB9-873B-513C92B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90DFC-7D18-4815-8DA5-A345FD3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C3E59-D6E5-4F09-88DD-9853ABCE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ecosistema HH-26 con dependencias gobernadas, degradación ensayada y estrategia de salida.</a:t>
            </a:r>
          </a:p>
        </p:txBody>
      </p:sp>
    </p:spTree>
    <p:extLst>
      <p:ext uri="{BB962C8B-B14F-4D97-AF65-F5344CB8AC3E}">
        <p14:creationId xmlns:p14="http://schemas.microsoft.com/office/powerpoint/2010/main" val="700825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2026-09-14T03:54:45.1490000Z</dcterms:created>
  <dcterms:modified xsi:type="dcterms:W3CDTF">2026-09-14T03:54:45.1490000Z</dcterms:modified>
</coreProperties>
</file>