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52dd29c8934aed" /><Relationship Type="http://schemas.openxmlformats.org/officeDocument/2006/relationships/extended-properties" Target="/docProps/app.xml" Id="Rf53bcf8675b14a42" /><Relationship Type="http://schemas.openxmlformats.org/officeDocument/2006/relationships/officeDocument" Target="/ppt/presentation.xml" Id="R6d3e36bb9cbd48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957ee8911c4bb6"/>
  </p:sldMasterIdLst>
  <p:notesMasterIdLst>
    <p:notesMasterId xmlns:r="http://schemas.openxmlformats.org/officeDocument/2006/relationships" r:id="R6d7f64b05f894bb3"/>
  </p:notesMasterIdLst>
  <p:sldIdLst>
    <p:sldId xmlns:r="http://schemas.openxmlformats.org/officeDocument/2006/relationships" id="256" r:id="Rc438ccf9062d4651"/>
    <p:sldId xmlns:r="http://schemas.openxmlformats.org/officeDocument/2006/relationships" id="257" r:id="Reb452463f7c74ff9"/>
    <p:sldId xmlns:r="http://schemas.openxmlformats.org/officeDocument/2006/relationships" id="258" r:id="R510a2b9db5d442f6"/>
    <p:sldId xmlns:r="http://schemas.openxmlformats.org/officeDocument/2006/relationships" id="259" r:id="R4a12bdadfa86488d"/>
    <p:sldId xmlns:r="http://schemas.openxmlformats.org/officeDocument/2006/relationships" id="260" r:id="Ra0b2e80711194b3f"/>
    <p:sldId xmlns:r="http://schemas.openxmlformats.org/officeDocument/2006/relationships" id="261" r:id="R6f6869ea0f034b58"/>
    <p:sldId xmlns:r="http://schemas.openxmlformats.org/officeDocument/2006/relationships" id="262" r:id="Rf8fad1df33ba432e"/>
    <p:sldId xmlns:r="http://schemas.openxmlformats.org/officeDocument/2006/relationships" id="263" r:id="R49a860e9d6df4962"/>
    <p:sldId xmlns:r="http://schemas.openxmlformats.org/officeDocument/2006/relationships" id="264" r:id="Ra4162beda1494227"/>
    <p:sldId xmlns:r="http://schemas.openxmlformats.org/officeDocument/2006/relationships" id="265" r:id="R8be1fc5b90b04b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0144c5461d4c4e" /><Relationship Type="http://schemas.openxmlformats.org/officeDocument/2006/relationships/slideMaster" Target="/ppt/slideMasters/slideMaster1.xml" Id="R45957ee8911c4bb6" /><Relationship Type="http://schemas.openxmlformats.org/officeDocument/2006/relationships/notesMaster" Target="/ppt/notesMasters/notesMaster1.xml" Id="R6d7f64b05f894bb3" /><Relationship Type="http://schemas.openxmlformats.org/officeDocument/2006/relationships/presProps" Target="/ppt/presProps.xml" Id="R0d349ca304be4fde" /><Relationship Type="http://schemas.openxmlformats.org/officeDocument/2006/relationships/tableStyles" Target="/ppt/tableStyles.xml" Id="R998ee021c9da4732" /><Relationship Type="http://schemas.openxmlformats.org/officeDocument/2006/relationships/slide" Target="/ppt/slides/slide1.xml" Id="Rc438ccf9062d4651" /><Relationship Type="http://schemas.openxmlformats.org/officeDocument/2006/relationships/slide" Target="/ppt/slides/slide2.xml" Id="Reb452463f7c74ff9" /><Relationship Type="http://schemas.openxmlformats.org/officeDocument/2006/relationships/slide" Target="/ppt/slides/slide3.xml" Id="R510a2b9db5d442f6" /><Relationship Type="http://schemas.openxmlformats.org/officeDocument/2006/relationships/slide" Target="/ppt/slides/slide4.xml" Id="R4a12bdadfa86488d" /><Relationship Type="http://schemas.openxmlformats.org/officeDocument/2006/relationships/slide" Target="/ppt/slides/slide5.xml" Id="Ra0b2e80711194b3f" /><Relationship Type="http://schemas.openxmlformats.org/officeDocument/2006/relationships/slide" Target="/ppt/slides/slide6.xml" Id="R6f6869ea0f034b58" /><Relationship Type="http://schemas.openxmlformats.org/officeDocument/2006/relationships/slide" Target="/ppt/slides/slide7.xml" Id="Rf8fad1df33ba432e" /><Relationship Type="http://schemas.openxmlformats.org/officeDocument/2006/relationships/slide" Target="/ppt/slides/slide8.xml" Id="R49a860e9d6df4962" /><Relationship Type="http://schemas.openxmlformats.org/officeDocument/2006/relationships/slide" Target="/ppt/slides/slide9.xml" Id="Ra4162beda1494227" /><Relationship Type="http://schemas.openxmlformats.org/officeDocument/2006/relationships/slide" Target="/ppt/slides/slide10.xml" Id="R8be1fc5b90b04b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337e2b57c745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6b262ca8b84639" /><Relationship Type="http://schemas.openxmlformats.org/officeDocument/2006/relationships/notesMaster" Target="/ppt/notesMasters/notesMaster1.xml" Id="R3ce54745c5704b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26f7e5795941c2" /><Relationship Type="http://schemas.openxmlformats.org/officeDocument/2006/relationships/notesMaster" Target="/ppt/notesMasters/notesMaster1.xml" Id="Ra607b45460e44b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823a1ed6354809" /><Relationship Type="http://schemas.openxmlformats.org/officeDocument/2006/relationships/notesMaster" Target="/ppt/notesMasters/notesMaster1.xml" Id="R29e2727dc6e549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c519bfb94b49f2" /><Relationship Type="http://schemas.openxmlformats.org/officeDocument/2006/relationships/notesMaster" Target="/ppt/notesMasters/notesMaster1.xml" Id="R4768eab391364a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807d5171b64f52" /><Relationship Type="http://schemas.openxmlformats.org/officeDocument/2006/relationships/notesMaster" Target="/ppt/notesMasters/notesMaster1.xml" Id="R55f44d9a5d5846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d3f4d274304ad1" /><Relationship Type="http://schemas.openxmlformats.org/officeDocument/2006/relationships/notesMaster" Target="/ppt/notesMasters/notesMaster1.xml" Id="R8dac3c3f88da43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1c0dbcb8514764" /><Relationship Type="http://schemas.openxmlformats.org/officeDocument/2006/relationships/notesMaster" Target="/ppt/notesMasters/notesMaster1.xml" Id="R37ac6da9444d46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a6df4746ce4c53" /><Relationship Type="http://schemas.openxmlformats.org/officeDocument/2006/relationships/notesMaster" Target="/ppt/notesMasters/notesMaster1.xml" Id="R60838620561f4a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c20d5f71c148b1" /><Relationship Type="http://schemas.openxmlformats.org/officeDocument/2006/relationships/notesMaster" Target="/ppt/notesMasters/notesMaster1.xml" Id="Re80f93543c7645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6df9bda94a4dfb" /><Relationship Type="http://schemas.openxmlformats.org/officeDocument/2006/relationships/notesMaster" Target="/ppt/notesMasters/notesMaster1.xml" Id="R771be3c061b242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Hoy vamos a trabajar sobre Ecosistema de servicios, plataformas y terceros.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Quiero empezar con una pregunta. ¿Cómo gobernar una promesa cuando depende de servicios internos, plataformas compartidas y terceros que ninguna unidad controla por completo?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Tómense un minuto para responder con sus propias palabras. No busquen una definición perfecta ni traten de adivinar qué respuesta espero. Anoten qué creen ahora y qué dato les falta para estar más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capacidad depende de este tercero? ¿Qué evidencia sostiene la confianza?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vamos a comparar las respuestas. Si aparecen posiciones distintas, esa diferencia nos va a servir para reconocer los supuestos con los que cada uno llegó al encuentro.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empezar con una primera toma de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parte de una llegada y se rastrean capacidades hasta servicios, plataformas, personas y terceros.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primera respuesta funciona como una referencia. Más adelante podremos ver si cambió y por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evidencia sostiene la confianza? ¿Quién puede activar degradación?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Cuando todos hayan dejado una posición visible, seguimos.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Ahora vamos a poner en común lo que cada uno vio y a comparar diferencias.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equipos intercambian capacidades externas y descubren concentración, acoplamiento y costos desplazados.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intenten borrar el desacuerdo demasiado rápido. Una diferencia puede mostrar que estamos usando criterios distintos o mirando consecuencias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15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puede activar degradación? ¿Qué población pierde primero?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continuar, quiero que cada equipo pueda señalar por lo menos una diferencia que cambiaría una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Detengámonos en la distinción que necesitamos para poder decidir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dependencia recibe una afirmación, una evidencia y una autoridad capaz de actuar si falla.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necesitamos repasar toda la lectura. Vamos a usar el concepto solamente donde ayuda a interpretar lo que tenemos delante.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15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población pierde primero? ¿Cómo se reconcilia al volver?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Seguimos cuando la distinción pueda explicarse con un ejemplo del caso y no solamente con una definición.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esa distinción disponible, vamos a reconstruir el problema sobre un caso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PMS queda indisponible. Se ejecuta el modo degradado y se registra quién conserva información y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Busquen relaciones que otra persona pueda seguir. Una afirmación gana valor cuando podemos mostrar en qué evidencia se apoya y qué decisión modifica.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¿Cómo se reconcilia al volver? ¿Qué impide una salida real?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avanzar, dejen la producción en una forma que otro equipo pueda leer y revisar.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Voy a incorporar información nueva. La idea es observar si nuestra explicación resiste o necesita cambiar.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verifican límites, duración, población protegida, reconciliación y señales para abandonar el modo alternativo.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 de posición frente a evidencia nueva no es un error. Es una señal de que el razonamiento permanece abierto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17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impide una salida real? ¿Qué capacidad depende de este tercero?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Anoten con claridad qué cambió, qué se mantiene y qué decisión queda habilitada por la evidencia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Llegó el momento de revisar el trabajo de otro equipo con cuidado y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cláusula promete disponibilidad, pero no existe soporte nocturno. Los equipos separan obligación formal y capacidad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buena objeción no reemplaza el trabajo ajeno. Señala una relación débil y propone qué observación permitiría examinarla.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17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capacidad depende de este tercero? ¿Qué evidencia sostiene la confianza?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revisión termina cuando la objeción señala una relación concreta y propone una prueba posible.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defender una posición provisional y a explicar en qué evidencia se apoya.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migra una muestra de datos y operación a otra alternativa. Deben preservarse significado, trazabilidad y continuidad.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Sean breves y específicos. Necesitamos escuchar qué sostienen, con qué evidencia y bajo qué condición aceptarían revisar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evidencia sostiene la confianza? ¿Quién puede activar degradación?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cierra cuando puede sostener una decisión provisional y también puede nombrar su límite.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terminar esta secuencia, vamos a registrar qué cambió y qué pregunta queda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Las fallas observadas se convierten en contratos sintácticos, semánticos, temporales y operacionales para N27.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registro final importa porque nos permite reconstruir el aprendizaje sin depender de la memoria del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puede activar degradación? ¿Qué población pierde primero?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terminar, dejen por escrito qué aprendieron y qué evidencia todavía podría cambiar su posición.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cerrar, vuelvan por un momento a la respuesta que dieron al comienzo.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Completen estas tres frases con una idea concreta. Antes pensaba. Ahora sostengo. Todavía revisaría mi posición si apareciera determinada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hace falta mostrar una conclusión definitiva. Lo importante es poder explicar qué cambió, qué produjo ese cambio y qué pregunta sigue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resultado que buscamos hoy es este. Cada equipo entrega un mapa de ecosistema HH-26 con dependencias gobernadas, degradación ensayada y estrategia de salida.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Dejen ese registro por escrito. Va a ser el punto de partida para el próximo encuentro y una huella del recorrido que estamos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ca8779e64b41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c83ce90f434f19" /><Relationship Type="http://schemas.openxmlformats.org/officeDocument/2006/relationships/slideLayout" Target="/ppt/slideLayouts/slideLayout1.xml" Id="R647863dcf87249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7863dcf87249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1ea9d3df64ed2" /><Relationship Type="http://schemas.openxmlformats.org/officeDocument/2006/relationships/notesSlide" Target="/ppt/notesSlides/notesSlide1.xml" Id="Rcbdf8df3b32e4a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7daa5130e4005" /><Relationship Type="http://schemas.openxmlformats.org/officeDocument/2006/relationships/notesSlide" Target="/ppt/notesSlides/notesSlide2.xml" Id="R0aa1c10c528545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96755e23c47de" /><Relationship Type="http://schemas.openxmlformats.org/officeDocument/2006/relationships/notesSlide" Target="/ppt/notesSlides/notesSlide3.xml" Id="R21ffa4443cdc47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40b84a9f34183" /><Relationship Type="http://schemas.openxmlformats.org/officeDocument/2006/relationships/notesSlide" Target="/ppt/notesSlides/notesSlide4.xml" Id="R3a93fb9555f040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b65f311434c20" /><Relationship Type="http://schemas.openxmlformats.org/officeDocument/2006/relationships/notesSlide" Target="/ppt/notesSlides/notesSlide5.xml" Id="R1ff88720bc394f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b1c0b9bc54943" /><Relationship Type="http://schemas.openxmlformats.org/officeDocument/2006/relationships/notesSlide" Target="/ppt/notesSlides/notesSlide6.xml" Id="R2291071597be49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de588c66542c8" /><Relationship Type="http://schemas.openxmlformats.org/officeDocument/2006/relationships/notesSlide" Target="/ppt/notesSlides/notesSlide7.xml" Id="Rf6bbfc5081d04b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d866009844923" /><Relationship Type="http://schemas.openxmlformats.org/officeDocument/2006/relationships/notesSlide" Target="/ppt/notesSlides/notesSlide8.xml" Id="Rea7637074bca4e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bc4571a524558" /><Relationship Type="http://schemas.openxmlformats.org/officeDocument/2006/relationships/notesSlide" Target="/ppt/notesSlides/notesSlide9.xml" Id="R613dccb25ca74f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13f6941644ada" /><Relationship Type="http://schemas.openxmlformats.org/officeDocument/2006/relationships/notesSlide" Target="/ppt/notesSlides/notesSlide10.xml" Id="R87aaf461805943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30B33-414B-4DFA-B54C-F8E49C48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7E21F-C26E-42D1-BF2A-B116E9E2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8AE93-3238-451F-A1C1-D0B1A053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37CD0-0E2C-43EC-BDA7-B6641504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7689F-9368-4CA8-BDB2-C9FD093B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C79B3-D09F-4769-AE19-83F4AB30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D45012-8770-4CA0-96C2-C0AA42BF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1198F-7C14-4B7B-9770-70741E73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B06891-2708-4461-9D93-AF101445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Ecosistema de servicios, plataformas y terceros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360E67-369A-4D41-B149-ED434B4E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gobernar una promesa cuando depende de servicios internos, plataformas compartidas y terceros que ninguna unidad controla por completo?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BE9B67-D15E-4D8F-89A6-50AD56BD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52F20A-BC66-4C33-96DC-93765DC1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6404082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22DC45-AD81-4E2A-BADC-97B5400B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BCE23-1C27-46E1-8BB1-3C42C88C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BD5B70-5A83-4002-87D3-9FCDAA3B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60569-E3FA-4767-B698-59761122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12B57-C5CF-420F-863D-656F2706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ED104-7148-4193-9FB6-ED15A7BC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9E0EC-4F7D-4CBE-BF6C-F905775D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912BE-5FBE-4DC4-B41B-B0302BE2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Cadena de promesa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EE1C54-39A2-4E13-91DC-0403A981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498A2-14FE-4CFF-BB77-A51EC85E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BDB567-467A-4BED-8FE9-1556A4D4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parte de una llegada y se rastrean capacidades hasta servicios, plataformas, personas y terceros.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DFD57-AC56-456C-87B4-7712A318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8F1F74-EFF8-4465-8D43-1F8333CB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1D899D-A658-4226-AEC7-65FEF0A2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481413-55A3-436C-8926-8076C3DF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4DEE70-699B-4E87-9B3A-8F48DD11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AA28E6-4E8D-4EB4-B57B-F211F70D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442D18-3C47-4A4A-A4E5-8FFD2DED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902E22-4BAA-4BC8-BD5A-5463B897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C15DA8-6B82-414F-859B-5BDE538B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676C4F-80FB-4970-9BD1-28515B8F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20202280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EF80E2-8734-4617-8744-21FDD50E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FA4EE-91CE-4D1A-95E7-1CD59189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5A17E-5D72-484A-83E9-B3311DF9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E8AF5-F720-4F5F-B3D6-5FDFFBEB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C9484-4DFB-4AD4-AC39-363D69EB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7B840-B3E5-4DA3-971E-167EB801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995210-BE2B-43FF-9B79-8D8CCC82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C7D769-7BA1-4D3E-B042-861DA386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Mercado de dependencias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1381C-35A0-4005-8EE2-40C7F86D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9C34E-FE78-4B7B-A3C7-70AA832A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66A54-E228-47A0-8503-9382FED8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intercambian capacidades externas y descubren concentración, acoplamiento y costos desplazados.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050E8-4C01-475B-863D-32E994A3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0DD7AA-764D-4AEF-9D38-6F0AE1CB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F17BB1-CEB8-4DEF-A3C6-69C51195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42CC67-3C3F-4E85-885E-EF19CC64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7039A3-133D-4AF7-8315-44EC2371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10BCCD-95C0-41F8-A816-DBA940B1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5DE82A-FD49-4AAF-8CE6-3772CD71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5784C4-A86B-49F5-ADDA-993E7AB0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50A9C3-3974-4547-BC22-A2147061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C259AC-E682-4632-8713-F002FB19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57F7BB-74EB-4E8A-9CFC-3FC280F3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07EECF-F480-48DD-B60D-CEBE06C3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9540672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8F63A-8A96-4196-B7F1-8A80C46A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954EC-E7FC-4497-AEC0-6471EB3A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A8B8CA-18AF-4BB0-8828-CE7A5B1E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20A23-B598-4E06-98E4-1060705A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B5483-8EE5-4235-AEAA-4859DC8D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B9A27-8FAE-4C3B-AC88-6DEC012F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2A4D1-B3B9-4CA8-9A7D-4A4371FC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7783A3-2641-47DF-B8EC-3FDD695A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Fronteras de confianza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707F49-E60D-4988-B869-BAFF5A5B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787E38-BA1F-4E16-B5F7-75A303C2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F44FA6-5D17-47C7-B4DD-5CF0545E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dependencia recibe una afirmación, una evidencia y una autoridad capaz de actuar si falla.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1C7574-CE7B-4B59-86A2-7148A1C4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466570-A62E-4644-9FD2-04A7AC10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765891-15E3-45A4-9443-04DB52FC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A213BE-EBAA-4C6C-9B96-BB9589E2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B52081-AC67-415B-9351-AA4DAFBA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FF1E92-C7E2-477B-BE0B-D4E248A5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6303971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CF7B0E-659C-487B-969F-2D6CD4FF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19191-4D9A-40A5-9ED4-1A378629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7C76B-E4BE-4A81-BBE6-4E038962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7DE99-EDCA-49E6-B9A7-D4D8445F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E36A0-AD44-4775-B8DE-0AAE73D0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B77A9A-5E9B-4EB7-B909-8A3BDF4F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3EE6E-AC45-410C-919A-7670B7F1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2318A-088A-4E25-8766-1BA70C6A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Apagón del proveedor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A7EAE-6B5B-480A-A889-675ED115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68B90D-C8FA-487E-8EAE-16897B3A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765012-1599-4A00-8E1E-AEFA537F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PMS queda indisponible. Se ejecuta el modo degradado y se registra quién conserva información y decisión.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EC7AA2-3E96-4576-86CF-E1275DE3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01DE3-4734-4CBE-A525-9DF57C4D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887B66-D59C-4DE0-AB2F-EAB768A0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E21C75-B9D2-47D1-994E-3AF8ED90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F7A5F5-5B71-4750-88FE-911164FB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AE163F-435E-43C6-A709-AA5571C0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E35AFE-234B-49A4-A702-570A71EC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250646-DEC4-4B71-9209-62870FE5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049D77-EE7C-4211-AD27-C7170624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3924AD-E849-48ED-9643-9B683E35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CB00DF-1E60-49FB-8986-FE5E03C1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49B596-5C17-49ED-A4AF-C9B6D8E5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466921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F56E78-B462-48AF-AAF4-CD142D1E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593B8-9184-4CE3-B339-107375FB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07103-30DE-4364-87B0-96EE3EA5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B0ECD-D20C-4801-82B9-B545265D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B1D89-98A8-4B4E-B147-7E086D4D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74742-D21A-4622-A3AF-0F582011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5AB23-4CB8-4FE7-8C03-9DC18730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A437F-8A11-438B-81B2-AB1FCF1D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Auditoría de degradación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AD813-1C17-43FF-8783-0585F583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8A7962-5DC9-4529-8535-7C2ACE06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B7F54A-BD2C-476E-A356-75A4F629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857485-0BDB-4E74-A1BE-1F5A420D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77486E-9887-4233-80C7-99982BEF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Poblaciones durante degradación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CC415A-5AB6-4048-999B-89EDC278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Se verifican límites, duración, población protegida, reconciliación y señales para abandonar el modo alternativo.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D7E238-3CC1-4D9B-81CA-2B245BAE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60A488-BFDB-4A82-8CD5-52D6DA1A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17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3267333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F8646D-623D-4527-963B-407FD124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36053-70C8-46D0-81D2-39C35B55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5935D-0C0A-40FA-937D-CDDB29B3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4901D-5BAC-4F73-9E14-27454FEE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9104F-DD46-42FD-9F55-7C8F95C4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35AF4-C508-445F-ADB5-A7C26230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B5665-01C8-4552-BEF1-1C0D313A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1A901-8A0D-4826-979A-726B9389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Contrato contra capacidad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61A38-0F33-4B2C-8C17-AAB0A3FB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57A9BE-A162-4617-A34A-43AB568F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A72B23-37B9-4E07-9CC8-D1629A1C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B5C0D5-D723-4BAA-A342-80B49EEC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C4641A-59E8-4F10-82A7-220DB6E9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Una cláusula promete disponibilidad, pero no existe soporte nocturno. Los equipos separan obligación formal y capacidad real.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C3226D-BC0A-4262-8F2D-1D535855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10145390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3DB4AE-585B-470A-94B1-E31BC703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7C47B-43F0-4F02-83B7-F7899C82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A2935-A8BD-46BB-98DB-4DCAF2B0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45528-ABE2-4F7D-996E-78286DB5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E8400-BF66-4751-AB83-8212830D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74525-2755-4C9F-8A92-4992C995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85EA0-5AE6-4344-AAB6-F658E9A4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ABC74-07FE-48CC-BE5A-FC7FDFD3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Ensayo de salida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98DA3-6D2E-4B47-96A6-3908E71B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03CD8-7613-41C9-9C60-C93F8D5C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EAC873-9344-42C8-BF2C-BBCE6C80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migra una muestra de datos y operación a otra alternativa. Deben preservarse significado, trazabilidad y continuidad.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95C602-460D-401A-96CE-EEDBC41D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B4A340-2F88-42C0-BA4D-CEB161B6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A85D28-FE2B-406C-8BCB-413B87C4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13392E-7828-4C23-9133-3197F7B3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AD0DF-B498-4C47-B7B9-85B5D125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40A94B-8202-47C9-B14C-0809FA74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E99882-BC1A-41D9-89A0-733B1B0C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06A7BE-01FD-4ECB-9D50-28E55CFD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C0EBE6-604F-486B-AB8B-0897D04E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3CB06A-A43C-423A-9920-3E9CB0EC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E4C9C1-8D26-4643-86FE-5395F4B3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E4625E-94E0-44EC-894E-DAAD4F2E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1232088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9EE8C7-2B4B-4416-ADDD-60FAB9E0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90933-B84E-4FE6-85F3-DDAAB776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1BC38-84CE-4277-B878-ECC6BDAE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E0EDD-7C77-4929-BD03-30E6BBF3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E776E-3D40-47F6-A9E4-9CA0ACC3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007B8-246E-48C8-A765-6DE41376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F4DF6-4364-4697-8238-7C9F1440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311E67-37FF-4FF8-8083-69E48B71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E4050C-A4B0-4300-B88A-F2B1D85E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348F73-5EB1-4115-B829-7D6A864A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029EFB-4799-44FA-92CA-E490C26A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Las fallas observadas se convierten en contratos sintácticos, semánticos, temporales y operacionales para N27.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28B6F-B6EA-4D4F-9912-A4BF8782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7BFD4B-C4DF-4144-8879-80477F9E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D93B91-3E36-427B-99EE-191683F9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4DBF51-1E07-4041-8A20-F91C4606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4FD9B7-D434-4FBB-A0A1-6AB46AC6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D0532B-1E0A-47A6-96DF-F155C36F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BB9BE2-0BF8-4C09-A2A5-96ECAFAD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D28488-3E91-4EBB-85BB-719DB4DC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ADFFB8-B284-423E-861A-D83F76FE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E332F2-6589-4C90-91CC-C51C62E4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414F91-5329-48C1-95DB-DF574D54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B65A8F-B4E7-4FA5-A463-A0287BFF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674696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38B397-27AA-4AD6-8113-A01F47DA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F9F78-36F8-4E24-87B5-612CC453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0C0ED-74FF-4642-9223-9285FF08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53D20-9600-4793-97E0-F9217C22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F4A99-6124-4F59-B33C-B2D11355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8C774-52E2-48BF-A94D-E5B6079B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DD998-17FE-47A5-9743-01227D81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AAF65-328E-443F-A695-D7C0F33D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E5EB30-DDAA-4324-B6D7-15DC1E3D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E3595E-477E-4402-9FE7-E8FD97E9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72A9A-E455-439B-844B-35D91077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F4C54D-B059-4CFD-8DA1-0DBACC3B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0C2226-36E8-4540-918B-F1BE246F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798706-6C28-44CC-812E-6EDF2B5F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1348DF-DCD7-47A4-8003-BCC8FD9B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mapa de ecosistema HH-26 con dependencias gobernadas, degradación ensayada y estrategia de salida.</a:t>
            </a:r>
          </a:p>
        </p:txBody>
      </p:sp>
    </p:spTree>
    <p:extLst>
      <p:ext uri="{BB962C8B-B14F-4D97-AF65-F5344CB8AC3E}">
        <p14:creationId xmlns:p14="http://schemas.microsoft.com/office/powerpoint/2010/main" val="17187948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2026-09-15T15:47:21.9580000Z</dcterms:created>
  <dcterms:modified xsi:type="dcterms:W3CDTF">2026-09-15T15:47:21.9580000Z</dcterms:modified>
</coreProperties>
</file>