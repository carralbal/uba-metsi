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d670c0830d4fdc" /><Relationship Type="http://schemas.openxmlformats.org/officeDocument/2006/relationships/extended-properties" Target="/docProps/app.xml" Id="R645493b8ec6a43e5" /><Relationship Type="http://schemas.openxmlformats.org/officeDocument/2006/relationships/officeDocument" Target="/ppt/presentation.xml" Id="Ref632fed246a44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d39d01b0e94e4e"/>
  </p:sldMasterIdLst>
  <p:notesMasterIdLst>
    <p:notesMasterId xmlns:r="http://schemas.openxmlformats.org/officeDocument/2006/relationships" r:id="Rabd20d4ed8dc4a23"/>
  </p:notesMasterIdLst>
  <p:sldIdLst>
    <p:sldId xmlns:r="http://schemas.openxmlformats.org/officeDocument/2006/relationships" id="256" r:id="Ra7897af5b1984003"/>
    <p:sldId xmlns:r="http://schemas.openxmlformats.org/officeDocument/2006/relationships" id="257" r:id="R3f4a00c5fd464b1b"/>
    <p:sldId xmlns:r="http://schemas.openxmlformats.org/officeDocument/2006/relationships" id="258" r:id="Rf3d99d43f48a4467"/>
    <p:sldId xmlns:r="http://schemas.openxmlformats.org/officeDocument/2006/relationships" id="259" r:id="Rcfec6953e3054a0c"/>
    <p:sldId xmlns:r="http://schemas.openxmlformats.org/officeDocument/2006/relationships" id="260" r:id="Rf77acfe912c54f6f"/>
    <p:sldId xmlns:r="http://schemas.openxmlformats.org/officeDocument/2006/relationships" id="261" r:id="R5b79b0e0f9034ddd"/>
    <p:sldId xmlns:r="http://schemas.openxmlformats.org/officeDocument/2006/relationships" id="262" r:id="R0603e391bb434fe8"/>
    <p:sldId xmlns:r="http://schemas.openxmlformats.org/officeDocument/2006/relationships" id="263" r:id="Raf63579b73f24385"/>
    <p:sldId xmlns:r="http://schemas.openxmlformats.org/officeDocument/2006/relationships" id="264" r:id="R7fbbcfa2e109485d"/>
    <p:sldId xmlns:r="http://schemas.openxmlformats.org/officeDocument/2006/relationships" id="265" r:id="R4ae9cca3ee1e46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5094914a644822" /><Relationship Type="http://schemas.openxmlformats.org/officeDocument/2006/relationships/slideMaster" Target="/ppt/slideMasters/slideMaster1.xml" Id="R54d39d01b0e94e4e" /><Relationship Type="http://schemas.openxmlformats.org/officeDocument/2006/relationships/notesMaster" Target="/ppt/notesMasters/notesMaster1.xml" Id="Rabd20d4ed8dc4a23" /><Relationship Type="http://schemas.openxmlformats.org/officeDocument/2006/relationships/presProps" Target="/ppt/presProps.xml" Id="R065bf010508444ee" /><Relationship Type="http://schemas.openxmlformats.org/officeDocument/2006/relationships/tableStyles" Target="/ppt/tableStyles.xml" Id="R073e6a82bd99434d" /><Relationship Type="http://schemas.openxmlformats.org/officeDocument/2006/relationships/slide" Target="/ppt/slides/slide1.xml" Id="Ra7897af5b1984003" /><Relationship Type="http://schemas.openxmlformats.org/officeDocument/2006/relationships/slide" Target="/ppt/slides/slide2.xml" Id="R3f4a00c5fd464b1b" /><Relationship Type="http://schemas.openxmlformats.org/officeDocument/2006/relationships/slide" Target="/ppt/slides/slide3.xml" Id="Rf3d99d43f48a4467" /><Relationship Type="http://schemas.openxmlformats.org/officeDocument/2006/relationships/slide" Target="/ppt/slides/slide4.xml" Id="Rcfec6953e3054a0c" /><Relationship Type="http://schemas.openxmlformats.org/officeDocument/2006/relationships/slide" Target="/ppt/slides/slide5.xml" Id="Rf77acfe912c54f6f" /><Relationship Type="http://schemas.openxmlformats.org/officeDocument/2006/relationships/slide" Target="/ppt/slides/slide6.xml" Id="R5b79b0e0f9034ddd" /><Relationship Type="http://schemas.openxmlformats.org/officeDocument/2006/relationships/slide" Target="/ppt/slides/slide7.xml" Id="R0603e391bb434fe8" /><Relationship Type="http://schemas.openxmlformats.org/officeDocument/2006/relationships/slide" Target="/ppt/slides/slide8.xml" Id="Raf63579b73f24385" /><Relationship Type="http://schemas.openxmlformats.org/officeDocument/2006/relationships/slide" Target="/ppt/slides/slide9.xml" Id="R7fbbcfa2e109485d" /><Relationship Type="http://schemas.openxmlformats.org/officeDocument/2006/relationships/slide" Target="/ppt/slides/slide10.xml" Id="R4ae9cca3ee1e46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8e165c12b640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ece547c0ed4380" /><Relationship Type="http://schemas.openxmlformats.org/officeDocument/2006/relationships/notesMaster" Target="/ppt/notesMasters/notesMaster1.xml" Id="Rfd969d95005e41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944dac56b9414f" /><Relationship Type="http://schemas.openxmlformats.org/officeDocument/2006/relationships/notesMaster" Target="/ppt/notesMasters/notesMaster1.xml" Id="R95f3a59198194c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f6cf3df6d54922" /><Relationship Type="http://schemas.openxmlformats.org/officeDocument/2006/relationships/notesMaster" Target="/ppt/notesMasters/notesMaster1.xml" Id="R21b2a92488a342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6081faf6ec4138" /><Relationship Type="http://schemas.openxmlformats.org/officeDocument/2006/relationships/notesMaster" Target="/ppt/notesMasters/notesMaster1.xml" Id="R1cc7525c894c4e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b881abdfab4273" /><Relationship Type="http://schemas.openxmlformats.org/officeDocument/2006/relationships/notesMaster" Target="/ppt/notesMasters/notesMaster1.xml" Id="R358c01fa075f46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08c470392a4dbe" /><Relationship Type="http://schemas.openxmlformats.org/officeDocument/2006/relationships/notesMaster" Target="/ppt/notesMasters/notesMaster1.xml" Id="R53b8528695bf43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3224d508784c87" /><Relationship Type="http://schemas.openxmlformats.org/officeDocument/2006/relationships/notesMaster" Target="/ppt/notesMasters/notesMaster1.xml" Id="R8e0852a09b1a4e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fc3aef9ca848d2" /><Relationship Type="http://schemas.openxmlformats.org/officeDocument/2006/relationships/notesMaster" Target="/ppt/notesMasters/notesMaster1.xml" Id="R2fcbda04d49a4e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68f97efdfe46e8" /><Relationship Type="http://schemas.openxmlformats.org/officeDocument/2006/relationships/notesMaster" Target="/ppt/notesMasters/notesMaster1.xml" Id="Rca82354ec94943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09c55463a7474a" /><Relationship Type="http://schemas.openxmlformats.org/officeDocument/2006/relationships/notesMaster" Target="/ppt/notesMasters/notesMaster1.xml" Id="R2254f836044246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la promesa antes que el diagrama.</a:t>
            </a:r>
          </a:p>
          <a:p xmlns:a="http://schemas.openxmlformats.org/drawingml/2006/main">
            <a:r>
              <a:t>Señal para avanzar: Aparecen capacidades necesarias.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capacidad depende de este tercero?</a:t>
            </a:r>
          </a:p>
          <a:p xmlns:a="http://schemas.openxmlformats.org/drawingml/2006/main">
            <a:r>
              <a:t>• ¿Qué evidencia sostiene la confianza?</a:t>
            </a:r>
          </a:p>
          <a:p xmlns:a="http://schemas.openxmlformats.org/drawingml/2006/main">
            <a:r>
              <a:t>• ¿Quién puede activar degradación?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Cadena de promesa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Conectar actores y terceros.</a:t>
            </a:r>
          </a:p>
          <a:p xmlns:a="http://schemas.openxmlformats.org/drawingml/2006/main">
            <a:r>
              <a:t>Señal para avanzar: El mapa excede tecnología.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sostiene la confianza?</a:t>
            </a:r>
          </a:p>
          <a:p xmlns:a="http://schemas.openxmlformats.org/drawingml/2006/main">
            <a:r>
              <a:t>• ¿Quién puede activar degradación?</a:t>
            </a:r>
          </a:p>
          <a:p xmlns:a="http://schemas.openxmlformats.org/drawingml/2006/main">
            <a:r>
              <a:t>• ¿Qué población pierde primero?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Concentración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Retirar una dependencia central.</a:t>
            </a:r>
          </a:p>
          <a:p xmlns:a="http://schemas.openxmlformats.org/drawingml/2006/main">
            <a:r>
              <a:t>Señal para avanzar: Se ve el riesgo sistémico.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activar degradación?</a:t>
            </a:r>
          </a:p>
          <a:p xmlns:a="http://schemas.openxmlformats.org/drawingml/2006/main">
            <a:r>
              <a:t>• ¿Qué población pierde primero?</a:t>
            </a:r>
          </a:p>
          <a:p xmlns:a="http://schemas.openxmlformats.org/drawingml/2006/main">
            <a:r>
              <a:t>• ¿Cómo se reconcilia al volver?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Frontera de confianza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evidencia verificable.</a:t>
            </a:r>
          </a:p>
          <a:p xmlns:a="http://schemas.openxmlformats.org/drawingml/2006/main">
            <a:r>
              <a:t>Señal para avanzar: La confianza tiene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pierde primero?</a:t>
            </a:r>
          </a:p>
          <a:p xmlns:a="http://schemas.openxmlformats.org/drawingml/2006/main">
            <a:r>
              <a:t>• ¿Cómo se reconcilia al volver?</a:t>
            </a:r>
          </a:p>
          <a:p xmlns:a="http://schemas.openxmlformats.org/drawingml/2006/main">
            <a:r>
              <a:t>• ¿Qué impide una salida real?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Apagón HH-26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Ejecutar, no describir, degradación.</a:t>
            </a:r>
          </a:p>
          <a:p xmlns:a="http://schemas.openxmlformats.org/drawingml/2006/main">
            <a:r>
              <a:t>Señal para avanzar: Persiste una capacidad delimitada.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se reconcilia al volver?</a:t>
            </a:r>
          </a:p>
          <a:p xmlns:a="http://schemas.openxmlformats.org/drawingml/2006/main">
            <a:r>
              <a:t>• ¿Qué impide una salida real?</a:t>
            </a:r>
          </a:p>
          <a:p xmlns:a="http://schemas.openxmlformats.org/drawingml/2006/main">
            <a:r>
              <a:t>• ¿Qué capacidad depende de este tercero?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Poblaciones durante degradación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a quién se excluye primero.</a:t>
            </a:r>
          </a:p>
          <a:p xmlns:a="http://schemas.openxmlformats.org/drawingml/2006/main">
            <a:r>
              <a:t>Señal para avanzar: Hay protección y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impide una salida real?</a:t>
            </a:r>
          </a:p>
          <a:p xmlns:a="http://schemas.openxmlformats.org/drawingml/2006/main">
            <a:r>
              <a:t>• ¿Qué capacidad depende de este tercero?</a:t>
            </a:r>
          </a:p>
          <a:p xmlns:a="http://schemas.openxmlformats.org/drawingml/2006/main">
            <a:r>
              <a:t>• ¿Qué evidencia sostiene la confianza?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Contrato sin soporte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Contrastar cláusula y operación.</a:t>
            </a:r>
          </a:p>
          <a:p xmlns:a="http://schemas.openxmlformats.org/drawingml/2006/main">
            <a:r>
              <a:t>Señal para avanzar: La responsabilidad tiene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capacidad depende de este tercero?</a:t>
            </a:r>
          </a:p>
          <a:p xmlns:a="http://schemas.openxmlformats.org/drawingml/2006/main">
            <a:r>
              <a:t>• ¿Qué evidencia sostiene la confianza?</a:t>
            </a:r>
          </a:p>
          <a:p xmlns:a="http://schemas.openxmlformats.org/drawingml/2006/main">
            <a:r>
              <a:t>• ¿Quién puede activar degradación?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Ensayo de salida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Mover datos y trabajo real.</a:t>
            </a:r>
          </a:p>
          <a:p xmlns:a="http://schemas.openxmlformats.org/drawingml/2006/main">
            <a:r>
              <a:t>Señal para avanzar: La portabilidad es demostrada.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sostiene la confianza?</a:t>
            </a:r>
          </a:p>
          <a:p xmlns:a="http://schemas.openxmlformats.org/drawingml/2006/main">
            <a:r>
              <a:t>• ¿Quién puede activar degradación?</a:t>
            </a:r>
          </a:p>
          <a:p xmlns:a="http://schemas.openxmlformats.org/drawingml/2006/main">
            <a:r>
              <a:t>• ¿Qué población pierde primero?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Ecosistema revisado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Registrar riesgo residual.</a:t>
            </a:r>
          </a:p>
          <a:p xmlns:a="http://schemas.openxmlformats.org/drawingml/2006/main">
            <a:r>
              <a:t>Señal para avanzar: El mapa cambia después de la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activar degradación?</a:t>
            </a:r>
          </a:p>
          <a:p xmlns:a="http://schemas.openxmlformats.org/drawingml/2006/main">
            <a:r>
              <a:t>• ¿Qué población pierde primero?</a:t>
            </a:r>
          </a:p>
          <a:p xmlns:a="http://schemas.openxmlformats.org/drawingml/2006/main">
            <a:r>
              <a:t>• ¿Cómo se reconcilia al volver?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Nombrar acuerdos faltantes.</a:t>
            </a:r>
          </a:p>
          <a:p xmlns:a="http://schemas.openxmlformats.org/drawingml/2006/main">
            <a:r>
              <a:t>Señal para avanzar: Surgen cuatro dimensiones de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pierde primero?</a:t>
            </a:r>
          </a:p>
          <a:p xmlns:a="http://schemas.openxmlformats.org/drawingml/2006/main">
            <a:r>
              <a:t>• ¿Cómo se reconcilia al volver?</a:t>
            </a:r>
          </a:p>
          <a:p xmlns:a="http://schemas.openxmlformats.org/drawingml/2006/main">
            <a:r>
              <a:t>• ¿Qué impide una salida real?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eadf499534d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eb4fc35a1441d1" /><Relationship Type="http://schemas.openxmlformats.org/officeDocument/2006/relationships/slideLayout" Target="/ppt/slideLayouts/slideLayout1.xml" Id="Rf17dc8e0a69245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7dc8e0a69245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7390a8ad14871" /><Relationship Type="http://schemas.openxmlformats.org/officeDocument/2006/relationships/notesSlide" Target="/ppt/notesSlides/notesSlide1.xml" Id="Rc7f0eca69dae42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4f80cf77847b5" /><Relationship Type="http://schemas.openxmlformats.org/officeDocument/2006/relationships/notesSlide" Target="/ppt/notesSlides/notesSlide2.xml" Id="R92f0456a8a1541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a691098564f3a" /><Relationship Type="http://schemas.openxmlformats.org/officeDocument/2006/relationships/notesSlide" Target="/ppt/notesSlides/notesSlide3.xml" Id="R24047db98f0f4d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396359148405d" /><Relationship Type="http://schemas.openxmlformats.org/officeDocument/2006/relationships/notesSlide" Target="/ppt/notesSlides/notesSlide4.xml" Id="R80d3ee01bc5949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2c5f0068a47a2" /><Relationship Type="http://schemas.openxmlformats.org/officeDocument/2006/relationships/notesSlide" Target="/ppt/notesSlides/notesSlide5.xml" Id="R51dd378c5b7f4f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267a129eb45d6" /><Relationship Type="http://schemas.openxmlformats.org/officeDocument/2006/relationships/notesSlide" Target="/ppt/notesSlides/notesSlide6.xml" Id="Rdc8b7c85d04b4a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d86bfd04f4411" /><Relationship Type="http://schemas.openxmlformats.org/officeDocument/2006/relationships/notesSlide" Target="/ppt/notesSlides/notesSlide7.xml" Id="R9a629a0d158343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878fad4fa41ee" /><Relationship Type="http://schemas.openxmlformats.org/officeDocument/2006/relationships/notesSlide" Target="/ppt/notesSlides/notesSlide8.xml" Id="R7f739aaf3c494a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5741f69b744a2" /><Relationship Type="http://schemas.openxmlformats.org/officeDocument/2006/relationships/notesSlide" Target="/ppt/notesSlides/notesSlide9.xml" Id="Rc0dca927f37046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f484fc2d1400a" /><Relationship Type="http://schemas.openxmlformats.org/officeDocument/2006/relationships/notesSlide" Target="/ppt/notesSlides/notesSlide10.xml" Id="R7bd3c8050bc94e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AB254-BB28-4AF4-810B-76EDE4BB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2FC68-6844-41AE-A272-20DDD5A4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7FA9B-DAAC-47E5-900D-0007A332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A2EDD-DA0F-4DAA-9B91-3265C743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0CCC6-EF0B-4B64-834A-1E9D4629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91A50-080B-4E66-BEFA-3DB5F896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E61A2-0DDB-490C-876E-EAFE5A42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84A7F-1C3B-4F22-8205-25D026D6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67340-5F73-4150-A66B-C3246038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gobernar una promesa cuando depende de servicios internos, plataformas compartidas y terceros que ninguna unidad controla por completo?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145E6-F927-4D48-A048-A83B461F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D51D9-0EED-4E05-82FE-48658349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110939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A4478-F5D3-4653-8434-6A5FFAD9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AB2C2-80DE-4003-A985-8DD73D8F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FAA61-3692-40CB-9C77-3EE51447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83463-FFB7-4867-B822-CEE65E2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FAC1E-AD6F-43B2-9FA4-94909318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BA160-29CA-4F65-B54F-11D1328D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1DEAE-2FBB-4178-849D-1D3005A2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B9D70-D2D0-4C37-87A5-7B34F802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de promesa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AE694-A5D9-48BB-B85E-D5B053C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D982C-75B8-4774-8BA2-1B162F82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CA671-7D82-4D7B-B24E-ECE2B618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90AC4-5D98-433B-8C37-75891DDB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B3EEE-3C17-49F1-98AE-A3D2F88C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6E7BB-69E4-43D2-ABB6-E72B75C8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F1B55-24C7-4B75-B44A-55A99912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205FF-7175-4D4F-A48B-C31A8213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B2A6A-A235-4122-B262-8869746E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3CF3A-4F56-49EF-BD0E-F0D00330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52065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13C75-E2CD-41F8-A8BF-ED562F42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0BABC-F4C9-40E3-ACE4-51C46387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EBDFA-2C05-4A46-8870-11860D49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3C6B4-6E7E-41E1-BD5F-D7CF0AB8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89ECC-45F5-418F-AC21-7E50B5A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0663F-826C-425D-860B-5B396984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5FF96-2D35-40B3-8514-3A67EA79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4E143-155C-4A43-809B-63F990B0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Concentración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63087-80C0-431A-8CCC-41BC11B3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59121-F300-4304-B2AE-022E10B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D7C1F-6CCD-4EF4-9508-8D8DCEDE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8865A-0FF9-4FB3-BA02-676534EF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E39E4-390C-435C-AAE5-F56BCC77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9EC95-BE95-400D-BFD2-4DCCB74C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AF2BD-8956-42F2-BCF6-46FA0967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9541B-935B-4E42-8F16-3853EEAB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A5191-4CE3-43BF-BDBE-2E14C213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DDC44-2015-4502-8B78-AC18FC77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88656-936E-4325-8685-11EAFF60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6195E-402A-412B-A583-40AB7B3C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841788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60FA0-9076-4BA7-A11E-803624D7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0DC7D-8EF2-40A5-B214-3D7428D0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51E63-0CA5-44ED-977B-E4DD4638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A701D-60B4-4AF0-A43E-0D8E48ED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CF0E8-F3EF-449C-8A31-20EB89BC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45E54-E62A-4433-93EA-084CCD32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CF153-106A-46CE-BE73-315975D2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A5D85-052E-43D1-8350-3EA99957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Frontera de confianza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5A7FE-CB86-4160-8B56-E549037A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E74E5-6BF0-463E-AC85-8357CB00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A8E2A-CBF9-4E60-91E5-95CC60F8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1E99D-4309-4918-8BA7-FC998850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92EA1-69C4-4DAA-8AC2-C889DC62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0D15F-18FF-4049-A156-085AF20B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4185367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6C095-FBF2-4073-9F62-CB8D4422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53DEF-E64C-4DA6-A1B7-E1B1A391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73220-929C-49A8-973F-D59D0B93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4C707-BA7D-4389-B3E9-74841BFE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293F0-71F6-4EB8-9664-639BFB3F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158BF-7782-4F60-8932-37A673EB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6DD49-56A2-4459-B488-48D8660C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0BCDA-A269-4EA6-8B4A-15099CB5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Apagón HH-26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E675E-53FA-4988-A853-9F910E37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0D077-7077-442C-A232-37F60E02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BA568-73C2-4659-98D6-703CD92F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A4F7E-49A2-49D4-8EC0-12979AD2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7C462-5F1C-4177-AC6A-87C4F683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CC35B-FF1D-4C28-AA8F-77D183BC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6A3E7-D5C0-4129-9D55-2DE6A740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CE410-EB8F-46D7-83BB-98A04BEA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82E96-24AF-47FF-9500-7C509AB8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35E78-C017-4E3C-BB3A-388F1E39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2675F-E80D-4A6B-BC28-85F4331B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91DF7-3B52-4F25-BF14-4AF4C1E7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507256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F26B4-FB08-49A2-B009-E3812E5B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6F2A0-A643-4B6D-BB99-5C36437B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FF696-66CC-465D-9C3B-A9AFFD21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2C307-C41A-4E6E-BDBE-4305F82E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29199-3FCE-4A5D-88EA-FEF25F58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6B440-234E-47B6-9402-7ED409BB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40B2B-7AE5-4C76-8DE8-389BA430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D1D37-F097-463F-8233-75DA3028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Poblaciones durante degradación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85559-D3C0-49B6-BB82-1B79245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40D88-36CC-4BD6-9F66-0EBB90DF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E33BB-C445-4221-A58B-97412B9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864CE-44E0-415C-AD96-E4DBC819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1DAE5-D92E-40B0-93BA-48B9F508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6AF70-CB23-41B8-9F61-838B4D1E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619985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A5C64-7719-45F3-8AEB-89F5F9E8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C267A-4FE5-4060-A914-C8426242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D77AA-557D-4106-B25F-3E40DBDD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5B6FD-253F-4E5C-B823-56E9079F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DBC58-C167-40AD-B531-A82C1046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12B39-F995-4545-BAC9-AF8D9830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C531B-E11F-479E-968F-834BB3EF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753D8-219C-4DB3-9EAC-A1736779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Contrato sin soporte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ED601-9D73-4F17-94FE-287C314F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C5AB7-AEAB-4D76-B5E1-5473A4FD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00806-E8D3-48FA-A154-D6B3FF98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22602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DF3215-FF1B-49A7-8A1E-FCA7910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9EBF4-77FA-40FC-9097-BB2EEE2B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7C1EA-C865-4E0A-9B21-18F8F9C0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34E60-EC6F-4764-A456-5A33694F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60C23-2BD2-4658-B6A1-47FBF319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3D54F-9193-41B4-BAAF-D430C0C5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A9C9E-A258-4501-8DA8-3BE00D43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211BA-05DC-4520-AE58-14D9DC64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Ensayo de salida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C24BF-66AA-4CDE-967E-B3929C44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03F41-6311-4B04-A851-590B42F5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ADB2C-74D3-497B-9278-E0732011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707E9-3800-4B89-A71A-F01675BB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40061-59B0-4AAF-87BB-3A38016B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12989-9AA0-4022-B655-95EFA4A3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5CF93-C813-4716-9270-3F6DC959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2C491-C6D8-4E95-ABD2-0360D8E2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123F6-2DDE-410D-BBDC-4DBFC5C6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0C33F-1837-4592-A5B7-D9B15B9F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0C7E0-B201-4FDC-9A2E-6C56800D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97BA0-D1C5-4340-ACC6-81545D80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37769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0B815-0BBB-4D58-B9D5-A29E3D09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88F70-0209-4EA3-9816-1585CCBC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6AE5C-A900-4534-8AE5-D89271EF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00B9C-637B-497B-9F3C-8833A139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E97FC-84FB-414A-9524-7709A5E2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0605D-3AC8-4C99-8D41-404ABA8E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2072F-9E81-46B6-A06A-FDCC4A9F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04E7E-0DB7-40A9-86E2-DB6E5C4E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Ecosistema revisado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82248-0CDB-4E44-9C8F-7F550005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FEB9F-AD4B-4E37-A3C7-EC7EB453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6C701-CA1F-4CFE-BF25-BA8BFDD4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66984-E35C-457E-AACD-DF5F38D7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EC5B1-E4DE-4B34-BEB9-07EF35AC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8B4F0-6962-48E5-BC38-BCCC3C54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80521-5082-460C-A437-7B8F3E30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54E10-E218-45C5-95DD-24D91BA7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B55D8-E538-4557-AEE8-9FDC69BD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0C3F1-2B61-48F1-A925-E21FC2DB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D20D5-E2FE-4FF0-B8F9-D3D60C1E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96AA9-5C10-4600-BC90-65A67170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785340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130D1-B56D-4B74-BA3E-BC7C5AB3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1DCEB-0958-411D-9C58-365D8256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59A2F-0BE2-4D64-846C-D97BEDCA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80B37-7C6E-4267-A83D-9F75D6C2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109FC-D452-4831-97DA-D3AA9E3D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A0479-7704-4FFA-89C9-9B2E12E7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1D0AF-4398-46F8-8236-8960A189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A1C26-A4C0-47B3-94F3-ACE64430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7D437-A540-4ACB-A32C-DE6CEBF1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D655D-0800-467C-AD0F-128B28AA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78223-93B8-4614-9579-4307E00B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C4C14-FCC1-4E42-802B-D54420BC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5169A-F4F1-4BA1-B083-27A2EB6F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9B9AC-542C-4A1D-B43B-4FC29D0D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9934B-061E-456A-A931-33D5594A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de ecosistema HH-26 con dependencias gobernadas, degradación ensayada y estrategia de salida.</a:t>
            </a:r>
          </a:p>
        </p:txBody>
      </p:sp>
    </p:spTree>
    <p:extLst>
      <p:ext uri="{BB962C8B-B14F-4D97-AF65-F5344CB8AC3E}">
        <p14:creationId xmlns:p14="http://schemas.microsoft.com/office/powerpoint/2010/main" val="1833605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2026-09-12T16:23:18.8420000Z</dcterms:created>
  <dcterms:modified xsi:type="dcterms:W3CDTF">2026-09-12T16:23:18.8420000Z</dcterms:modified>
</coreProperties>
</file>