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5205aa11a425a" /><Relationship Type="http://schemas.openxmlformats.org/officeDocument/2006/relationships/extended-properties" Target="/docProps/app.xml" Id="R06acf9e982f047b7" /><Relationship Type="http://schemas.openxmlformats.org/officeDocument/2006/relationships/officeDocument" Target="/ppt/presentation.xml" Id="Ra7d4ce37ea4e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a38b7be5e044b3"/>
  </p:sldMasterIdLst>
  <p:notesMasterIdLst>
    <p:notesMasterId xmlns:r="http://schemas.openxmlformats.org/officeDocument/2006/relationships" r:id="Rbe17963bbb444846"/>
  </p:notesMasterIdLst>
  <p:sldIdLst>
    <p:sldId xmlns:r="http://schemas.openxmlformats.org/officeDocument/2006/relationships" id="256" r:id="R65d0d375e055487e"/>
    <p:sldId xmlns:r="http://schemas.openxmlformats.org/officeDocument/2006/relationships" id="257" r:id="R1f9a6170c7aa4745"/>
    <p:sldId xmlns:r="http://schemas.openxmlformats.org/officeDocument/2006/relationships" id="258" r:id="Rdcd406337ff84c4a"/>
    <p:sldId xmlns:r="http://schemas.openxmlformats.org/officeDocument/2006/relationships" id="259" r:id="R6db0980035d242a3"/>
    <p:sldId xmlns:r="http://schemas.openxmlformats.org/officeDocument/2006/relationships" id="260" r:id="R7afe78d33ddc4f6f"/>
    <p:sldId xmlns:r="http://schemas.openxmlformats.org/officeDocument/2006/relationships" id="261" r:id="R952c91f606424cda"/>
    <p:sldId xmlns:r="http://schemas.openxmlformats.org/officeDocument/2006/relationships" id="262" r:id="Rd8efc713761244d2"/>
    <p:sldId xmlns:r="http://schemas.openxmlformats.org/officeDocument/2006/relationships" id="263" r:id="R7f886f6bdb974f09"/>
    <p:sldId xmlns:r="http://schemas.openxmlformats.org/officeDocument/2006/relationships" id="264" r:id="R130bd85ba41442f6"/>
    <p:sldId xmlns:r="http://schemas.openxmlformats.org/officeDocument/2006/relationships" id="265" r:id="Rba15ffcf4b764f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67a558a1d4b67" /><Relationship Type="http://schemas.openxmlformats.org/officeDocument/2006/relationships/slideMaster" Target="/ppt/slideMasters/slideMaster1.xml" Id="R39a38b7be5e044b3" /><Relationship Type="http://schemas.openxmlformats.org/officeDocument/2006/relationships/notesMaster" Target="/ppt/notesMasters/notesMaster1.xml" Id="Rbe17963bbb444846" /><Relationship Type="http://schemas.openxmlformats.org/officeDocument/2006/relationships/presProps" Target="/ppt/presProps.xml" Id="Rd73d45b482d14afe" /><Relationship Type="http://schemas.openxmlformats.org/officeDocument/2006/relationships/tableStyles" Target="/ppt/tableStyles.xml" Id="Rada362a3c7d34720" /><Relationship Type="http://schemas.openxmlformats.org/officeDocument/2006/relationships/slide" Target="/ppt/slides/slide1.xml" Id="R65d0d375e055487e" /><Relationship Type="http://schemas.openxmlformats.org/officeDocument/2006/relationships/slide" Target="/ppt/slides/slide2.xml" Id="R1f9a6170c7aa4745" /><Relationship Type="http://schemas.openxmlformats.org/officeDocument/2006/relationships/slide" Target="/ppt/slides/slide3.xml" Id="Rdcd406337ff84c4a" /><Relationship Type="http://schemas.openxmlformats.org/officeDocument/2006/relationships/slide" Target="/ppt/slides/slide4.xml" Id="R6db0980035d242a3" /><Relationship Type="http://schemas.openxmlformats.org/officeDocument/2006/relationships/slide" Target="/ppt/slides/slide5.xml" Id="R7afe78d33ddc4f6f" /><Relationship Type="http://schemas.openxmlformats.org/officeDocument/2006/relationships/slide" Target="/ppt/slides/slide6.xml" Id="R952c91f606424cda" /><Relationship Type="http://schemas.openxmlformats.org/officeDocument/2006/relationships/slide" Target="/ppt/slides/slide7.xml" Id="Rd8efc713761244d2" /><Relationship Type="http://schemas.openxmlformats.org/officeDocument/2006/relationships/slide" Target="/ppt/slides/slide8.xml" Id="R7f886f6bdb974f09" /><Relationship Type="http://schemas.openxmlformats.org/officeDocument/2006/relationships/slide" Target="/ppt/slides/slide9.xml" Id="R130bd85ba41442f6" /><Relationship Type="http://schemas.openxmlformats.org/officeDocument/2006/relationships/slide" Target="/ppt/slides/slide10.xml" Id="Rba15ffcf4b76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cd1659697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0916da00844be" /><Relationship Type="http://schemas.openxmlformats.org/officeDocument/2006/relationships/notesMaster" Target="/ppt/notesMasters/notesMaster1.xml" Id="Racf1c8234376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363bc344cd49da" /><Relationship Type="http://schemas.openxmlformats.org/officeDocument/2006/relationships/notesMaster" Target="/ppt/notesMasters/notesMaster1.xml" Id="Rcb4df6eac8c44a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2f7c0f7fdf416d" /><Relationship Type="http://schemas.openxmlformats.org/officeDocument/2006/relationships/notesMaster" Target="/ppt/notesMasters/notesMaster1.xml" Id="Rb1a07112f2f94b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4a5d8c5e194f12" /><Relationship Type="http://schemas.openxmlformats.org/officeDocument/2006/relationships/notesMaster" Target="/ppt/notesMasters/notesMaster1.xml" Id="Rc497427df22849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043de4ba254d0a" /><Relationship Type="http://schemas.openxmlformats.org/officeDocument/2006/relationships/notesMaster" Target="/ppt/notesMasters/notesMaster1.xml" Id="R16ad5e90fd0440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172066a85045e1" /><Relationship Type="http://schemas.openxmlformats.org/officeDocument/2006/relationships/notesMaster" Target="/ppt/notesMasters/notesMaster1.xml" Id="R7adced9c5e9b45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55d908fc2c45ac" /><Relationship Type="http://schemas.openxmlformats.org/officeDocument/2006/relationships/notesMaster" Target="/ppt/notesMasters/notesMaster1.xml" Id="Re9af523acb4e4d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02791deb314556" /><Relationship Type="http://schemas.openxmlformats.org/officeDocument/2006/relationships/notesMaster" Target="/ppt/notesMasters/notesMaster1.xml" Id="Rdb6cf41d600948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ba9e3025de4925" /><Relationship Type="http://schemas.openxmlformats.org/officeDocument/2006/relationships/notesMaster" Target="/ppt/notesMasters/notesMaster1.xml" Id="R70f7989d033b47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b3ebedabfe4b62" /><Relationship Type="http://schemas.openxmlformats.org/officeDocument/2006/relationships/notesMaster" Target="/ppt/notesMasters/notesMaster1.xml" Id="R6d9b1a357fca43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Procesos end-to-end, handoffs, colas y excepciones.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reconstruir un servicio de principio a fin cuando el trabajo atraviesa áreas, sistemas, esperas y excepciones que nadie puede ver por completo?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¿Dónde comienza la promesa y cuándo se cumple? ¿Cuánto tiempo se trabaja y cuánto se espera?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define cuándo comienza y termina el check-in para Hotel Horizonte. Comparen el cierre administrativo con el outcome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¿Cuánto tiempo se trabaja y cuánto se espera? ¿Quién acepta el handoff?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ficha de caso recorre estaciones físicas. En cada transferencia se entrega trabajo, información y responsabilidad. Se cronometran ejecución, espera y calendario.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acepta el handoff? ¿Qué política organiza esta cola?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distinguir instancia, variante, pool, lane, evento, actividad, gateway, secuencia y mensaje a partir de lo ocurrido en la caminata.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política organiza esta cola? ¿La excepción es realmente infrecuente?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modelan el caso ordinario y el excepcional. Deben incluir inicio, outcome, actores, mensajes, decisiones, temporizadores, excepción, reparación y condición de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 excepción es realmente infrecuente? ¿Qué mensaje necesita confirmación o correlación?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agregan casos con condiciones diferentes. Cada equipo define disciplina de cola y límite de trabajo en curso. Debe hacer visible quién espera y qué política decide la prioridad.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mensaje necesita confirmación o correlación? ¿Qué outcome podría empeorar aunque una tarea acelere?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introducir ausencia de garantía, habitación bloqueada, canal sin respuesta y necesidad de accesibilidad. El equipo decide qué es excepción y qué debe convertirse en variante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outcome podría empeorar aunque una tarea acelere? ¿Dónde comienza la promesa y cuándo se cumple?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cambia una regla, handoff o punto de decisión. Predice outcome, espera, calidad, riesgo y carga desplazada. Otro equipo ejecuta un caso para tensionar la hipótesis.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¿Dónde comienza la promesa y cuándo se cumple? ¿Cuánto tiempo se trabaja y cuánto se espera?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qué pregunta del proceso exige otra representación y para qué audiencia, preparando N15.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¿Cuánto tiempo se trabaja y cuánto se espera? ¿Quién acepta el handoff?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modelo BPMN de HH-14 contrastado con una instancia real, con colas, handoffs, excepciones, compensación y una hipótesis de mejora end-to-end.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37549db944d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31615fd9447eb" /><Relationship Type="http://schemas.openxmlformats.org/officeDocument/2006/relationships/slideLayout" Target="/ppt/slideLayouts/slideLayout1.xml" Id="Re6a11ae13e80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a11ae13e80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206ce3b1444d" /><Relationship Type="http://schemas.openxmlformats.org/officeDocument/2006/relationships/notesSlide" Target="/ppt/notesSlides/notesSlide1.xml" Id="Rca1738608841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9a068c77d4ebe" /><Relationship Type="http://schemas.openxmlformats.org/officeDocument/2006/relationships/notesSlide" Target="/ppt/notesSlides/notesSlide2.xml" Id="Ra3e83adbad85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f64e72dd5409e" /><Relationship Type="http://schemas.openxmlformats.org/officeDocument/2006/relationships/notesSlide" Target="/ppt/notesSlides/notesSlide3.xml" Id="Rb29ae5f1c3f04d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8685d995447b2" /><Relationship Type="http://schemas.openxmlformats.org/officeDocument/2006/relationships/notesSlide" Target="/ppt/notesSlides/notesSlide4.xml" Id="Rf84c87d3a80f4e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6c74d1dba4b24" /><Relationship Type="http://schemas.openxmlformats.org/officeDocument/2006/relationships/notesSlide" Target="/ppt/notesSlides/notesSlide5.xml" Id="Ra76da77b77984e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f49858ff849e6" /><Relationship Type="http://schemas.openxmlformats.org/officeDocument/2006/relationships/notesSlide" Target="/ppt/notesSlides/notesSlide6.xml" Id="Rf3e568055a34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abcf73b704b23" /><Relationship Type="http://schemas.openxmlformats.org/officeDocument/2006/relationships/notesSlide" Target="/ppt/notesSlides/notesSlide7.xml" Id="R5cd475d35c36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0ebf2be694ab0" /><Relationship Type="http://schemas.openxmlformats.org/officeDocument/2006/relationships/notesSlide" Target="/ppt/notesSlides/notesSlide8.xml" Id="R1981f5a5dbf549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185022024099" /><Relationship Type="http://schemas.openxmlformats.org/officeDocument/2006/relationships/notesSlide" Target="/ppt/notesSlides/notesSlide9.xml" Id="Rdaaaa568abca41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8190dc1fa4a1a" /><Relationship Type="http://schemas.openxmlformats.org/officeDocument/2006/relationships/notesSlide" Target="/ppt/notesSlides/notesSlide10.xml" Id="R97bc558672804a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1CB49-0D0D-46ED-90BE-9AD699C5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D2FF-3133-47D2-B2D9-E2CB1DA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B84EF-DFCF-4F68-94F7-F4723E26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AD8D9-321A-4569-A334-2A8E2800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FA2FF-A308-4F5E-B592-D59BD93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755D9-AE4B-4AA0-A9F6-4C84C24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76446-AADC-4BDC-B305-0DF3A22B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5F6E-DDAF-4FFA-AB17-713135D1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696E0-1791-4C52-9AB7-BF372EA1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Procesos end-to-end, handoffs, colas y excepciones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A0F96-FC45-4CBC-AF46-A978343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reconstruir un servicio de principio a fin cuando el trabajo atraviesa áreas, sistemas, esperas y excepciones que nadie puede ver por completo?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B6DC7-9E58-4099-9AAC-7A14D2E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745CA-0B66-4477-993B-4195F5C6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853927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87AA5-7306-4EA9-9189-BAA01E6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B317F-9CB3-474C-B018-8F840706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8097A-F8C4-4AA0-A9E1-7517A4F1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B016C-35FF-4D47-B250-941BD581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289B4-0CF1-4469-8912-AB606705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3C6D0-DEFD-4006-85CB-4A625116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1263A-5D20-4FB1-B781-36B388C4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105CD-9BC2-4623-B748-A427A3B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Promesa y cierre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D6AA8-7D29-4AA2-A5C8-6FD644C9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6B89A-224F-4A20-A759-245B728C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C44B8-0B18-4C49-B89C-9C5C329E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define cuándo comienza y termina el check-in para Hotel Horizonte. Compara el cierre administrativo con el outcome recibido.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9DFC6-4AB1-41E8-A81E-39168A2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DF11E-BCCB-421F-A55B-D42FB1C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DB5D8-DF50-4142-B854-38D4DBF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E0DA5-C3B4-4007-8E91-005A192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6F75F-8EAB-43DB-B49A-8CA5BBE1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2BB12-1355-4673-B7E2-12BC465A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9D671-B896-4CF0-984E-A345E2EB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D159B-BB76-45EF-88C3-FCC8A3D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E3FEB-3B91-4FDD-94B3-BD9CFBF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473A1-2723-42A7-A693-FBAFC634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179190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A9FF1-F634-4E03-BEA5-525D8F0E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930AA-293A-4221-B204-AEDD3A32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87DA0-15C6-40E1-BC90-5D51EFC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407DF-2395-4E74-9D49-BFDB100A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05065-7340-4EE3-BBA8-19FEE473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40F24-2A1F-48DF-A51D-2FD21BB7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CEFE4-F21C-4DCC-BB11-FC298950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1B30F-0DA8-44D6-A077-3C3F4B5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Caminata de una instancia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B7041-9274-486C-8FCD-96A9C07C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12635-0E81-4B68-81D3-5AE6EC2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929B8-111F-4AC7-9EB6-C3041D5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Una ficha de caso recorre estaciones físicas. En cada transferencia se entrega trabajo, información y responsabilidad. Se cronometran ejecución, espera y calendario.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73525-0BD3-45EC-94BA-232066A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DD278-A905-409B-BB6F-D93F8BF4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963ED-4A47-4F50-8C05-C93FE553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1762D-48E8-4108-AC34-EB5EF14D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3C085-017E-4991-8B75-574C24D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CDE23-8953-4168-845F-E04B021B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7BE7A-C7E4-4242-A84A-45BF2C7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5C806-318A-40A1-AF4F-73DB12E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421DA-2DEA-425D-9502-67BE9C5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5D866-8C50-4BE8-88C3-00C52159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F46FC-7BD7-4AD0-B707-5D8644B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F1E9D7-D011-49D5-B624-B88AC45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706273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C5E58-DD9B-4B53-B5B0-722C43EC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FD775-6FBD-48E4-B6B6-A399D4FD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91706-6455-4D83-9CD6-73512FE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06EB4-D1BF-4066-8F1F-AE5058CB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3AC92-870B-48F6-BF16-A988D49B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2EFE5-9897-4A38-AF02-60AA7A4F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98236-C0E4-48FD-99A2-4A81FA6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BAB3F-F229-4139-8AEF-082D3881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proceso y BPMN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13477-257A-4B5F-8826-64C4C093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8A34E-4583-47EF-AA41-802762D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2F667-9F26-4F88-8958-0BAA047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instancia, variante, pool, lane, evento, actividad, gateway, secuencia y mensaje a partir de lo ocurrido en la caminata.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F3DF6-F53F-4960-B3E9-453DDD5F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8EF56-FE55-49D2-AD46-7FE90330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D3C1D-EF12-40A3-88A1-3BA46F0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E06CE-CF3A-45B3-A243-F3EEF999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C021A-6074-4549-8F4B-0D422B31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00138-06B6-43CA-B5DF-569059D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292520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7C65D-DE6B-4C1F-B4AD-DF8ABB76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F6BC1-308C-478C-9A20-F313F68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8EA6E-A587-489C-9E68-102FF404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B17A5-2766-4BA6-9015-E16229E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F5C93-5750-4F2D-AE89-3BB763C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483D8-C086-452F-B44E-F994FCC0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D8229-D8AD-4340-A6F2-AA040A8C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6847E-C4DE-4044-9A0D-112FD6B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BPMN del flujo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DFE9E-F64D-474F-BBA0-F6FEA782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2BBCE-5EBA-4A42-B1C7-CE5ECD2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9F155-DBCA-4C24-A522-52822819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modelan el caso ordinario y el excepcional. Deben incluir inicio, outcome, actores, mensajes, decisiones, temporizadores, excepción, reparación y condición de cierre.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7B32A-FF4F-4140-8F06-6F1981F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1314D-A21F-47A7-9E00-65962B5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6AFC7-D314-4A7A-86D4-49063DE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FE9E5-98CC-4882-80E8-2B24946B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689B9-7D8A-4B94-BBBF-515FC6F9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72E81-07A5-434B-B8DC-41B8981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03E9-7866-460E-A83F-17365072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E4DC6-0F12-42A4-BA91-341326D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ED054-63CB-4016-84EB-841887E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9D420-234C-4B65-9A36-2A9CE877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3580E-C47C-4CE5-BA33-DD83108C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6ED61-B30C-4415-8FBE-14970485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27112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71AEC-1292-4EF1-A885-D93CBD0B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69F2F-792C-47BC-AF19-3EC826A0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2FE93-1CD8-4A3E-A6E2-0F5BF78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6ADA3-0A6C-4FFD-BE8B-E6188F9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16954-31D6-4E7B-A4FB-9EDCCA7C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F7DE5-1BC9-4562-BB9C-64D6DB96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58263-5E33-4388-A3CD-5446C27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D276C-1EA3-485F-9276-9D55BA49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colas y prioridades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3D8CC-8041-49AF-81B1-10F670FC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BF882-E062-4FD8-A532-9FB6437B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00E0-0810-4B8C-B248-5696E5BD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657FA-64DD-44F1-AEEF-F543E90A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FDDF5-A412-4E6B-9114-1D4D9141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Colas y prioridad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F2BDE-592F-4077-B6D9-00E7ECD2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agregan casos con condiciones diferentes. Cada equipo define disciplina de cola y límite de trabajo en curso. Debe hacer visible quién espera y qué política decide la prioridad.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00854-1349-40F7-9C25-3C04CCA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F8B95-B0D9-4F2F-B047-BD969C8B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288044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F5459-9137-42F2-855A-863F871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D0C21-9441-4CD3-9832-129DF01B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B5597-DB0F-4860-839D-01D4F096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C22C3-4547-48C0-84CC-02EDB681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C3764-798D-417E-953E-B884CF1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DF345-8AD6-421E-8A01-7F7D36CA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ACBEF-8418-48FD-A563-6BAD0BA2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B826B-7EBA-4F92-A505-AE29BEA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Tormenta de excepciones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C72A6-BA2D-4E12-BBFD-6D89C449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DBF43-ABFF-4FF1-BA1E-2136A97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2F0CD-FE7C-4C87-9206-F030CE40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4C524-F980-4338-821D-7C20E4F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811E8-2FEF-4B3D-BE51-969F5801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El docente introduce ausencia de garantía, habitación bloqueada, canal sin respuesta y necesidad de accesibilidad. El equipo decide qué es excepción y qué debe convertirse en variante estable.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E040A-7340-4928-AFA6-39FA896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117235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65EB8-F8E8-4C9E-B7FF-5AAA325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13856-9160-4ECF-AFCA-36A0359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BF695-49B9-481D-AE0D-86B4CF6C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BE2A3-EF5D-4E6B-8EE0-F55B313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428FF-AD3F-441E-B29D-1450B9AB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0B55C-3520-4C75-A3C8-EBC3A7D2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9750D-CE5D-4FD5-9638-77EC7EDB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39520-D843-41F3-A85F-E40905F1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Experimento de flujo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E333F-054A-47E0-B3A4-ED855F67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8999C-AC2C-42C8-908D-3BF065B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21172-C415-4077-928B-DE9ABC43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cambia una regla, handoff o punto de decisión. Predice outcome, espera, calidad, riesgo y carga desplazada. Otro equipo ejecuta un caso para tensionar la hipótesis.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29512-BC2E-4992-B205-5AED348F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1DA9E-C28F-4EDB-8694-6C51880D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29B42-2A9E-4A4D-9C0A-18CAC4B4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CAAF3-C70A-454E-8721-1C816075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2BE6-D067-4115-ACB2-E64A78F2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6AD15-96FC-46B1-9D09-42E1923F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5EF5E-0AAA-4DB3-A595-B0D1D2F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D241A-E7AC-41DF-82C7-79FC1DC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4B9B9-7FE2-4F89-ABD5-DDD268A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99ED3-A02A-45EB-862B-6F5BC2B6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C1C90-6A01-4ADA-B378-F0CCD711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22844-F83F-4F11-8F45-68EF649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1517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78823-C156-457A-AA6A-CA20E780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DDCAD-C5DE-49A7-8593-45821AB4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4DB38-590C-4DB0-880F-5D3613D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36FEE-0766-4F85-B0E3-A1A110E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DDD6E-0612-4B93-8BF5-074D8EF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82419-AF9E-47DA-BBA4-EDAD7913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5FC42-05D2-4223-9F1C-900EC43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FB1C2-ED29-4413-B3D0-359DE527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C67C6-FC36-4FAE-8539-8B878643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65824-3D1E-4735-98F5-F43C0FAE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129FC-F624-47D3-B229-19EB678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pregunta del proceso exige otra representación y para qué audiencia, preparando N15.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F34E3-F148-464E-A5C8-8DF333A4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E0DD2-BE8F-46AD-B8A1-86396A97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CA8FB-E83D-4859-BAE5-33461E1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B5694-1159-4B3D-9A92-D9BC60C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00CFA-1C48-4215-A133-364F0190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BC378-8BAA-4D2E-BC6D-A8EA5806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75B63-B4EC-4275-B3E7-5C4854BC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72181-77A7-4672-8E10-C1294EFA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4BAEB-8874-4068-8A93-073E9F4D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396F-B112-417B-9FB5-9A2D34F4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0C0B2-64B9-4D6E-A74E-DCBF110E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2DB9D-8DF4-429D-8F92-246615B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3790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A1391-9054-4203-9922-C62C0B9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A5402-6013-402D-BA9F-D9A2065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5A32A-0700-44A3-ABE6-D3B7572C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C2FD1-EBBE-403E-8938-4BDABD3D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42486-7E1E-4063-847E-AF096732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B2CAF-670E-4279-8213-67A30C3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7BE-DA99-4D84-A7CB-E2C0F2F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DEDB5-84C1-4521-868D-EFA2FEA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8EE9E-1331-49C7-A055-C6479216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14CB7-715A-4644-8F07-50190B8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00571-9AEA-4994-9FA0-2A58C6D0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0268B-9DBC-4DF5-8E83-680DCF75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78F16-107D-44CA-A759-83E2623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AE5AD-2008-4814-82E5-754C76A0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5B269-E7FA-4635-A5E3-B3ED98BF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modelo BPMN de HH-14 contrastado con una instancia real, con colas, handoffs, excepciones, compensación y una hipótesis de mejora end-to-end.</a:t>
            </a:r>
          </a:p>
        </p:txBody>
      </p:sp>
    </p:spTree>
    <p:extLst>
      <p:ext uri="{BB962C8B-B14F-4D97-AF65-F5344CB8AC3E}">
        <p14:creationId xmlns:p14="http://schemas.microsoft.com/office/powerpoint/2010/main" val="567032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2026-09-15T15:52:24.6840000Z</dcterms:created>
  <dcterms:modified xsi:type="dcterms:W3CDTF">2026-09-15T15:52:24.6840000Z</dcterms:modified>
</coreProperties>
</file>