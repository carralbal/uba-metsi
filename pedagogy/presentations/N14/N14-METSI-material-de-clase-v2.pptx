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a6452f63c4238" /><Relationship Type="http://schemas.openxmlformats.org/officeDocument/2006/relationships/extended-properties" Target="/docProps/app.xml" Id="Raa539613e0e449f2" /><Relationship Type="http://schemas.openxmlformats.org/officeDocument/2006/relationships/officeDocument" Target="/ppt/presentation.xml" Id="Rd022901d03064b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b8c58c6ec746d3"/>
  </p:sldMasterIdLst>
  <p:notesMasterIdLst>
    <p:notesMasterId xmlns:r="http://schemas.openxmlformats.org/officeDocument/2006/relationships" r:id="R36554ab060b94463"/>
  </p:notesMasterIdLst>
  <p:sldIdLst>
    <p:sldId xmlns:r="http://schemas.openxmlformats.org/officeDocument/2006/relationships" id="256" r:id="Rb4370a752a084e38"/>
    <p:sldId xmlns:r="http://schemas.openxmlformats.org/officeDocument/2006/relationships" id="257" r:id="Ra42b9605791547f6"/>
    <p:sldId xmlns:r="http://schemas.openxmlformats.org/officeDocument/2006/relationships" id="258" r:id="Rdc5008f449084d1e"/>
    <p:sldId xmlns:r="http://schemas.openxmlformats.org/officeDocument/2006/relationships" id="259" r:id="Rfb23fbc480444e63"/>
    <p:sldId xmlns:r="http://schemas.openxmlformats.org/officeDocument/2006/relationships" id="260" r:id="R1b2a513e6f584065"/>
    <p:sldId xmlns:r="http://schemas.openxmlformats.org/officeDocument/2006/relationships" id="261" r:id="Re1b0bffc01e54c14"/>
    <p:sldId xmlns:r="http://schemas.openxmlformats.org/officeDocument/2006/relationships" id="262" r:id="R2c8badd948b24852"/>
    <p:sldId xmlns:r="http://schemas.openxmlformats.org/officeDocument/2006/relationships" id="263" r:id="Rc42734ef11d9409f"/>
    <p:sldId xmlns:r="http://schemas.openxmlformats.org/officeDocument/2006/relationships" id="264" r:id="Rdaada001de254761"/>
    <p:sldId xmlns:r="http://schemas.openxmlformats.org/officeDocument/2006/relationships" id="265" r:id="R5215483e05ea47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de03c476114799" /><Relationship Type="http://schemas.openxmlformats.org/officeDocument/2006/relationships/slideMaster" Target="/ppt/slideMasters/slideMaster1.xml" Id="R1bb8c58c6ec746d3" /><Relationship Type="http://schemas.openxmlformats.org/officeDocument/2006/relationships/notesMaster" Target="/ppt/notesMasters/notesMaster1.xml" Id="R36554ab060b94463" /><Relationship Type="http://schemas.openxmlformats.org/officeDocument/2006/relationships/presProps" Target="/ppt/presProps.xml" Id="R45888bd053ee4a8a" /><Relationship Type="http://schemas.openxmlformats.org/officeDocument/2006/relationships/tableStyles" Target="/ppt/tableStyles.xml" Id="R852faa14ef2a4e08" /><Relationship Type="http://schemas.openxmlformats.org/officeDocument/2006/relationships/slide" Target="/ppt/slides/slide1.xml" Id="Rb4370a752a084e38" /><Relationship Type="http://schemas.openxmlformats.org/officeDocument/2006/relationships/slide" Target="/ppt/slides/slide2.xml" Id="Ra42b9605791547f6" /><Relationship Type="http://schemas.openxmlformats.org/officeDocument/2006/relationships/slide" Target="/ppt/slides/slide3.xml" Id="Rdc5008f449084d1e" /><Relationship Type="http://schemas.openxmlformats.org/officeDocument/2006/relationships/slide" Target="/ppt/slides/slide4.xml" Id="Rfb23fbc480444e63" /><Relationship Type="http://schemas.openxmlformats.org/officeDocument/2006/relationships/slide" Target="/ppt/slides/slide5.xml" Id="R1b2a513e6f584065" /><Relationship Type="http://schemas.openxmlformats.org/officeDocument/2006/relationships/slide" Target="/ppt/slides/slide6.xml" Id="Re1b0bffc01e54c14" /><Relationship Type="http://schemas.openxmlformats.org/officeDocument/2006/relationships/slide" Target="/ppt/slides/slide7.xml" Id="R2c8badd948b24852" /><Relationship Type="http://schemas.openxmlformats.org/officeDocument/2006/relationships/slide" Target="/ppt/slides/slide8.xml" Id="Rc42734ef11d9409f" /><Relationship Type="http://schemas.openxmlformats.org/officeDocument/2006/relationships/slide" Target="/ppt/slides/slide9.xml" Id="Rdaada001de254761" /><Relationship Type="http://schemas.openxmlformats.org/officeDocument/2006/relationships/slide" Target="/ppt/slides/slide10.xml" Id="R5215483e05ea47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b5e8d456b3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16b94429f247e8" /><Relationship Type="http://schemas.openxmlformats.org/officeDocument/2006/relationships/notesMaster" Target="/ppt/notesMasters/notesMaster1.xml" Id="R372550e8ed7b40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20b756651749f7" /><Relationship Type="http://schemas.openxmlformats.org/officeDocument/2006/relationships/notesMaster" Target="/ppt/notesMasters/notesMaster1.xml" Id="R4a1857aec7814f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dfd42a6934410b" /><Relationship Type="http://schemas.openxmlformats.org/officeDocument/2006/relationships/notesMaster" Target="/ppt/notesMasters/notesMaster1.xml" Id="R54ed484d01df4c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b1476e89f24a6b" /><Relationship Type="http://schemas.openxmlformats.org/officeDocument/2006/relationships/notesMaster" Target="/ppt/notesMasters/notesMaster1.xml" Id="R406d4e07900445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fa8815fa054af0" /><Relationship Type="http://schemas.openxmlformats.org/officeDocument/2006/relationships/notesMaster" Target="/ppt/notesMasters/notesMaster1.xml" Id="Ra3e74ef7b47848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a99507bbd74eea" /><Relationship Type="http://schemas.openxmlformats.org/officeDocument/2006/relationships/notesMaster" Target="/ppt/notesMasters/notesMaster1.xml" Id="R84491e70c4e546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397ce34b474051" /><Relationship Type="http://schemas.openxmlformats.org/officeDocument/2006/relationships/notesMaster" Target="/ppt/notesMasters/notesMaster1.xml" Id="Rc32214db2a8d45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911b2943644080" /><Relationship Type="http://schemas.openxmlformats.org/officeDocument/2006/relationships/notesMaster" Target="/ppt/notesMasters/notesMaster1.xml" Id="Rdd7399273cdf4f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94a16856304531" /><Relationship Type="http://schemas.openxmlformats.org/officeDocument/2006/relationships/notesMaster" Target="/ppt/notesMasters/notesMaster1.xml" Id="Rf62307df866d4f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c6bb92c3e94c9a" /><Relationship Type="http://schemas.openxmlformats.org/officeDocument/2006/relationships/notesMaster" Target="/ppt/notesMasters/notesMaster1.xml" Id="R4550e63bc1df4a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inicio, outcome y cierre real del servicio.</a:t>
            </a:r>
          </a:p>
          <a:p xmlns:a="http://schemas.openxmlformats.org/drawingml/2006/main">
            <a:r>
              <a:t>Señal para avanzar: El proceso excede mostrador y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comienza la promesa y cuándo se cumple?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 la caminata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Cronometrar trabajo, espera y calendario por separado.</a:t>
            </a:r>
          </a:p>
          <a:p xmlns:a="http://schemas.openxmlformats.org/drawingml/2006/main">
            <a:r>
              <a:t>Señal para avanzar: Existe un registro de instancia.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Handoff completo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trabajo, información, responsabilidad y aceptación.</a:t>
            </a:r>
          </a:p>
          <a:p xmlns:a="http://schemas.openxmlformats.org/drawingml/2006/main">
            <a:r>
              <a:t>Señal para avanzar: La transferencia puede fallar de formas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>• ¿La excepción es realmente infrecuente?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Sintaxis BPMN mínima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sólo elementos necesarios para el caso.</a:t>
            </a:r>
          </a:p>
          <a:p xmlns:a="http://schemas.openxmlformats.org/drawingml/2006/main">
            <a:r>
              <a:t>Señal para avanzar: Los equipos pueden modelar coordinación.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>• ¿La excepción es realmente infrecuente?</a:t>
            </a:r>
          </a:p>
          <a:p xmlns:a="http://schemas.openxmlformats.org/drawingml/2006/main">
            <a:r>
              <a:t>• ¿Qué mensaje necesita confirmación o correlación?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Modelo ordinario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evidencia lo diferencia del procedimiento prescripto.</a:t>
            </a:r>
          </a:p>
          <a:p xmlns:a="http://schemas.openxmlformats.org/drawingml/2006/main">
            <a:r>
              <a:t>Señal para avanzar: Se distinguen modelo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excepción es realmente infrecuente?</a:t>
            </a:r>
          </a:p>
          <a:p xmlns:a="http://schemas.openxmlformats.org/drawingml/2006/main">
            <a:r>
              <a:t>• ¿Qué mensaje necesita confirmación o correlación?</a:t>
            </a:r>
          </a:p>
          <a:p xmlns:a="http://schemas.openxmlformats.org/drawingml/2006/main">
            <a:r>
              <a:t>• ¿Qué outcome podría empeorar aunque una tarea acelere?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Colas y prioridad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Hacer visible población en espera y regla de selección.</a:t>
            </a:r>
          </a:p>
          <a:p xmlns:a="http://schemas.openxmlformats.org/drawingml/2006/main">
            <a:r>
              <a:t>Señal para avanzar: La cola deja de ser espacio vacío.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mensaje necesita confirmación o correlación?</a:t>
            </a:r>
          </a:p>
          <a:p xmlns:a="http://schemas.openxmlformats.org/drawingml/2006/main">
            <a:r>
              <a:t>• ¿Qué outcome podría empeorar aunque una tarea acelere?</a:t>
            </a:r>
          </a:p>
          <a:p xmlns:a="http://schemas.openxmlformats.org/drawingml/2006/main">
            <a:r>
              <a:t>• ¿Dónde comienza la promesa y cuándo se cumple?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Tormenta de excepciones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Clasificar por frecuencia, mecanismo y reparación.</a:t>
            </a:r>
          </a:p>
          <a:p xmlns:a="http://schemas.openxmlformats.org/drawingml/2006/main">
            <a:r>
              <a:t>Señal para avanzar: Alguna excepción se reconoce como variante.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outcome podría empeorar aunque una tarea acelere?</a:t>
            </a:r>
          </a:p>
          <a:p xmlns:a="http://schemas.openxmlformats.org/drawingml/2006/main">
            <a:r>
              <a:t>• ¿Dónde comienza la promesa y cuándo se cumple?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Compensación y retorno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finales sin reparación ni regreso al flujo.</a:t>
            </a:r>
          </a:p>
          <a:p xmlns:a="http://schemas.openxmlformats.org/drawingml/2006/main">
            <a:r>
              <a:t>Señal para avanzar: El BPMN contiene cierre del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comienza la promesa y cuándo se cumple?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Experimento end-to-end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Medir outcome, espera, calidad, riesgo y carga.</a:t>
            </a:r>
          </a:p>
          <a:p xmlns:a="http://schemas.openxmlformats.org/drawingml/2006/main">
            <a:r>
              <a:t>Señal para avanzar: La mejora no depende sólo del promedio.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no responde BPMN.</a:t>
            </a:r>
          </a:p>
          <a:p xmlns:a="http://schemas.openxmlformats.org/drawingml/2006/main">
            <a:r>
              <a:t>Señal para avanzar: Surge otra pregunta y audiencia.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>• ¿La excepción es realmente infrecuente?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188d5ffce49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0a6967e4da49e8" /><Relationship Type="http://schemas.openxmlformats.org/officeDocument/2006/relationships/slideLayout" Target="/ppt/slideLayouts/slideLayout1.xml" Id="R6afa4872157d4f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a4872157d4f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18df01d8f49fe" /><Relationship Type="http://schemas.openxmlformats.org/officeDocument/2006/relationships/notesSlide" Target="/ppt/notesSlides/notesSlide1.xml" Id="R73506ae4fcfa46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b4d3c7825464f" /><Relationship Type="http://schemas.openxmlformats.org/officeDocument/2006/relationships/notesSlide" Target="/ppt/notesSlides/notesSlide2.xml" Id="Re81b34c7aa8c4c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f6cf7eb0c4518" /><Relationship Type="http://schemas.openxmlformats.org/officeDocument/2006/relationships/notesSlide" Target="/ppt/notesSlides/notesSlide3.xml" Id="R0d495234fdf34f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7b8c012c7433c" /><Relationship Type="http://schemas.openxmlformats.org/officeDocument/2006/relationships/notesSlide" Target="/ppt/notesSlides/notesSlide4.xml" Id="Reeb7fa0a9a3d49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75a2228d7445e" /><Relationship Type="http://schemas.openxmlformats.org/officeDocument/2006/relationships/notesSlide" Target="/ppt/notesSlides/notesSlide5.xml" Id="Rad48c0dac2d74e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8386e29d844a4" /><Relationship Type="http://schemas.openxmlformats.org/officeDocument/2006/relationships/notesSlide" Target="/ppt/notesSlides/notesSlide6.xml" Id="R5eb1302618c84f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9b06293774e47" /><Relationship Type="http://schemas.openxmlformats.org/officeDocument/2006/relationships/notesSlide" Target="/ppt/notesSlides/notesSlide7.xml" Id="Rad956a81071745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f531afdf74ffa" /><Relationship Type="http://schemas.openxmlformats.org/officeDocument/2006/relationships/notesSlide" Target="/ppt/notesSlides/notesSlide8.xml" Id="R676840d81f404a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7d2a281b8482a" /><Relationship Type="http://schemas.openxmlformats.org/officeDocument/2006/relationships/notesSlide" Target="/ppt/notesSlides/notesSlide9.xml" Id="Rbafb7e1b339448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06ebfb482446c" /><Relationship Type="http://schemas.openxmlformats.org/officeDocument/2006/relationships/notesSlide" Target="/ppt/notesSlides/notesSlide10.xml" Id="R57b0f285a43544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02A40-1451-4C4B-A508-46813B66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5DCCF-C12F-4DB1-B5D4-9DAB80FA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1970E-44D4-454F-B81E-0ED9CBF7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10561-B38C-42DA-A21B-ADB8147E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C447E-17A8-41CE-B8BF-EA7CDB4E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673AD-4BE1-442D-A7B9-B8B28B87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7FE5A-36DA-412B-8E14-108B78DF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EF062-2388-4525-8FC5-46C0224C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A7A94-4089-44CE-A2D7-75CDB66C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reconstruir un servicio de principio a fin cuando el trabajo atraviesa áreas, sistemas, esperas y excepciones que ningún actor observa por completo?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B5B57-F544-41B1-9B74-7616B6B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89E53-3CF4-44F2-9696-75DC2E13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24010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1D1AC-B343-4F21-AFA5-DEAB8634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BC098-97F9-45CA-B224-A2AE1DD8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34B4F-87F3-42AA-B776-F64EAEB8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B4D03-8CF5-4540-ACFB-A36C2C8A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3A1BA-2CB0-4CBB-A9E9-20AB7B80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C771A-856E-42E1-A4B1-51552B93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C7E29-B87F-4008-80A9-BCA89485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85C58-2FAE-4CFD-9F6D-58BA4B1B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Reglas de la caminata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188E8-3465-48BD-882C-719BFB36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11BB4-3815-425D-9558-67D7CFAF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D85A7-6568-4766-B256-F297A1E2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1A834-2867-4C43-B774-B844B197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66FB8-230C-43DB-85F0-A8FE1DDF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44462-5EFB-4A74-8322-DDF6D05A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E944A-36D7-4D31-AD05-99147F18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C4682-2EC1-461F-B6DC-6ADE21E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00EE0-3AED-4861-8516-ECEAD81A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57BCF-7B6B-48DF-8487-87A2B76D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2015198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62BFC-9307-4543-B7B2-3B59A272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3CB04-114A-4588-97F6-2D686CE0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A9C4C-4558-42B0-B8AF-30A032D9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0E85F-8951-426F-829B-FEF51490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56292-5A6E-4EEE-951A-5993A4A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1A5DC-99E0-4720-A65C-798CDD1E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E5429-423D-427E-B580-533C6672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41BE2-5218-4415-9C12-65237E71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Handoff completo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9DA53-FF9D-43E7-B807-1A4B4CF7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01A88-30CA-4FE5-BF2B-99F0743B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AAD35-3BB3-4D07-B744-477FEC22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BC0D3-1DC7-4BA7-B323-F1A6E364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D2428-3E94-427D-A3F0-FEB3804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85079-FAED-47BB-BFEE-B4A244E1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2B99A-A05D-4520-9EAD-A6A43DF9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ABA4B-60D3-4E29-B8C2-CF7B7346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AEC2E-A69D-4109-A8F4-A3D781C9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47B8C-A8DF-480A-BC1D-A3A949F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E0F91-7DA6-4775-B688-A0ED350D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996CD-BAAA-4D8F-8A84-CFD3AA49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959415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50D20-F191-4240-881F-27F02997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5E2A7-4A32-4C31-8A20-3C089860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75722-A373-4CE5-83F1-EEBF023C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B60B4-9A44-46C2-AC44-5F9EB936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BB2D3-6A31-4C74-8287-59F29B03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C9FAA-914D-4806-BEB3-47B3DE35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B0748-6654-4B04-B24A-B4A4415A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BE784-55E1-49AA-AA0C-211D1101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Sintaxis BPMN mínima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B9E57-1233-408A-8F81-E0A48106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9E8D3-B494-4454-869B-7EA7A84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02940-DAF9-4CD2-AB5D-D5E97582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107F5-8060-4071-837B-AA586E75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6FC08-C06D-46A1-A5E2-06215360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C852C-BEE9-4F7A-90EA-E2EBC532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012253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8FBFE-174F-443C-BAA7-8C053654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0EC80-6651-4721-BAB9-4C806A0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808C2-F4D8-468A-8E87-5BC41CC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1944E-7E99-486A-899F-DFD9B7E2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87E10-F8B2-438F-B4B1-5F831CD5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0A2DB-7209-42FF-BA57-59F5C06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112B0-1A4A-471E-B1EF-D38BF0EF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64528-73BA-4C1B-ACD2-15651916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Modelo ordinario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CCAD5-6697-4CEC-8131-EB47DA92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2296D-603E-4F12-A494-A1FD91E7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F6D50-A99A-40D8-BA7E-F243EFD2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6CB5E-AC40-4634-BFFB-CC3D4A22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164DA-368A-4F68-80F4-BB8DFB41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CCA5B-0B82-47B1-8092-6FD8EC63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A85A4-FCAF-488F-9E2A-E9B7BC3F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D7D55-7AE2-4878-8163-39CFF97E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16BEB-1F03-449C-BD19-FB9DB725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7B02B-B5C5-48F2-BCD0-29FEEA40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DC09C-1712-4B82-9C34-247D5934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A0C16-004C-4F08-80E8-A26ACCC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8072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DE508-F3E2-4A6A-B2F3-C0EBE1AE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5F374-F351-41BC-A64B-028DE4A2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32CCF-E02E-46F7-9BBE-9B3B16A9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99DAF-7B56-4281-AC57-255DB3E8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18179-6103-4EC1-9C09-760E2B10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6FFAD-C64C-438A-BE71-DB09126E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93D4D-8D59-408E-8B44-EA9A63E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3A7F8-525A-435B-A4CB-0B2611F1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Colas y prioridad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0997F-CA4D-4CB9-AD9F-4CFF1DE8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651E6-6FD5-4654-A3BC-7DECF02E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97AAE-B013-498B-9786-51B467A4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B74CC-52B0-4C50-A3F5-8839DE3D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6D53D-240F-4EF9-943F-4E086E65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BA1C3-4EAD-4C67-84E8-932DAAF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201464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97FE9-9157-45E1-9DDE-9D02C85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A055F-49F6-49FB-98C7-0ECAAC6B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9C87B-8C65-4383-A3F0-26B11CA2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7FE51-069D-4C61-9A95-B1D84679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39B7D-04AA-497C-9710-5B6E439D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20135-A0B7-40EA-9DC7-053CC475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B0265-084D-4586-8E07-6859304E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A58F2-217B-4D42-A8CF-775D951E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Tormenta de excepciones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572CA-9382-4D41-BDDD-E1413C23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DFF86-E145-457C-82D8-BCF0ECE6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17E77-70EC-4CDE-9DBD-CECE41C3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541765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F7325-5FD5-4478-A5FE-870B35D2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B3194-F09B-4A62-A200-4C01C343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B70FA-2DAE-4C88-BDCC-159CECB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02DF8-B7F6-439C-80C8-85374F45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C04B7-626F-4284-86EE-D9ABCB52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BFF33-C7DB-4535-B452-D90D553C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D58EF-11B0-4C8E-993B-90A922E3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D489F-5F50-4682-9097-A76A269B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Compensación y retorno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B8CD0-47B7-423D-86ED-9D4FE7DC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25529-572C-4788-ACCA-F9192B82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C275B-C660-4B5B-86FA-EE0CC126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C3463-592D-4DD3-A5B6-64BA5C9A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993EF-9482-499F-A175-CAA623CC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27A7D-320F-418B-8BB1-1F12C20D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FC898-5D11-4715-86DB-F9BF76FB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E4F7D-85EB-4ED9-ACAB-0C36C407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2E0E6-1C4D-4310-B4C1-A8C610F2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DE0A9-462D-4D67-AFD8-99551C0E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E15CE-35EC-467D-AB92-A24E9A15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32028-2B21-4CBB-A964-D6F667E1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55087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BCC9E4-B590-402D-A127-B7D7A12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44179-1D99-4BC3-B1FD-973723FA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4E3D2-4106-47F9-8A0A-BCCCC9C8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9D979-65AE-4430-91D9-26A5759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C352F-6C11-4FC4-80F4-F2CB5130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FF46C-6EA3-46C8-A948-2D653580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6EB1E-F957-4A19-B839-1EB28728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861E6-4150-4D1C-8A14-04F96294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Experimento end-to-end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14588-4A9B-4289-BE70-27133547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E126B-5C92-439F-8731-8540FAEA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BB640-5477-4C83-A79E-955C6376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C3787-EE71-4DB7-97B2-BB8C0F03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4C828-6FA5-4599-9909-FC972689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2BE55-CDE7-4467-B7A2-ECE229C3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3D1D3-0E14-4175-AD10-C1AEA487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05B61-3945-458D-A3E5-F6517277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4539D-86AD-4786-A3A6-750CBE90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88532-57DA-486C-B36C-E025442B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2A527-F9E1-4F21-B400-D4FC3752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9A1C9-4D15-4B03-8643-3A743DD2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6192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8F5EE-52C5-4C0B-A52A-11233EAE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EAB9F-1123-4628-9B6B-A7CEAC8A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5596B-8439-4099-9149-481F2D0C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B983A-141D-4B2E-ADE2-6458A9F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C8D00-5E99-410E-B100-F98BED7C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2C20B-C038-454A-9824-50C00BC9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6D9C5-250F-484E-9C11-444084D9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4A7BE-DDA5-4F8D-9413-C76DA8C6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AE4CC-50E4-4233-99E4-9349CC52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DD496-A9C6-419E-B52B-26F38818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B739B-637A-4717-B6FD-0DEB1BE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EC737-1D51-44C4-BA44-CA6F32A4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76D29-4019-4E7B-89E5-996F201E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009E5-4B8E-4BB3-9E6E-803DFE4B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14511-3A18-4EE1-829A-0D418D3F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modelo BPMN de HH-14 contrastado con una instancia real, con colas, handoffs, excepciones, compensación y una hipótesis de mejora end-to-end.</a:t>
            </a:r>
          </a:p>
        </p:txBody>
      </p:sp>
    </p:spTree>
    <p:extLst>
      <p:ext uri="{BB962C8B-B14F-4D97-AF65-F5344CB8AC3E}">
        <p14:creationId xmlns:p14="http://schemas.microsoft.com/office/powerpoint/2010/main" val="1719501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2026-09-12T16:23:00.8880000Z</dcterms:created>
  <dcterms:modified xsi:type="dcterms:W3CDTF">2026-09-12T16:23:00.8880000Z</dcterms:modified>
</coreProperties>
</file>