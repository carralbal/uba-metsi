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002f049e0e453b" /><Relationship Type="http://schemas.openxmlformats.org/officeDocument/2006/relationships/extended-properties" Target="/docProps/app.xml" Id="R5ac55b01db024990" /><Relationship Type="http://schemas.openxmlformats.org/officeDocument/2006/relationships/officeDocument" Target="/ppt/presentation.xml" Id="R6709b9321ac744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ec259a41a04a2c"/>
  </p:sldMasterIdLst>
  <p:notesMasterIdLst>
    <p:notesMasterId xmlns:r="http://schemas.openxmlformats.org/officeDocument/2006/relationships" r:id="R80fd643d00a44a0a"/>
  </p:notesMasterIdLst>
  <p:sldIdLst>
    <p:sldId xmlns:r="http://schemas.openxmlformats.org/officeDocument/2006/relationships" id="256" r:id="Rb0bd2358cec24277"/>
    <p:sldId xmlns:r="http://schemas.openxmlformats.org/officeDocument/2006/relationships" id="257" r:id="R876f983a674e46cb"/>
    <p:sldId xmlns:r="http://schemas.openxmlformats.org/officeDocument/2006/relationships" id="258" r:id="R2d47b62f75ce44c2"/>
    <p:sldId xmlns:r="http://schemas.openxmlformats.org/officeDocument/2006/relationships" id="259" r:id="Re20372ede06f40d8"/>
    <p:sldId xmlns:r="http://schemas.openxmlformats.org/officeDocument/2006/relationships" id="260" r:id="R98e442b487bc4e05"/>
    <p:sldId xmlns:r="http://schemas.openxmlformats.org/officeDocument/2006/relationships" id="261" r:id="R344687b7fd1342f9"/>
    <p:sldId xmlns:r="http://schemas.openxmlformats.org/officeDocument/2006/relationships" id="262" r:id="R1ac88b3864d44783"/>
    <p:sldId xmlns:r="http://schemas.openxmlformats.org/officeDocument/2006/relationships" id="263" r:id="R0449dfc396ef4b9a"/>
    <p:sldId xmlns:r="http://schemas.openxmlformats.org/officeDocument/2006/relationships" id="264" r:id="R5bc2b9fca2c44dad"/>
    <p:sldId xmlns:r="http://schemas.openxmlformats.org/officeDocument/2006/relationships" id="265" r:id="R95b8d78e18dc43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67e0e210df44f7" /><Relationship Type="http://schemas.openxmlformats.org/officeDocument/2006/relationships/slideMaster" Target="/ppt/slideMasters/slideMaster1.xml" Id="R9aec259a41a04a2c" /><Relationship Type="http://schemas.openxmlformats.org/officeDocument/2006/relationships/notesMaster" Target="/ppt/notesMasters/notesMaster1.xml" Id="R80fd643d00a44a0a" /><Relationship Type="http://schemas.openxmlformats.org/officeDocument/2006/relationships/presProps" Target="/ppt/presProps.xml" Id="R136925e43c674bf8" /><Relationship Type="http://schemas.openxmlformats.org/officeDocument/2006/relationships/tableStyles" Target="/ppt/tableStyles.xml" Id="R24223d7debc64d65" /><Relationship Type="http://schemas.openxmlformats.org/officeDocument/2006/relationships/slide" Target="/ppt/slides/slide1.xml" Id="Rb0bd2358cec24277" /><Relationship Type="http://schemas.openxmlformats.org/officeDocument/2006/relationships/slide" Target="/ppt/slides/slide2.xml" Id="R876f983a674e46cb" /><Relationship Type="http://schemas.openxmlformats.org/officeDocument/2006/relationships/slide" Target="/ppt/slides/slide3.xml" Id="R2d47b62f75ce44c2" /><Relationship Type="http://schemas.openxmlformats.org/officeDocument/2006/relationships/slide" Target="/ppt/slides/slide4.xml" Id="Re20372ede06f40d8" /><Relationship Type="http://schemas.openxmlformats.org/officeDocument/2006/relationships/slide" Target="/ppt/slides/slide5.xml" Id="R98e442b487bc4e05" /><Relationship Type="http://schemas.openxmlformats.org/officeDocument/2006/relationships/slide" Target="/ppt/slides/slide6.xml" Id="R344687b7fd1342f9" /><Relationship Type="http://schemas.openxmlformats.org/officeDocument/2006/relationships/slide" Target="/ppt/slides/slide7.xml" Id="R1ac88b3864d44783" /><Relationship Type="http://schemas.openxmlformats.org/officeDocument/2006/relationships/slide" Target="/ppt/slides/slide8.xml" Id="R0449dfc396ef4b9a" /><Relationship Type="http://schemas.openxmlformats.org/officeDocument/2006/relationships/slide" Target="/ppt/slides/slide9.xml" Id="R5bc2b9fca2c44dad" /><Relationship Type="http://schemas.openxmlformats.org/officeDocument/2006/relationships/slide" Target="/ppt/slides/slide10.xml" Id="R95b8d78e18dc43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e43641a6aa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f73c6d86a4b7d" /><Relationship Type="http://schemas.openxmlformats.org/officeDocument/2006/relationships/notesMaster" Target="/ppt/notesMasters/notesMaster1.xml" Id="R5b867b12ca51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c856e3acfb47d2" /><Relationship Type="http://schemas.openxmlformats.org/officeDocument/2006/relationships/notesMaster" Target="/ppt/notesMasters/notesMaster1.xml" Id="Re34a88615df245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68c209a1d148ec" /><Relationship Type="http://schemas.openxmlformats.org/officeDocument/2006/relationships/notesMaster" Target="/ppt/notesMasters/notesMaster1.xml" Id="R08e6d2e02fd544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c78fcd7ca342c0" /><Relationship Type="http://schemas.openxmlformats.org/officeDocument/2006/relationships/notesMaster" Target="/ppt/notesMasters/notesMaster1.xml" Id="Rca6c06484cde44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2327fb1e39410b" /><Relationship Type="http://schemas.openxmlformats.org/officeDocument/2006/relationships/notesMaster" Target="/ppt/notesMasters/notesMaster1.xml" Id="R646c2eba77a94c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26ffcac8ae4f6b" /><Relationship Type="http://schemas.openxmlformats.org/officeDocument/2006/relationships/notesMaster" Target="/ppt/notesMasters/notesMaster1.xml" Id="R54be567a5a0740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8e47b949d74082" /><Relationship Type="http://schemas.openxmlformats.org/officeDocument/2006/relationships/notesMaster" Target="/ppt/notesMasters/notesMaster1.xml" Id="Rc5b97070d0b14b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9ca35ca62e47db" /><Relationship Type="http://schemas.openxmlformats.org/officeDocument/2006/relationships/notesMaster" Target="/ppt/notesMasters/notesMaster1.xml" Id="R683c278f879e40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2ec037671e4ad1" /><Relationship Type="http://schemas.openxmlformats.org/officeDocument/2006/relationships/notesMaster" Target="/ppt/notesMasters/notesMaster1.xml" Id="R998cf8cd110245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0669d4aab14cda" /><Relationship Type="http://schemas.openxmlformats.org/officeDocument/2006/relationships/notesMaster" Target="/ppt/notesMasters/notesMaster1.xml" Id="Rea7f90d2d07840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Evaluar tareas, cobertura, severidad, desigualdad, robustez y supervisión.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¿Qué pruebas necesitamos antes de dejar que un sistema de IA actúe con más autonomía, sin esconder errores graves detrás de un buen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unidad recibe la consecuencia? ¿Qué población falta en la prueba?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distingue modelo, respuesta, decisión, episodio y outcome para elegir qué evalúa.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9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población falta en la prueba? ¿Qué error raro no puede tolerarse?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cruzan poblaciones, situaciones, condiciones de borde y tipos de daño. Los casilleros vacíos quedan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error raro no puede tolerarse? ¿Cuál es la línea de base?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comparan errores frecuentes leves con errores raros irreversibles y se asignan respuestas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¿Cuál es la línea de base? ¿Puede el sistema abstenerse?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calculan resultados por grupo y caso, contrastan línea de base y rechazan un promedio engañoso.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19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¿Puede el sistema abstenerse? ¿Cuánto puede revisar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alteran idioma, ruido, secuencia, contexto y disponibilidad. Se registra degradación y abstención.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¿Cuánto puede revisar una persona? ¿Qué unidad recibe la consecuencia?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cola de cuarenta casos por hora atraviesa revisores con información incompleta. Se mide detección, demora y 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unidad recibe la consecuencia? ¿Qué población falta en la prueba?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decide por clase de caso qué puede automatizarse, sugerirse, escalarse o prohibirse y con qué evidencia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población falta en la prueba? ¿Qué error raro no puede tolerarse?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convierten controles y riesgos en obligaciones vivas de gobierno para N33.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error raro no puede tolerarse? ¿Cuál es la línea de base?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expediente HH-32 de evaluación desagregada y una matriz de autonomía y escalamiento.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12567d0e548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91a6295e074fab" /><Relationship Type="http://schemas.openxmlformats.org/officeDocument/2006/relationships/slideLayout" Target="/ppt/slideLayouts/slideLayout1.xml" Id="Read1fa0bdb4544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d1fa0bdb4544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cc35d770346c4" /><Relationship Type="http://schemas.openxmlformats.org/officeDocument/2006/relationships/notesSlide" Target="/ppt/notesSlides/notesSlide1.xml" Id="Ra2ccd370417447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15eebf8fa497c" /><Relationship Type="http://schemas.openxmlformats.org/officeDocument/2006/relationships/notesSlide" Target="/ppt/notesSlides/notesSlide2.xml" Id="Re74e3b3e683945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4fefefca846af" /><Relationship Type="http://schemas.openxmlformats.org/officeDocument/2006/relationships/notesSlide" Target="/ppt/notesSlides/notesSlide3.xml" Id="Rf0d849b3780143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4958eec0b4b29" /><Relationship Type="http://schemas.openxmlformats.org/officeDocument/2006/relationships/notesSlide" Target="/ppt/notesSlides/notesSlide4.xml" Id="R63e7f43d7dc143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0507b7bd94d14" /><Relationship Type="http://schemas.openxmlformats.org/officeDocument/2006/relationships/notesSlide" Target="/ppt/notesSlides/notesSlide5.xml" Id="R5e52a4cf958f46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fcc3453574693" /><Relationship Type="http://schemas.openxmlformats.org/officeDocument/2006/relationships/notesSlide" Target="/ppt/notesSlides/notesSlide6.xml" Id="R9afa196326b94d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ba83cf2e94df3" /><Relationship Type="http://schemas.openxmlformats.org/officeDocument/2006/relationships/notesSlide" Target="/ppt/notesSlides/notesSlide7.xml" Id="R3bb8a6120b364a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eb3c9f3cf44e2" /><Relationship Type="http://schemas.openxmlformats.org/officeDocument/2006/relationships/notesSlide" Target="/ppt/notesSlides/notesSlide8.xml" Id="R0c516a03d4f749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cddd35e094820" /><Relationship Type="http://schemas.openxmlformats.org/officeDocument/2006/relationships/notesSlide" Target="/ppt/notesSlides/notesSlide9.xml" Id="Rdba36f37cd1f4c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317c9363d4ef5" /><Relationship Type="http://schemas.openxmlformats.org/officeDocument/2006/relationships/notesSlide" Target="/ppt/notesSlides/notesSlide10.xml" Id="R6e215238effb40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D14A0-5097-49D1-89E3-4804679B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23A19-D4B4-47C9-8C0F-D55560A8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2E660-E434-415A-8694-F0EFA08F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84AAD-D578-4599-8B3A-D3B758A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6795B-71A8-41F9-BD31-FB9A6946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16A86-FC09-46AA-A717-EE225C59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F92C1-0821-4584-BA49-7C983725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92225-6FFA-4F12-80B4-9EFF48E7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6D3FF-D929-404C-896D-82542F80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Evaluar tareas, cobertura, severidad, desigualdad, robustez y supervisión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DA21B-EB2E-47C8-BBDF-7B664E56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pruebas necesitamos antes de dejar que un sistema de IA actúe con más autonomía, sin esconder errores graves detrás de un buen promedio?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A1DC1-58E9-4078-9F7E-D8521F6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9AA5E-5887-4334-8C0B-8391B225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968388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3E31F-7CBF-4B7D-8BFA-D9549101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DCD91-B2F6-4ADD-8F13-B5AEA9DC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03368-9B9F-4FE5-B97E-677C39FB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C5951-4783-490B-A27A-2769A5A3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09E4B-6E12-4BA5-89A4-F6502271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91198-F71A-40C2-BDF2-766902D4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E8306-BB73-4A03-AE08-8D16F306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23FBB-3512-4432-B3D1-F8DA90C8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Definición de la unidad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0FA76-50BD-44BC-9EB3-0655C5E9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0A793-AC7B-400D-B8F7-39FDC5F5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0DB14-E790-4376-9CB4-74A8AEDA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distingue modelo, respuesta, decisión, episodio y outcome para elegir qué evalúa.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C6084-D147-47BA-AFFC-731DACEC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AB864-9EAC-4B02-A7C8-83C2AEF3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8DD63-1D4E-45BD-BBF6-D6D959F0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F6D7C-A326-4909-B7C2-B2554C09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08072-4AB7-476D-9977-D95D62FE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CB11F-AB97-4840-B9C3-4F47344A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B8EA6-04AA-4590-AE2F-443DC5FA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85C3C-A7CD-4EED-AEB9-ACDDB94A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033E7-3460-4462-8BD6-82F75F3F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8ED43-B7CB-4896-A363-91D102CD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39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A1EA6-7747-422A-96FF-74026F23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D2E2F-6177-4984-957E-E17E452B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131F5-F8C5-4F90-8EBA-308729E2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85455-5034-4E9C-A334-49BCC32F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70E81-BC0E-4741-8464-9374636C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7B3E7-3D53-4A7E-AAEE-A2E57310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68DCF-B183-4EDB-8898-41611D6C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29647-FEBA-484F-B0F6-EBF9C38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Cartografía de cobertura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383E6-CE37-440D-A2EF-2469EA6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67627-5E22-442D-8EF1-911B1830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6D7C8-27AC-4EF1-8C36-50A65215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cruzan poblaciones, situaciones, condiciones de borde y tipos de daño. Los casilleros vacíos quedan visibles.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8F0F7-D3B5-4FAD-8E1C-609EEF71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401A4-0E9B-4F8C-9349-6673B9D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2BAFA-1D2D-45E7-90F1-380A374C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60774-726A-4181-9052-33DEE316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7B3B9-1143-4968-A04E-C3F482F3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6BF91-D7EC-423D-BDE3-9CD367BF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591A4-974E-4045-A4F8-A9B273E9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B61D4-3DFC-4358-8849-DC7ADB73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467EB-2D1A-48D6-9FA9-F1E7C8A3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E6B53-95EB-4EC2-91F0-4026922C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9046E-7FAE-443E-8C18-338B5F21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20935-5C5D-42A6-AD74-83E158BB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074321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C9AE3-A760-4D48-BF55-067E17AA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819C7-F4EE-416A-BEE1-D7C37B15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533BF-B2B2-4A3F-A78C-1145126D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EEB5B-0E88-46C3-8D59-41A831B5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E2662-8B0D-483A-8A60-69FFF1B5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C35A9-EECC-4410-A844-FFF8378B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B631C-A14B-4EE8-B8F8-9ABB6D9E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73F90-90B0-441F-8856-D371D8DE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de severidad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5B732-16D2-41AB-9BAF-85A1CD16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7C0FB-A6AD-4188-B6D6-3D1B62A3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E6EEC-7122-4523-9330-CFE30C05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comparan errores frecuentes leves con errores raros irreversibles y se asignan respuestas diferentes.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E7AFD-5BC6-4249-A0E9-3B370FC9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BC219-4B22-4604-B98C-0444C3B8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31A32-13A9-40E5-93BB-8952BD02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8A1A5-1C11-4316-BCD6-31475810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1D200-C2BA-44AE-BAD8-1DFFF9F3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C44F6-772B-48E0-92EA-6DAB4FC5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740899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7C045-0C4F-4799-BD1A-BDF89350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9C596-9EF9-46AE-B45D-E00DB437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7D92B-B716-4E6A-973A-F5F667C3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0A353-5409-4DC1-BBEB-7F166063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A56B9-789D-4EE7-A960-B3F2EF25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CD300-DEE2-45A6-906B-7592F8D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CF250-6580-482D-84CB-CD873D07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8325C-B2D5-48BE-B545-4C7C627C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Evaluación desagregada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D76A2-A6F8-4985-BEB1-8F328FA5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70F9F-CC2C-4437-8C80-70F0C5A0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538E8-5163-4300-BE89-4662A86E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calculan resultados por grupo y caso, contrastan línea de base y rechazan un promedio engañoso.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E4C16-1E10-46E4-9531-97877B82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8E224-339F-4B58-8747-018C217A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6A6E5-CEA5-4217-B396-2D48B25B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10580-B4AF-4863-825B-2857226C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AC237-EBE4-4184-9B2D-0FC74BC9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9B8F1-5028-4E17-8F0F-BB43381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F6993-9545-45AE-A4E7-FB698525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D409A-57AE-4C75-AD59-EF61ABF2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1CDBA-8348-4BD6-9639-2AEC5E23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6166C-5014-43B9-A5CF-35A8A7AE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69A90-F914-4E7B-8608-770A03C0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1ADE12-2D77-43FD-914A-E6958E11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39484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347DF-578A-491E-B6C1-9BA5A5B2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231FA-4AAB-47B2-B288-6AD3F894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E8339-4331-41AF-8931-F2A4DB07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94626-122C-43A3-AAD9-1CF2BCEA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7292-5D91-4D69-919C-D09B3F82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693B6-969E-486F-92DA-00E51E23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EADB3-9C19-4E71-AC30-17B137BA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ECA9B-BC74-4941-BC1D-1C6FDB13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Red de pruebas adversas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B2CF7-F280-4EB9-9E87-EFC8D927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9A9B3-70E2-402B-889F-DE3B51AB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B6E0C-EA9C-445C-BA85-74CFE17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5E279-9E3D-4D1D-9482-E3446C77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6B31F-F313-43B6-9D28-9F631435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Pruebas adversas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5CC26-0E70-4B96-B85B-B9B055C4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alteran idioma, ruido, secuencia, contexto y disponibilidad. Se registra degradación y abstención.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7F753-6E16-4F3C-B79A-F810FACE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D1FB9-7EFC-465C-8289-0F177090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288093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E9042-9D92-4743-A872-AD64B151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9E491-0919-4012-956C-C19FF535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43075-D124-449F-9F6D-8CF3EB07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BFE8C-9074-4C37-884E-DD0201F2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DC7BE-6413-465A-856E-5FBAB35B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64FF2-3755-4815-93B5-17B7C4AD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CF5E8-3B18-4D4C-9182-4079FDCF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E4384-B6CC-415A-B278-8DEE6447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Simulación de supervisión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CB1B5-B049-4A6C-9FB3-2F21604F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2890E-EDAA-4ABF-AC72-078049A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3DD6F-FF83-44D0-8158-24D7C1C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533A4-89B7-4105-9F6A-76B78B2F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D1A48-1508-4F84-A1AE-55E002DC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cola de cuarenta casos por hora atraviesa revisores con información incompleta. Se mide detección, demora y carga.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230F8-AF52-49BF-A4C0-CC11EDB1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2014388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C76EC-E4C2-4BDD-A404-7C80E360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54185-5130-4E2F-9706-975BD93E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C5146-751E-4621-8E25-EB1CBE66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027B2-01F6-4B04-A912-DEE65A04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90B96-A304-43BE-89B2-BC17305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39C6D-CD9E-40BF-A0F8-AC0F5E99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573FA-A00D-4663-B37C-D2D1484E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DD79C-4B57-4F47-BDAB-49F39865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de autonomía HH-32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E9736-AA99-4598-8EAB-7DD54591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E4B9C-0AE7-4C31-A163-5E8AE9F8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10FE8-A2F7-4A9A-9E70-64E98FDE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decide por clase de caso qué puede automatizarse, sugerirse, escalarse o prohibirse y con qué evidencia futura.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FB5E5-67A7-4754-BCD3-7DD67013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7B020-666D-4559-8649-9E9A4DE3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177AE-BC42-4D87-8BB6-058F0165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E657B-913D-4348-BC46-D60AA1E5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754D8-9D9E-44B6-B3E2-0984C19E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2A1F3-D4C2-4840-A7DC-DBDAD41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F4982-5B3C-4B9B-9C0C-38996BAD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9E026-854E-4DE3-BB9E-122D6576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58AD3-A8F9-48F4-AB10-4C436368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39D5A-5FE4-41F8-B91D-4AB541B0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74720-CB00-4BBB-BED3-DAB02F87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5585A-5805-4747-8A1A-07D1094F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84541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CF8F7-BFE6-4329-9843-E5E79A3C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1F76D-3FC7-42BE-8BB3-A25685C9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5F946-910C-4BC1-84D2-C117EFB2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4C9C8-B437-41AC-B5E7-421F70BB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3AB71-1EE9-48DA-96E1-24EA8FE6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EC425-F23D-4F26-92A2-5C01403C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46A9B-B87D-41E6-A4EF-2DDB60BE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391CE-A773-4909-99AB-981CBDDF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A79B8-7BB3-41BB-889F-FF4CECEB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C81C7-7042-4A6E-912A-FECDC9A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22714-5076-4846-9E66-942A0F6B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convierten controles y riesgos en obligaciones vivas de gobierno para N33.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D1877-60CA-4D3A-A13B-1D23B817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71B86-1DDF-47BE-B47B-907F8AD8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DCA39-71B4-4E9E-9B14-5FC0B16E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75170-7218-4E6A-B603-D59F726F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85D79-B1A4-4373-95B4-095AB60B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97BB9-CC99-474A-8069-CA00F963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20524-5CDB-45E6-A7F7-6174C157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074D8C-FCE7-40A1-902D-42947963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2AE98-4D4D-4530-B90E-C351B8CB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17BBB-0425-458D-8FB6-C4EEE34F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52480-44BA-4250-827A-B1E296BC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5E46F-2E0A-4895-8D77-478FA4F7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229271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FF1AA-7785-45C6-ADD8-C6C816F1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C9199-7675-4487-BFCC-4AB26F7A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114EB-32E0-42CF-8CDA-3307F894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413FF-7B21-43A3-91ED-5E798AEC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B69AD-0C0E-49A5-9104-216147D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77CD3-688C-46F4-8956-0B97ABF4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2F6CF-B423-4200-9283-23DEA3C5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9E0E7-4AED-48DB-80D6-57D816FF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128C1-ABA9-459C-8D7C-3B4156B7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8A2CD-530B-47AE-BC22-9735D9DC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94D40-CFD8-402D-AF27-4355F73B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229B4-1169-4C7D-8287-AC5B411B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B8EED-ACA1-4F42-B923-E14CF48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4B771-6849-4D97-9401-08E91CDE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103C0-1838-4EAC-88CC-CA8921DF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HH-32 de evaluación desagregada y una matriz de autonomía y escalamiento.</a:t>
            </a:r>
          </a:p>
        </p:txBody>
      </p:sp>
    </p:spTree>
    <p:extLst>
      <p:ext uri="{BB962C8B-B14F-4D97-AF65-F5344CB8AC3E}">
        <p14:creationId xmlns:p14="http://schemas.microsoft.com/office/powerpoint/2010/main" val="2030065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2026-09-15T15:47:31.6360000Z</dcterms:created>
  <dcterms:modified xsi:type="dcterms:W3CDTF">2026-09-15T15:47:31.6360000Z</dcterms:modified>
</coreProperties>
</file>