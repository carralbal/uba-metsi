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4f5ace4f8e41db" /><Relationship Type="http://schemas.openxmlformats.org/officeDocument/2006/relationships/extended-properties" Target="/docProps/app.xml" Id="R545548fa5d7142fe" /><Relationship Type="http://schemas.openxmlformats.org/officeDocument/2006/relationships/officeDocument" Target="/ppt/presentation.xml" Id="R5034b2e0f869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7c7d9c2894bec"/>
  </p:sldMasterIdLst>
  <p:notesMasterIdLst>
    <p:notesMasterId xmlns:r="http://schemas.openxmlformats.org/officeDocument/2006/relationships" r:id="Rcf30ae1e3f624418"/>
  </p:notesMasterIdLst>
  <p:sldIdLst>
    <p:sldId xmlns:r="http://schemas.openxmlformats.org/officeDocument/2006/relationships" id="256" r:id="R59af27d50c934868"/>
    <p:sldId xmlns:r="http://schemas.openxmlformats.org/officeDocument/2006/relationships" id="257" r:id="R3bfebe75b8394358"/>
    <p:sldId xmlns:r="http://schemas.openxmlformats.org/officeDocument/2006/relationships" id="258" r:id="R244fe7296f604f52"/>
    <p:sldId xmlns:r="http://schemas.openxmlformats.org/officeDocument/2006/relationships" id="259" r:id="R8180d375ba6643a0"/>
    <p:sldId xmlns:r="http://schemas.openxmlformats.org/officeDocument/2006/relationships" id="260" r:id="R053019d846494e2e"/>
    <p:sldId xmlns:r="http://schemas.openxmlformats.org/officeDocument/2006/relationships" id="261" r:id="Rb1052720af0547ad"/>
    <p:sldId xmlns:r="http://schemas.openxmlformats.org/officeDocument/2006/relationships" id="262" r:id="Rf1977edfcdf14c0a"/>
    <p:sldId xmlns:r="http://schemas.openxmlformats.org/officeDocument/2006/relationships" id="263" r:id="Reef19d70471c4bb2"/>
    <p:sldId xmlns:r="http://schemas.openxmlformats.org/officeDocument/2006/relationships" id="264" r:id="Rad45ba424fad4726"/>
    <p:sldId xmlns:r="http://schemas.openxmlformats.org/officeDocument/2006/relationships" id="265" r:id="R52d37bf8268e40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b9ddfe56a0417b" /><Relationship Type="http://schemas.openxmlformats.org/officeDocument/2006/relationships/slideMaster" Target="/ppt/slideMasters/slideMaster1.xml" Id="R1717c7d9c2894bec" /><Relationship Type="http://schemas.openxmlformats.org/officeDocument/2006/relationships/notesMaster" Target="/ppt/notesMasters/notesMaster1.xml" Id="Rcf30ae1e3f624418" /><Relationship Type="http://schemas.openxmlformats.org/officeDocument/2006/relationships/presProps" Target="/ppt/presProps.xml" Id="R06820bf64a3f4fe3" /><Relationship Type="http://schemas.openxmlformats.org/officeDocument/2006/relationships/tableStyles" Target="/ppt/tableStyles.xml" Id="R154ab2d32e35456d" /><Relationship Type="http://schemas.openxmlformats.org/officeDocument/2006/relationships/slide" Target="/ppt/slides/slide1.xml" Id="R59af27d50c934868" /><Relationship Type="http://schemas.openxmlformats.org/officeDocument/2006/relationships/slide" Target="/ppt/slides/slide2.xml" Id="R3bfebe75b8394358" /><Relationship Type="http://schemas.openxmlformats.org/officeDocument/2006/relationships/slide" Target="/ppt/slides/slide3.xml" Id="R244fe7296f604f52" /><Relationship Type="http://schemas.openxmlformats.org/officeDocument/2006/relationships/slide" Target="/ppt/slides/slide4.xml" Id="R8180d375ba6643a0" /><Relationship Type="http://schemas.openxmlformats.org/officeDocument/2006/relationships/slide" Target="/ppt/slides/slide5.xml" Id="R053019d846494e2e" /><Relationship Type="http://schemas.openxmlformats.org/officeDocument/2006/relationships/slide" Target="/ppt/slides/slide6.xml" Id="Rb1052720af0547ad" /><Relationship Type="http://schemas.openxmlformats.org/officeDocument/2006/relationships/slide" Target="/ppt/slides/slide7.xml" Id="Rf1977edfcdf14c0a" /><Relationship Type="http://schemas.openxmlformats.org/officeDocument/2006/relationships/slide" Target="/ppt/slides/slide8.xml" Id="Reef19d70471c4bb2" /><Relationship Type="http://schemas.openxmlformats.org/officeDocument/2006/relationships/slide" Target="/ppt/slides/slide9.xml" Id="Rad45ba424fad4726" /><Relationship Type="http://schemas.openxmlformats.org/officeDocument/2006/relationships/slide" Target="/ppt/slides/slide10.xml" Id="R52d37bf8268e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494c0aa335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0addbec9844e96" /><Relationship Type="http://schemas.openxmlformats.org/officeDocument/2006/relationships/notesMaster" Target="/ppt/notesMasters/notesMaster1.xml" Id="Rb21ca93012e1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bafe691e344352" /><Relationship Type="http://schemas.openxmlformats.org/officeDocument/2006/relationships/notesMaster" Target="/ppt/notesMasters/notesMaster1.xml" Id="R6ae09a9e8d3f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aa1958d1034e8b" /><Relationship Type="http://schemas.openxmlformats.org/officeDocument/2006/relationships/notesMaster" Target="/ppt/notesMasters/notesMaster1.xml" Id="R60b2b0dc930a40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b13e1ed7aa4010" /><Relationship Type="http://schemas.openxmlformats.org/officeDocument/2006/relationships/notesMaster" Target="/ppt/notesMasters/notesMaster1.xml" Id="R087807843b9740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3fc3685054b51" /><Relationship Type="http://schemas.openxmlformats.org/officeDocument/2006/relationships/notesMaster" Target="/ppt/notesMasters/notesMaster1.xml" Id="R64d17f62e5a9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80cea89d18449c" /><Relationship Type="http://schemas.openxmlformats.org/officeDocument/2006/relationships/notesMaster" Target="/ppt/notesMasters/notesMaster1.xml" Id="Rd6b1e904a884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6407b7ddff4185" /><Relationship Type="http://schemas.openxmlformats.org/officeDocument/2006/relationships/notesMaster" Target="/ppt/notesMasters/notesMaster1.xml" Id="R341ce5f824704c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e120f4c7c846b6" /><Relationship Type="http://schemas.openxmlformats.org/officeDocument/2006/relationships/notesMaster" Target="/ppt/notesMasters/notesMaster1.xml" Id="R1c05eadc8c6846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b35d0e89e746bb" /><Relationship Type="http://schemas.openxmlformats.org/officeDocument/2006/relationships/notesMaster" Target="/ppt/notesMasters/notesMaster1.xml" Id="R2528c0ae3d9549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6c94d7318d4c94" /><Relationship Type="http://schemas.openxmlformats.org/officeDocument/2006/relationships/notesMaster" Target="/ppt/notesMasters/notesMaster1.xml" Id="R58694e70e07e48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cuál es la unidad.</a:t>
            </a:r>
          </a:p>
          <a:p xmlns:a="http://schemas.openxmlformats.org/drawingml/2006/main">
            <a:r>
              <a:t>Señal para avanzar: Se evalúa el episodio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de cobertura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Definición de la unidad · 9 minutos</a:t>
            </a:r>
          </a:p>
          <a:p xmlns:a="http://schemas.openxmlformats.org/drawingml/2006/main">
            <a:r>
              <a:t>Cada equipo distingue modelo, respuesta, decisión, episodio y outcome para elegir qué evalúa.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Diferenciar volumen y diversidad.</a:t>
            </a:r>
          </a:p>
          <a:p xmlns:a="http://schemas.openxmlformats.org/drawingml/2006/main">
            <a:r>
              <a:t>Señal para avanzar: Los vacíos tienen población.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Frecuencia y severidad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Cartografía de cobertura · 16 minutos</a:t>
            </a:r>
          </a:p>
          <a:p xmlns:a="http://schemas.openxmlformats.org/drawingml/2006/main">
            <a:r>
              <a:t>Se cruzan poblaciones, situaciones, condiciones de borde y tipos de daño. Los casilleros vacíos quedan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daño irreversible.</a:t>
            </a:r>
          </a:p>
          <a:p xmlns:a="http://schemas.openxmlformats.org/drawingml/2006/main">
            <a:r>
              <a:t>Señal para avanzar: Los errores reciben trato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Promedio y grupos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de severidad · 14 minutos</a:t>
            </a:r>
          </a:p>
          <a:p xmlns:a="http://schemas.openxmlformats.org/drawingml/2006/main">
            <a:r>
              <a:t>Se comparan errores frecuentes leves con errores raros irreversibles y se asignan respuestas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Desagregar resultados.</a:t>
            </a:r>
          </a:p>
          <a:p xmlns:a="http://schemas.openxmlformats.org/drawingml/2006/main">
            <a:r>
              <a:t>Señal para avanzar: La desigualdad se vuelve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Evaluación desagregada · 19 minutos</a:t>
            </a:r>
          </a:p>
          <a:p xmlns:a="http://schemas.openxmlformats.org/drawingml/2006/main">
            <a:r>
              <a:t>Los equipos calculan resultados por grupo y caso, contrastan línea de base y rechazan un promedio engañoso.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con proceso actual.</a:t>
            </a:r>
          </a:p>
          <a:p xmlns:a="http://schemas.openxmlformats.org/drawingml/2006/main">
            <a:r>
              <a:t>Señal para avanzar: El valor es incremental.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Pruebas adversas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Red de pruebas adversas · 18 minutos</a:t>
            </a:r>
          </a:p>
          <a:p xmlns:a="http://schemas.openxmlformats.org/drawingml/2006/main">
            <a:r>
              <a:t>Se alteran idioma, ruido, secuencia, contexto y disponibilidad. Se registra degradación y abstención.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Alterar contexto y entrada.</a:t>
            </a:r>
          </a:p>
          <a:p xmlns:a="http://schemas.openxmlformats.org/drawingml/2006/main">
            <a:r>
              <a:t>Señal para avanzar: Se observa robustez y abstención.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Cola de supervisión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Simulación de supervisión · 18 minutos</a:t>
            </a:r>
          </a:p>
          <a:p xmlns:a="http://schemas.openxmlformats.org/drawingml/2006/main">
            <a:r>
              <a:t>Una cola de cuarenta casos por hora atraviesa revisores con información incompleta. Se mide detección, demora y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Medir carga y demora.</a:t>
            </a:r>
          </a:p>
          <a:p xmlns:a="http://schemas.openxmlformats.org/drawingml/2006/main">
            <a:r>
              <a:t>Señal para avanzar: El control deja de ser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unidad recibe la consecuencia?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Equipo persona e 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Consejo de autonomía HH-32 · 18 minutos</a:t>
            </a:r>
          </a:p>
          <a:p xmlns:a="http://schemas.openxmlformats.org/drawingml/2006/main">
            <a:r>
              <a:t>Se decide por clase de caso qué puede automatizarse, sugerirse, escalarse o prohibirse y con qué evidencia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Evaluar interacción y autoridad.</a:t>
            </a:r>
          </a:p>
          <a:p xmlns:a="http://schemas.openxmlformats.org/drawingml/2006/main">
            <a:r>
              <a:t>Señal para avanzar: Se detectan fallas combinadas.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falta en la prueba?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HH-32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convierten controles y riesgos en obligaciones vivas de gobierno para N33.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Graduar autonomía por clase.</a:t>
            </a:r>
          </a:p>
          <a:p xmlns:a="http://schemas.openxmlformats.org/drawingml/2006/main">
            <a:r>
              <a:t>Señal para avanzar: Cada umbral tiene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error raro no puede tolerarse?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Traducir riesgo a obligación.</a:t>
            </a:r>
          </a:p>
          <a:p xmlns:a="http://schemas.openxmlformats.org/drawingml/2006/main">
            <a:r>
              <a:t>Señal para avanzar: Surge registro vivo de gobierno.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plan de evaluación de la tarea, del sistema y del equipo formado por personas e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línea de base?</a:t>
            </a:r>
          </a:p>
          <a:p xmlns:a="http://schemas.openxmlformats.org/drawingml/2006/main">
            <a:r>
              <a:t>• ¿Puede el sistema abstenerse?</a:t>
            </a:r>
          </a:p>
          <a:p xmlns:a="http://schemas.openxmlformats.org/drawingml/2006/main">
            <a:r>
              <a:t>• ¿Cuánto puede revisar una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HH-32 de evaluación desagregada y una matriz de autonomía y escalamiento.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a39fdf14a44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9177f81d714d39" /><Relationship Type="http://schemas.openxmlformats.org/officeDocument/2006/relationships/slideLayout" Target="/ppt/slideLayouts/slideLayout1.xml" Id="R4ef3a40fe6264c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3a40fe6264c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02cd9b302494e" /><Relationship Type="http://schemas.openxmlformats.org/officeDocument/2006/relationships/notesSlide" Target="/ppt/notesSlides/notesSlide1.xml" Id="R8ea3b722bd45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e329e53ff40bb" /><Relationship Type="http://schemas.openxmlformats.org/officeDocument/2006/relationships/notesSlide" Target="/ppt/notesSlides/notesSlide2.xml" Id="R38a09a05f70947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f97633bfa485e" /><Relationship Type="http://schemas.openxmlformats.org/officeDocument/2006/relationships/notesSlide" Target="/ppt/notesSlides/notesSlide3.xml" Id="R973c1263a6dc46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80027264c4a79" /><Relationship Type="http://schemas.openxmlformats.org/officeDocument/2006/relationships/notesSlide" Target="/ppt/notesSlides/notesSlide4.xml" Id="Rc2f207aeb4d940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170fee9af49ab" /><Relationship Type="http://schemas.openxmlformats.org/officeDocument/2006/relationships/notesSlide" Target="/ppt/notesSlides/notesSlide5.xml" Id="R7ce5a2f099184d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b52487a5a43c3" /><Relationship Type="http://schemas.openxmlformats.org/officeDocument/2006/relationships/notesSlide" Target="/ppt/notesSlides/notesSlide6.xml" Id="Re1cb653defa3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71f928d4d47ec" /><Relationship Type="http://schemas.openxmlformats.org/officeDocument/2006/relationships/notesSlide" Target="/ppt/notesSlides/notesSlide7.xml" Id="Rc4f09178133a42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d28aa3bd94885" /><Relationship Type="http://schemas.openxmlformats.org/officeDocument/2006/relationships/notesSlide" Target="/ppt/notesSlides/notesSlide8.xml" Id="R5d0b849c0443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af539488e4d09" /><Relationship Type="http://schemas.openxmlformats.org/officeDocument/2006/relationships/notesSlide" Target="/ppt/notesSlides/notesSlide9.xml" Id="R8bb4e3d288884b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991070d344f41" /><Relationship Type="http://schemas.openxmlformats.org/officeDocument/2006/relationships/notesSlide" Target="/ppt/notesSlides/notesSlide10.xml" Id="R7ff6cd9b788741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AA76A-F494-4B78-948D-45D09FE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1CE25-0E80-4C8D-B766-883F3C41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7A353-1BC2-4148-8316-7A6580C0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0E030-03F7-4891-BD2D-9E062F1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6BD17-B868-460E-8F32-24683C5E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5216A-39B1-4EA8-AEBB-D8E0EBCD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3EF88-DE71-47BD-8FC5-23C5939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D8634-33FA-402A-A74C-D1D2B827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82E56-66DD-4444-A209-03ABA624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Evaluar tareas, cobertura, severidad, desigualdad, robustez y supervisión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4D15F-2205-4DA2-8008-FCB88B6B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pruebas necesitamos antes de dejar que un sistema de IA actúe con más autonomía, sin esconder errores graves detrás de un buen promedio?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F1B3-4D12-4850-9D34-FAB9AF2A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E420C-F2E7-4488-8971-751DA57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424161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F363C-6825-47D1-B10B-E52145D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A726D-B4F5-4325-8052-C05A1B3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C10AD-2E3A-438C-B48A-80F25588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59A30-463B-4E65-A3F4-21405485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908BC-2805-40E2-A460-ADD44E33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84AE-4546-4DBA-B5F7-BBA7661F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33B14-AAEF-4145-9696-20A269F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F29E3-63AA-4986-8FD4-7EC9F774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Definición de la unidad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395B1-8380-45EF-8E66-FD5074E2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972CF-2682-4FBF-A625-5977791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A379A-CE1A-42FE-9DD3-75F3DEC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distingue modelo, respuesta, decisión, episodio y outcome para elegir qué evalúa.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64BA2-1C92-4A1E-B72F-AD74195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3CF8A-F2CC-46BF-97CD-2B3B694E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2F345-7298-433D-80B2-5BED23E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F35E1-F345-4C72-8AA8-FE1DBC5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211F0-6239-4B9D-AC56-4A4E818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4FFBC-FAF9-4373-BF13-11126EE9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185C9-498C-4BA2-9361-E5EE139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FD242-E87F-4F42-B652-6AE85BD7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AE960-B5E0-45E9-9378-C2B8A350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76DBB-9DC4-4450-B014-61E1A306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368501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9F0E3-0A4E-406F-8323-F923F7C5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E7D41-2B80-424C-97CA-CBFD157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8E32D-7994-4281-BA62-765FB18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C90CC-2412-4CC1-820E-7F081FAA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A65AA-BFDD-44AD-9541-9D68768B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F450B-70D2-4630-86EF-29183A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E2F97-F18D-499A-BE07-C9E69309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A07D2-E9CE-4551-AE64-39C6C95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Cartografía de cobertura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96BCD-5B57-48C0-8246-9ADB8673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67C48-2FD4-4168-B32B-1C6CEC62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2903D-8CCA-4CFE-AE17-F578F29E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cruzan poblaciones, situaciones, condiciones de borde y tipos de daño. Los casilleros vacíos quedan visibles.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E2F6F-C3E3-4D93-BAB5-B4F97C79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7DBD1-ADE9-4E30-92E4-F3C4075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99233-A84C-44A8-952C-A033B44A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D2BA6-9220-47F3-843C-2A1F66D2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70C2-D97F-4B55-96D6-C9DBE49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DD805-9409-46F2-8458-11EEA265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DF8B6-C524-43D7-8B0B-CD9752F3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CF965-4911-4A64-8F4A-BAE1FBC0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1CC4E-B274-4EE4-83A2-E186282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EA5EB-5F13-4ECC-B113-BA1DC8D9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D33AE-6445-4D15-A57B-E01F1FE0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0CA53-77C9-4C18-A7D7-76A3504D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605457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5309F-F1B1-43A1-93C5-C928818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453B5-C9B8-406C-9B2F-68ECF3E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1B30B-FA49-4684-BD15-B5092FA3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60410-C306-45B9-AEDC-4B45671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CCFB7-6333-425E-B00E-4B0E803A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56F90-D2EE-4CC9-8CFA-37F9FFD6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E3B75-C2EB-414F-89A1-6B3C53D5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672EA-9695-42A2-A455-3F70E96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severidad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338C3-63D8-4B21-976F-8B72A09D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7953D-0945-41BA-BF9D-43743C64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4919D-0EC7-443A-A080-28DDA010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comparan errores frecuentes leves con errores raros irreversibles y se asignan respuestas diferentes.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EA2F9-B9D4-426A-B4C2-386F1000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B6291-C789-4A2C-B7E6-2955316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EE745-E1AB-421D-9C9B-910B67ED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1D342-D1CC-4B13-AEE9-2778ABA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77D4C-9345-49D7-822C-1ED1C18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5DDEC-0500-495C-9DD7-0258AF66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756323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D7A31-1063-4A82-B5AA-25502F98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C4151-153F-439C-B928-DE7B680C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3E289-F4ED-4054-8EC7-708A75A3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E7ED1-0F7B-4EB7-AA05-504971FE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485A-79C2-4A1D-9ED9-DDA3A9F2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90C88-ED41-4E40-A923-ECC9266A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CEEA5-A0D2-4F60-9F23-23AC7B2F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1E680-50A3-4097-951D-F47AF45D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Evaluación desagregada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990F5-2CDC-43F2-B15A-0EBE323D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02F52-279A-4C58-B145-72F671F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19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7D07F-7875-486B-909F-1C88A444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calculan resultados por grupo y caso, contrastan línea de base y rechazan un promedio engañoso.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3CDF6-F7C8-4F43-AF14-E3F24E0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D1497-82EF-4791-BEC3-F2760998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77950-03F1-44B5-B7B0-06B83A3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222E9-F6C8-4D6C-A973-C9F272C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F1808-7538-4324-AE62-06631B3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39607-D697-4D70-9383-E38E2304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E6B3E-4B70-494F-BE75-32A0C57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9D82F-33EB-4317-9350-F9986A09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9AA82-D5A3-48D7-913B-205743F8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2F21A-63F4-4F0E-9952-7E873F4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DF461-9FE0-474A-B4CF-C1D4095A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F111D-6B8D-42F4-A159-8EE2B50C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48970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3B477-C85B-43FF-A53D-8BF37FC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29494-413E-4C95-8B24-15378FE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627B-9877-411B-910D-AAB0715E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29C98-6FB7-441E-9B8B-E0FEF75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18755-2D87-40F6-B56C-8851E71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AF660-27A7-431C-A3C8-922A691E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C6127-4782-4DF6-B5E2-D9C678C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A023D-6A83-4490-883A-E89A02BA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 de pruebas adversas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8707E-017F-406B-A459-7D5E531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3F683-272D-4D8D-A079-9605200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D684C-CC83-4E93-9F18-11C5E04D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67A5E-B881-4DD5-A7DE-D9EA58C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82E71-6960-41EF-919A-16C1676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Pruebas adversas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1A28-9FBB-40C8-A032-EBDB821E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alteran idioma, ruido, secuencia, contexto y disponibilidad. Se registra degradación y abstención.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DF6AC-024A-47A0-B408-3345BE14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061C1-7116-46F7-9468-02D3DFE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997089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45E5F-E498-48F4-BE37-913DCC6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689B-F6B5-40E6-A750-5FFC24B6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3ACF0-AC94-4F38-8C32-E7F43B7A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781F3-4C68-4558-9183-9E41FD73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E59BC-97C7-485E-BF46-F494841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A2BD8-6DB1-4534-A758-0EF2B20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A6818-2981-421B-B694-0E7C1FC7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D2AD4-D07C-4061-A0FE-46CAE7F9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de supervisión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36662-8330-4B11-9BC8-9599B58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217C4-1D1D-4C52-8D3A-01A10806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5A258-560B-44BF-BE9D-8CF83CA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37471-9FF4-4136-8208-DB21EFF8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0D1E5-59EC-4212-AA7B-0182E051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cola de cuarenta casos por hora atraviesa revisores con información incompleta. Se mide detección, demora y carga.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D759D-BFC0-457B-A0C6-A87707A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673473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3B8E27-0E4E-4429-9E8A-F65CDDAC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82C3D-9711-4CAD-9FC6-778930D9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C95A3-B412-4799-B449-20ADB346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4794F-2EE7-4F63-A015-F0DF944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0B7F1-3B93-4DA1-A2CB-DF48C59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79537-A2F8-45A4-8363-E12C31F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E8D96-1FEA-4EAE-8409-89F8BCB3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B147D-258F-4FBB-B02B-645D807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autonomía HH-32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0B50E-BDCA-4C7A-960A-4A5DC9D6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71058-D127-4962-B134-DB6DB197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C4192-5E57-4884-BF73-87DF5A4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decide por clase de caso qué puede automatizarse, sugerirse, escalarse o prohibirse y con qué evidencia futura.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176C0-2C5E-4405-BE6A-DFC91477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10066-B505-4BD0-886A-03C65E1E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60EAC-273A-473F-8E94-B90570E5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AA027-3CF7-4F10-B02D-4EE1622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3A8F1-05C9-42EA-81B5-6821981F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A2D5E-1958-4A7F-A13E-DBF53742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99C74-48FA-4319-B52E-84D31F68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7CDAA-4D3F-4E7B-8141-0B10C722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24022-0352-4484-9FF6-064186A5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284C5-83FC-43B2-9CB1-00C7BEE5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5F0B2-F20E-4B6A-BFE7-D951700A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C1A8F-1AF2-4ADB-8484-2C3F27EA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0495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41DA6-1172-42AB-9656-DC0A5F3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7ECB9-6862-4524-A3D7-DFBADC3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A731D-0787-4E7A-97E4-CAAE3A14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7C722-1AE6-425A-A073-0693C85D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9F30E-56A5-45C6-B1EE-F3972B97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E5454-B0FE-4CAE-AE4E-314B7E0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AC86D-D55C-4CD5-AA31-E0C5CE3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78C2-2A77-4D78-91F0-453265E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D8F62-2D99-4992-8EF4-4B8C47B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76B91-B88E-4197-A29D-06EE26CA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17BAB-C45E-4B0D-99CF-99E01FD4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convierten controles y riesgos en obligaciones vivas de gobierno para N33.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C087A-E861-48F7-B576-3EAA2387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691B7-F61D-415F-98BF-7A32550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601F2-1BC3-44F7-8520-D13C1343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E73FF-6F00-4461-A598-741B2FE9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0CA53-436C-42BD-A30E-3CFD4960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C76EA-55ED-4392-98A1-7C16429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33F56-8F72-4B9A-A42B-9990DBDE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34B6A-D478-47BF-8207-93E4981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D2FD7-B751-453D-8ACC-39DEA7C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902CA-D1DD-4A20-B835-61C81318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7A90F-5EDC-48A5-8F19-AAF5C647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998E0-94BB-4726-9712-673F19CA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6089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DE485-3256-4266-BACE-87CDA1BD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1E94F-D367-4DAC-AB8F-FD6105E9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626CF-9AA0-4662-A401-BB6DE7C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E94B-EA76-4E26-9E99-08A8E3C0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AF142-2B4B-47F5-9B9B-CC03315A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1CABD-65A1-42B2-AE41-671437BC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FDBB-49EA-4253-A2DF-D26F5E38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766B5-3696-45E3-9549-E43259B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19EB8-62FD-4A0A-B3C4-A8B236D1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57BBC-BB94-4E65-ABBD-E4918DD1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66C69-23C2-4100-9503-6511BCA8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7710D-1605-44B0-A3F3-D0D2948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4E890-84AA-4B67-AD37-7FCDECDE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8559B-240D-4F2A-AEEE-9577C12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9B654-058A-480B-8792-307B1C90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HH-32 de evaluación desagregada y una matriz de autonomía y escalamiento.</a:t>
            </a:r>
          </a:p>
        </p:txBody>
      </p:sp>
    </p:spTree>
    <p:extLst>
      <p:ext uri="{BB962C8B-B14F-4D97-AF65-F5344CB8AC3E}">
        <p14:creationId xmlns:p14="http://schemas.microsoft.com/office/powerpoint/2010/main" val="693717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2026-09-14T03:54:54.9710000Z</dcterms:created>
  <dcterms:modified xsi:type="dcterms:W3CDTF">2026-09-14T03:54:54.9710000Z</dcterms:modified>
</coreProperties>
</file>