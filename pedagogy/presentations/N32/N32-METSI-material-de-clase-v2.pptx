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bd302af2124481" /><Relationship Type="http://schemas.openxmlformats.org/officeDocument/2006/relationships/extended-properties" Target="/docProps/app.xml" Id="Ra2af3b41a5574443" /><Relationship Type="http://schemas.openxmlformats.org/officeDocument/2006/relationships/officeDocument" Target="/ppt/presentation.xml" Id="Rfdfa476ae9b84a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213b1e09294ce4"/>
  </p:sldMasterIdLst>
  <p:notesMasterIdLst>
    <p:notesMasterId xmlns:r="http://schemas.openxmlformats.org/officeDocument/2006/relationships" r:id="R29a537906c5d4091"/>
  </p:notesMasterIdLst>
  <p:sldIdLst>
    <p:sldId xmlns:r="http://schemas.openxmlformats.org/officeDocument/2006/relationships" id="256" r:id="R1eb839379ae64df1"/>
    <p:sldId xmlns:r="http://schemas.openxmlformats.org/officeDocument/2006/relationships" id="257" r:id="R44f0290e64154eb2"/>
    <p:sldId xmlns:r="http://schemas.openxmlformats.org/officeDocument/2006/relationships" id="258" r:id="R9bd0abf815114b2d"/>
    <p:sldId xmlns:r="http://schemas.openxmlformats.org/officeDocument/2006/relationships" id="259" r:id="R8601b0f530664d06"/>
    <p:sldId xmlns:r="http://schemas.openxmlformats.org/officeDocument/2006/relationships" id="260" r:id="R642f11578e9d4ac5"/>
    <p:sldId xmlns:r="http://schemas.openxmlformats.org/officeDocument/2006/relationships" id="261" r:id="R4c816978721a437b"/>
    <p:sldId xmlns:r="http://schemas.openxmlformats.org/officeDocument/2006/relationships" id="262" r:id="R1ebbdf8e665540af"/>
    <p:sldId xmlns:r="http://schemas.openxmlformats.org/officeDocument/2006/relationships" id="263" r:id="R83bd1fd34bf34f60"/>
    <p:sldId xmlns:r="http://schemas.openxmlformats.org/officeDocument/2006/relationships" id="264" r:id="Rc22389c1e3bd447b"/>
    <p:sldId xmlns:r="http://schemas.openxmlformats.org/officeDocument/2006/relationships" id="265" r:id="Rd6260685af7e4c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7a076f0362493a" /><Relationship Type="http://schemas.openxmlformats.org/officeDocument/2006/relationships/slideMaster" Target="/ppt/slideMasters/slideMaster1.xml" Id="Rf1213b1e09294ce4" /><Relationship Type="http://schemas.openxmlformats.org/officeDocument/2006/relationships/notesMaster" Target="/ppt/notesMasters/notesMaster1.xml" Id="R29a537906c5d4091" /><Relationship Type="http://schemas.openxmlformats.org/officeDocument/2006/relationships/presProps" Target="/ppt/presProps.xml" Id="R1b88255ea1784405" /><Relationship Type="http://schemas.openxmlformats.org/officeDocument/2006/relationships/tableStyles" Target="/ppt/tableStyles.xml" Id="Rda2774c06798434b" /><Relationship Type="http://schemas.openxmlformats.org/officeDocument/2006/relationships/slide" Target="/ppt/slides/slide1.xml" Id="R1eb839379ae64df1" /><Relationship Type="http://schemas.openxmlformats.org/officeDocument/2006/relationships/slide" Target="/ppt/slides/slide2.xml" Id="R44f0290e64154eb2" /><Relationship Type="http://schemas.openxmlformats.org/officeDocument/2006/relationships/slide" Target="/ppt/slides/slide3.xml" Id="R9bd0abf815114b2d" /><Relationship Type="http://schemas.openxmlformats.org/officeDocument/2006/relationships/slide" Target="/ppt/slides/slide4.xml" Id="R8601b0f530664d06" /><Relationship Type="http://schemas.openxmlformats.org/officeDocument/2006/relationships/slide" Target="/ppt/slides/slide5.xml" Id="R642f11578e9d4ac5" /><Relationship Type="http://schemas.openxmlformats.org/officeDocument/2006/relationships/slide" Target="/ppt/slides/slide6.xml" Id="R4c816978721a437b" /><Relationship Type="http://schemas.openxmlformats.org/officeDocument/2006/relationships/slide" Target="/ppt/slides/slide7.xml" Id="R1ebbdf8e665540af" /><Relationship Type="http://schemas.openxmlformats.org/officeDocument/2006/relationships/slide" Target="/ppt/slides/slide8.xml" Id="R83bd1fd34bf34f60" /><Relationship Type="http://schemas.openxmlformats.org/officeDocument/2006/relationships/slide" Target="/ppt/slides/slide9.xml" Id="Rc22389c1e3bd447b" /><Relationship Type="http://schemas.openxmlformats.org/officeDocument/2006/relationships/slide" Target="/ppt/slides/slide10.xml" Id="Rd6260685af7e4c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2d04424c1647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f76d471f1c4fd0" /><Relationship Type="http://schemas.openxmlformats.org/officeDocument/2006/relationships/notesMaster" Target="/ppt/notesMasters/notesMaster1.xml" Id="Rf9a287f5c66948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e0d96edc8349a0" /><Relationship Type="http://schemas.openxmlformats.org/officeDocument/2006/relationships/notesMaster" Target="/ppt/notesMasters/notesMaster1.xml" Id="Ree8190cda04e48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07b40b0e1947b2" /><Relationship Type="http://schemas.openxmlformats.org/officeDocument/2006/relationships/notesMaster" Target="/ppt/notesMasters/notesMaster1.xml" Id="Ra35ed5a417564a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0ec715771a4497" /><Relationship Type="http://schemas.openxmlformats.org/officeDocument/2006/relationships/notesMaster" Target="/ppt/notesMasters/notesMaster1.xml" Id="R0cd03a62a0b543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95ea8ff9074217" /><Relationship Type="http://schemas.openxmlformats.org/officeDocument/2006/relationships/notesMaster" Target="/ppt/notesMasters/notesMaster1.xml" Id="Re8d506e67d4c4f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dd2344f9474b36" /><Relationship Type="http://schemas.openxmlformats.org/officeDocument/2006/relationships/notesMaster" Target="/ppt/notesMasters/notesMaster1.xml" Id="R3e8b2e84577441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0c2832667f48d0" /><Relationship Type="http://schemas.openxmlformats.org/officeDocument/2006/relationships/notesMaster" Target="/ppt/notesMasters/notesMaster1.xml" Id="R79f01255a2e844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09d00efe6d4285" /><Relationship Type="http://schemas.openxmlformats.org/officeDocument/2006/relationships/notesMaster" Target="/ppt/notesMasters/notesMaster1.xml" Id="R4c9a4e44ad5a48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62a19574f341ed" /><Relationship Type="http://schemas.openxmlformats.org/officeDocument/2006/relationships/notesMaster" Target="/ppt/notesMasters/notesMaster1.xml" Id="Rab9d9deccfff42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f740dd53664eb2" /><Relationship Type="http://schemas.openxmlformats.org/officeDocument/2006/relationships/notesMaster" Target="/ppt/notesMasters/notesMaster1.xml" Id="Rd9bb97e1167d42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cuál es la unidad.</a:t>
            </a:r>
          </a:p>
          <a:p xmlns:a="http://schemas.openxmlformats.org/drawingml/2006/main">
            <a:r>
              <a:t>Señal para avanzar: Se evalúa el episodio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unidad recibe la consecuencia?</a:t>
            </a:r>
          </a:p>
          <a:p xmlns:a="http://schemas.openxmlformats.org/drawingml/2006/main">
            <a:r>
              <a:t>• ¿Qué población falta en la prueba?</a:t>
            </a:r>
          </a:p>
          <a:p xmlns:a="http://schemas.openxmlformats.org/drawingml/2006/main">
            <a:r>
              <a:t>• ¿Qué error raro no puede tolerarse?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Mapa de cobertura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Diferenciar volumen y diversidad.</a:t>
            </a:r>
          </a:p>
          <a:p xmlns:a="http://schemas.openxmlformats.org/drawingml/2006/main">
            <a:r>
              <a:t>Señal para avanzar: Los vacíos tienen población.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falta en la prueba?</a:t>
            </a:r>
          </a:p>
          <a:p xmlns:a="http://schemas.openxmlformats.org/drawingml/2006/main">
            <a:r>
              <a:t>• ¿Qué error raro no puede tolerarse?</a:t>
            </a:r>
          </a:p>
          <a:p xmlns:a="http://schemas.openxmlformats.org/drawingml/2006/main">
            <a:r>
              <a:t>• ¿Cuál es la línea de base?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Frecuencia y severidad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daño irreversible.</a:t>
            </a:r>
          </a:p>
          <a:p xmlns:a="http://schemas.openxmlformats.org/drawingml/2006/main">
            <a:r>
              <a:t>Señal para avanzar: Los errores reciben trato distinto.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error raro no puede tolerarse?</a:t>
            </a:r>
          </a:p>
          <a:p xmlns:a="http://schemas.openxmlformats.org/drawingml/2006/main">
            <a:r>
              <a:t>• ¿Cuál es la línea de base?</a:t>
            </a:r>
          </a:p>
          <a:p xmlns:a="http://schemas.openxmlformats.org/drawingml/2006/main">
            <a:r>
              <a:t>• ¿Puede el sistema abstenerse?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Promedio y grupos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Desagregar resultados.</a:t>
            </a:r>
          </a:p>
          <a:p xmlns:a="http://schemas.openxmlformats.org/drawingml/2006/main">
            <a:r>
              <a:t>Señal para avanzar: La desigualdad se vuelve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la línea de base?</a:t>
            </a:r>
          </a:p>
          <a:p xmlns:a="http://schemas.openxmlformats.org/drawingml/2006/main">
            <a:r>
              <a:t>• ¿Puede el sistema abstenerse?</a:t>
            </a:r>
          </a:p>
          <a:p xmlns:a="http://schemas.openxmlformats.org/drawingml/2006/main">
            <a:r>
              <a:t>• ¿Cuánto puede revisar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Línea de 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con proceso actual.</a:t>
            </a:r>
          </a:p>
          <a:p xmlns:a="http://schemas.openxmlformats.org/drawingml/2006/main">
            <a:r>
              <a:t>Señal para avanzar: El valor es incremental.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¿Puede el sistema abstenerse?</a:t>
            </a:r>
          </a:p>
          <a:p xmlns:a="http://schemas.openxmlformats.org/drawingml/2006/main">
            <a:r>
              <a:t>• ¿Cuánto puede revisar una persona?</a:t>
            </a:r>
          </a:p>
          <a:p xmlns:a="http://schemas.openxmlformats.org/drawingml/2006/main">
            <a:r>
              <a:t>• ¿Qué unidad recibe la consecuencia?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Pruebas adversas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Alterar contexto y entrada.</a:t>
            </a:r>
          </a:p>
          <a:p xmlns:a="http://schemas.openxmlformats.org/drawingml/2006/main">
            <a:r>
              <a:t>Señal para avanzar: Se observa robustez y abstención.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¿Cuánto puede revisar una persona?</a:t>
            </a:r>
          </a:p>
          <a:p xmlns:a="http://schemas.openxmlformats.org/drawingml/2006/main">
            <a:r>
              <a:t>• ¿Qué unidad recibe la consecuencia?</a:t>
            </a:r>
          </a:p>
          <a:p xmlns:a="http://schemas.openxmlformats.org/drawingml/2006/main">
            <a:r>
              <a:t>• ¿Qué población falta en la prueba?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Cola de supervisión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Medir carga y demora.</a:t>
            </a:r>
          </a:p>
          <a:p xmlns:a="http://schemas.openxmlformats.org/drawingml/2006/main">
            <a:r>
              <a:t>Señal para avanzar: El control deja de ser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unidad recibe la consecuencia?</a:t>
            </a:r>
          </a:p>
          <a:p xmlns:a="http://schemas.openxmlformats.org/drawingml/2006/main">
            <a:r>
              <a:t>• ¿Qué población falta en la prueba?</a:t>
            </a:r>
          </a:p>
          <a:p xmlns:a="http://schemas.openxmlformats.org/drawingml/2006/main">
            <a:r>
              <a:t>• ¿Qué error raro no puede tolerarse?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Equipo persona e 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Evaluar interacción y autoridad.</a:t>
            </a:r>
          </a:p>
          <a:p xmlns:a="http://schemas.openxmlformats.org/drawingml/2006/main">
            <a:r>
              <a:t>Señal para avanzar: Se detectan fallas combinadas.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falta en la prueba?</a:t>
            </a:r>
          </a:p>
          <a:p xmlns:a="http://schemas.openxmlformats.org/drawingml/2006/main">
            <a:r>
              <a:t>• ¿Qué error raro no puede tolerarse?</a:t>
            </a:r>
          </a:p>
          <a:p xmlns:a="http://schemas.openxmlformats.org/drawingml/2006/main">
            <a:r>
              <a:t>• ¿Cuál es la línea de base?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Consejo HH-32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Graduar autonomía por clase.</a:t>
            </a:r>
          </a:p>
          <a:p xmlns:a="http://schemas.openxmlformats.org/drawingml/2006/main">
            <a:r>
              <a:t>Señal para avanzar: Cada umbral tiene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error raro no puede tolerarse?</a:t>
            </a:r>
          </a:p>
          <a:p xmlns:a="http://schemas.openxmlformats.org/drawingml/2006/main">
            <a:r>
              <a:t>• ¿Cuál es la línea de base?</a:t>
            </a:r>
          </a:p>
          <a:p xmlns:a="http://schemas.openxmlformats.org/drawingml/2006/main">
            <a:r>
              <a:t>• ¿Puede el sistema abstenerse?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Traducir riesgo a obligación.</a:t>
            </a:r>
          </a:p>
          <a:p xmlns:a="http://schemas.openxmlformats.org/drawingml/2006/main">
            <a:r>
              <a:t>Señal para avanzar: Surge registro vivo de gobierno.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la línea de base?</a:t>
            </a:r>
          </a:p>
          <a:p xmlns:a="http://schemas.openxmlformats.org/drawingml/2006/main">
            <a:r>
              <a:t>• ¿Puede el sistema abstenerse?</a:t>
            </a:r>
          </a:p>
          <a:p xmlns:a="http://schemas.openxmlformats.org/drawingml/2006/main">
            <a:r>
              <a:t>• ¿Cuánto puede revisar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357f1a95d841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7b0824a3964b42" /><Relationship Type="http://schemas.openxmlformats.org/officeDocument/2006/relationships/slideLayout" Target="/ppt/slideLayouts/slideLayout1.xml" Id="Raec7a5206fa64f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c7a5206fa64f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1120e60734289" /><Relationship Type="http://schemas.openxmlformats.org/officeDocument/2006/relationships/notesSlide" Target="/ppt/notesSlides/notesSlide1.xml" Id="R6d5868eeb01c47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0ccbe23484867" /><Relationship Type="http://schemas.openxmlformats.org/officeDocument/2006/relationships/notesSlide" Target="/ppt/notesSlides/notesSlide2.xml" Id="R333152ca1d6549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98af72b1b4b1b" /><Relationship Type="http://schemas.openxmlformats.org/officeDocument/2006/relationships/notesSlide" Target="/ppt/notesSlides/notesSlide3.xml" Id="R1c9beaf7197e4c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8385d2c4b40d2" /><Relationship Type="http://schemas.openxmlformats.org/officeDocument/2006/relationships/notesSlide" Target="/ppt/notesSlides/notesSlide4.xml" Id="R93c56fa871eb46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1f58af0c34bf0" /><Relationship Type="http://schemas.openxmlformats.org/officeDocument/2006/relationships/notesSlide" Target="/ppt/notesSlides/notesSlide5.xml" Id="R137326e9988d48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c1bd998aa49f9" /><Relationship Type="http://schemas.openxmlformats.org/officeDocument/2006/relationships/notesSlide" Target="/ppt/notesSlides/notesSlide6.xml" Id="R0e41c90388fe49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52c03d1cf45e5" /><Relationship Type="http://schemas.openxmlformats.org/officeDocument/2006/relationships/notesSlide" Target="/ppt/notesSlides/notesSlide7.xml" Id="R8f790343f93546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f0e2505814f45" /><Relationship Type="http://schemas.openxmlformats.org/officeDocument/2006/relationships/notesSlide" Target="/ppt/notesSlides/notesSlide8.xml" Id="R7d19a84448fb46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f2dab38434231" /><Relationship Type="http://schemas.openxmlformats.org/officeDocument/2006/relationships/notesSlide" Target="/ppt/notesSlides/notesSlide9.xml" Id="Rce915d7520044c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e929c798d422e" /><Relationship Type="http://schemas.openxmlformats.org/officeDocument/2006/relationships/notesSlide" Target="/ppt/notesSlides/notesSlide10.xml" Id="Ra04b64f61f7044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C2F3A-B389-4EBD-9276-5B90566F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9B3D9-4967-498C-8567-656B7587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5FAFD-BB43-4E5F-97E6-282CC2CF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B6D1C-E9A7-472B-80D5-1FBB828F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C87E5-C7FC-436F-AEF9-18CC40D1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685F1-FF64-4089-9632-A07120F8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8A16F-5F92-492F-B82A-35BAC0C9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6C65F-A6AD-4604-9121-FFFB6816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07B3B-EF4B-4A80-939C-0F43F9CD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evidencia permite asignar autonomía a una capacidad de IA sin ocultar fallas graves detrás de un buen promedio?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B4540-9D2C-4018-B943-FC5410AA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A2B3E-4710-40B4-9C0E-ED43A211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491300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AEBE1-F0CA-4CA8-B398-BCA58BED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72729-B55A-4112-9693-3F8E09FF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FEC23-146F-4A50-A77A-8A9F393C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6F2B6-EE8F-4630-8260-7FC88954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22F12-61DA-4EF8-96DF-142DB25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0B7AA-6954-4D69-A193-6793D040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EC7EB-7AA3-4FCD-8A76-DA6DA9D4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D7AD8-5ACF-4601-B4E7-E34CFCEA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Mapa de cobertura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F783C-66E1-4620-9841-4CBC7698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5C60E-A226-4662-B1EE-921BE334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147A1-FA18-4B3B-8AA4-F2038086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9A5DD-F961-4929-AD01-6860D48D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2BE6F-05A4-48E0-9E4B-86942969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A100A-898B-4B85-BB74-1B38016A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36E02-C01E-4902-993F-4E916141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A5DAE-09B6-4116-B167-BC02DA0C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C9EA0-A6EE-4F26-BF64-D6950AFF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87F45-39DB-4D05-818F-778A05AF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387919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3A13F-482A-4E38-BFCE-9AEF1C9A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089AF-E901-4F7D-848F-FDE70E2F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82BB6-768C-48F3-8F3F-93C5C715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E0996-79F4-48CD-AAA7-C3B05D5D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3AC21-1C03-4C2F-93A7-A575BB1C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DBDB0-179C-4792-AD75-D4328F65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C3BAB-9518-4AA8-8A13-5B92AF3F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2CD6F-1D55-4C2B-9393-16D48283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Frecuencia y severidad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3B231-7AC1-422D-A2E7-CF23334B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E40DC-803B-4E0E-917B-D6CBE4D5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71BB8-148A-4763-A3B3-1DB77DD9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99702-42FB-4682-B5FB-F294F778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C3538-6FBA-4006-8305-375159F2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69CB1-4A0B-4415-BF7E-EF4FF80B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65BAE-78A6-403D-B852-8C61C8E9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A29EF-9B00-4278-BA94-64E5216F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0DF24-77C6-4CC4-B459-61AF1E1E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D462B-F437-4882-82E5-82F5B3E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49EFA-CAC7-4895-8F69-70E9B2DA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21DF7-F36B-4AA2-A1EB-DBE1937D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927513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2653A-EE05-45C9-AA7A-149EDA11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A394B-2408-499D-8E8F-31AC9210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535AA-5CAF-48F8-BAD0-F803AAA5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7CB7C-EEB4-46E6-B37E-E8377320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389FD-AC7D-4765-96C8-2A871A93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0FAD2-EE6C-46D8-B91D-5C3651BA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04A73-8793-4875-B88B-E01D0260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DFAAC-4B1C-4371-9134-00769D40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Promedio y grupos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E8203-93D0-46F4-9BF0-D120C354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109A3-5D11-4826-88F3-B44EDE60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C352A-8B00-4FC5-A281-E89EF71E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3EEB3-F872-4FCD-88F5-33E18F2E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40BA0-15B0-48EA-915E-7E2E8E4C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DB1BD-49F4-4584-9AE1-CDBEA37F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20110371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80905-DAE7-49A2-A3B1-7C7C5FB5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679EF-E07B-48EE-BFE5-5FA8C65F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67FC2-6F11-4FAE-A96C-99FA1E76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2E3BF-DE52-469F-963C-4D0C0575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868B7-64F2-4627-8244-3A736E6E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7134E-E65F-44A2-B5EC-60BDD3DF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7B98B-2903-43FE-9073-E700187D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F1072-AC14-477F-8175-A99308B5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Línea de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5095D-5F8C-45A1-8F57-6F1833B2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41937-69B7-4E3F-A042-4638005E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4C654-E8D5-495E-A085-0D755FFE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96ABD-B90B-4DD2-ABD8-CE34CD85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57143-97AD-4F37-A306-8065FB47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8F036-98C6-4041-A225-1C247C62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02F4A-8BD4-458F-8319-F99F13E4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77798-1645-45F2-A944-597417CF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2C201-79A4-4B05-BFC8-2CDD1695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DAC65-C17E-43F0-B8F2-7C76572D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9D57D-98EA-4FFC-A3E8-D859F379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F0C2E-432F-4926-A8AD-CD576805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08912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22CF6-DBA0-4B09-88D8-3B41D0BC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A4B8C-E48C-4CC1-B1AE-DC54FC02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390F1-2574-4FCD-8151-AF802D0F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B94FF-3948-4AB3-A5A2-B9232A2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C771A-ADDD-4291-A97F-696F61E2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BAF66-8952-43DE-BBB7-7CF18F21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F45C0-AEC2-4DEC-8B67-E66433BC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1B083-4204-428B-A4B6-B23E446B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Pruebas adversas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C6939-4582-401E-8F5D-9EDCC4AA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CC802-FD6A-4749-8C32-325AA20C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494C3-B123-4AD7-88F8-7FB0EBE0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232EB-DB9A-403F-B256-84B4EAD4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957B1-8182-453A-89CA-AC407D35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8D1C1-DDA0-4BFD-A4EE-931B7A21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588554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C22A9-3BEC-4AA5-8839-D6F21D12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22AC0-6B2F-4378-B4E6-BA983BB3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8F7DC-8BC5-48B2-BCD1-4EE3A8DA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C1CCF-6009-49E7-B85C-58F52C86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4C0A0-7A9B-476D-BCE3-6651F979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3A7FF-2123-47BB-9553-5AB799C4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6E0FE-2BD5-4B75-A0A3-36DC26B4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1360C-0808-4B2A-991B-9B5CD9C3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Cola de supervisión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EEDB3-1FF5-4BE1-BC1D-F7323ECB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4FBA4-0A4C-41DB-B53A-FA0C2D91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1FFEB-833E-483E-BE9D-80D29869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144819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F1CDD-E3E7-4A08-B23B-02C76732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06D44-5166-479C-982E-0FACA088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FB8FA-812C-4D2B-9529-B16856AE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38ED9-932C-446D-B1DC-23C4C2C2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28C9B-72D6-4BB4-B4B6-95211A2E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CAA5E-1F84-47C6-B1F0-D750B583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1C150-C4BC-4324-B1C0-0B48743B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5EC49-6901-4753-8B32-10C10321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Equipo persona e 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0A2DD-80BB-4D99-A4FD-CA341934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FFA03-DD48-4AE1-B592-06831244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E35C8-0931-41F6-A22A-99CFB451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BD8CA-534D-47D6-85B8-F78941A1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C77A2-E0C5-4841-9F7E-5450B8B6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612B9-FEB3-4389-8DB4-D234889F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3FEF1-3324-4FCA-A59D-33CE8E30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1A634-D453-4B67-8A71-45DA0C9E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2D609-4900-4644-B16C-36A034B1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61295-2723-4641-AB3E-4AADE728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9493A-72D8-4B4D-A28F-F5209D55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C28B2-5971-4B8E-84FC-A6B5464D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253549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E2C94-0D3B-443D-9878-7B53A198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CA725-9820-42EF-A7C4-5DAC9147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82254-9B04-47B5-B937-005ECA87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CC503-EE60-49BF-AFEC-7FC3ED3E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8269F-EA35-44E0-9D6C-AE20E756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493CF-6CBE-49E3-B5D6-C671D58C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6C154-6F57-4590-9648-9ACC4BCD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CD046-AEC8-4196-A453-F5B18386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Consejo HH-32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14874-271B-4B76-8F42-3DBFA6AA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7F4D5-5CF7-44D3-8751-BC77169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A5148-4197-4C97-B526-DB4BFDC3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DA167-4087-41D4-82C0-20193269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4244C-68E1-4749-B3E7-BFE61EC6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63181-323B-4355-9F0E-3143C37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AAE5C-1C72-496A-8A7E-B4EEAE28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2700F-D724-47D8-8B12-94F32BC8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BC761-17E9-4047-82EA-E3687ABD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FE48C-02F7-4C99-B7EF-2B359E71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4CF39-0A5D-400A-B73D-905456AC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7234A-6742-4088-BA67-D37CDCAF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204095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50BBB-F864-462C-B1AE-2761A8CF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6329F-0D2F-40C3-9E12-3EF5A641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036CA-4B40-4052-B79E-C43A4C64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61F2C-C90E-4C38-9BFB-1FB1520C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DE2DA-64A6-46E3-9CB8-07CD5BA9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91E84-7AA1-4479-9754-4A001577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30D14-DA4F-4115-A682-ADF5C322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C7E21-E844-474E-98FB-53EA5A39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3899D-9AD6-4883-807D-E1876093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26E2D-6787-4E0A-A7D7-3D609F9E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45B2E-E631-4367-BA1F-28422116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44F43-9645-407B-BE4B-661F070F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4B70F-85D2-45BE-B00F-9A113789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EE166-AF30-4971-AAAA-E82CFF9F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7C9B0-5997-4B45-81A9-B9EEAB2F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HH-32 de evaluación desagregada y una matriz de autonomía y escalamiento.</a:t>
            </a:r>
          </a:p>
        </p:txBody>
      </p:sp>
    </p:spTree>
    <p:extLst>
      <p:ext uri="{BB962C8B-B14F-4D97-AF65-F5344CB8AC3E}">
        <p14:creationId xmlns:p14="http://schemas.microsoft.com/office/powerpoint/2010/main" val="875348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2026-09-12T16:23:28.1720000Z</dcterms:created>
  <dcterms:modified xsi:type="dcterms:W3CDTF">2026-09-12T16:23:28.1720000Z</dcterms:modified>
</coreProperties>
</file>