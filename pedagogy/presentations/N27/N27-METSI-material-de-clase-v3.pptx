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1cbe417f0431e" /><Relationship Type="http://schemas.openxmlformats.org/officeDocument/2006/relationships/extended-properties" Target="/docProps/app.xml" Id="Rc3fbf100eb3e445d" /><Relationship Type="http://schemas.openxmlformats.org/officeDocument/2006/relationships/officeDocument" Target="/ppt/presentation.xml" Id="Re7dea57a250a4a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d27f06cb6456d"/>
  </p:sldMasterIdLst>
  <p:notesMasterIdLst>
    <p:notesMasterId xmlns:r="http://schemas.openxmlformats.org/officeDocument/2006/relationships" r:id="R338c152dec454d85"/>
  </p:notesMasterIdLst>
  <p:sldIdLst>
    <p:sldId xmlns:r="http://schemas.openxmlformats.org/officeDocument/2006/relationships" id="256" r:id="R22365422f2264037"/>
    <p:sldId xmlns:r="http://schemas.openxmlformats.org/officeDocument/2006/relationships" id="257" r:id="R31414e5352c342a9"/>
    <p:sldId xmlns:r="http://schemas.openxmlformats.org/officeDocument/2006/relationships" id="258" r:id="R6c8fc96a37fe4573"/>
    <p:sldId xmlns:r="http://schemas.openxmlformats.org/officeDocument/2006/relationships" id="259" r:id="R1021f3cde74f43f2"/>
    <p:sldId xmlns:r="http://schemas.openxmlformats.org/officeDocument/2006/relationships" id="260" r:id="R00a0ed1e7aca4c18"/>
    <p:sldId xmlns:r="http://schemas.openxmlformats.org/officeDocument/2006/relationships" id="261" r:id="R90186d9e2d444595"/>
    <p:sldId xmlns:r="http://schemas.openxmlformats.org/officeDocument/2006/relationships" id="262" r:id="Ra5eff7332ce9456d"/>
    <p:sldId xmlns:r="http://schemas.openxmlformats.org/officeDocument/2006/relationships" id="263" r:id="Racd0d83028ff4f6e"/>
    <p:sldId xmlns:r="http://schemas.openxmlformats.org/officeDocument/2006/relationships" id="264" r:id="R97ff72b9bdfe4cde"/>
    <p:sldId xmlns:r="http://schemas.openxmlformats.org/officeDocument/2006/relationships" id="265" r:id="Ra467a8dfa2fa4a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be45f4f924a47" /><Relationship Type="http://schemas.openxmlformats.org/officeDocument/2006/relationships/slideMaster" Target="/ppt/slideMasters/slideMaster1.xml" Id="Ra61d27f06cb6456d" /><Relationship Type="http://schemas.openxmlformats.org/officeDocument/2006/relationships/notesMaster" Target="/ppt/notesMasters/notesMaster1.xml" Id="R338c152dec454d85" /><Relationship Type="http://schemas.openxmlformats.org/officeDocument/2006/relationships/presProps" Target="/ppt/presProps.xml" Id="Ra28b01044b284073" /><Relationship Type="http://schemas.openxmlformats.org/officeDocument/2006/relationships/tableStyles" Target="/ppt/tableStyles.xml" Id="R0991135f562544a9" /><Relationship Type="http://schemas.openxmlformats.org/officeDocument/2006/relationships/slide" Target="/ppt/slides/slide1.xml" Id="R22365422f2264037" /><Relationship Type="http://schemas.openxmlformats.org/officeDocument/2006/relationships/slide" Target="/ppt/slides/slide2.xml" Id="R31414e5352c342a9" /><Relationship Type="http://schemas.openxmlformats.org/officeDocument/2006/relationships/slide" Target="/ppt/slides/slide3.xml" Id="R6c8fc96a37fe4573" /><Relationship Type="http://schemas.openxmlformats.org/officeDocument/2006/relationships/slide" Target="/ppt/slides/slide4.xml" Id="R1021f3cde74f43f2" /><Relationship Type="http://schemas.openxmlformats.org/officeDocument/2006/relationships/slide" Target="/ppt/slides/slide5.xml" Id="R00a0ed1e7aca4c18" /><Relationship Type="http://schemas.openxmlformats.org/officeDocument/2006/relationships/slide" Target="/ppt/slides/slide6.xml" Id="R90186d9e2d444595" /><Relationship Type="http://schemas.openxmlformats.org/officeDocument/2006/relationships/slide" Target="/ppt/slides/slide7.xml" Id="Ra5eff7332ce9456d" /><Relationship Type="http://schemas.openxmlformats.org/officeDocument/2006/relationships/slide" Target="/ppt/slides/slide8.xml" Id="Racd0d83028ff4f6e" /><Relationship Type="http://schemas.openxmlformats.org/officeDocument/2006/relationships/slide" Target="/ppt/slides/slide9.xml" Id="R97ff72b9bdfe4cde" /><Relationship Type="http://schemas.openxmlformats.org/officeDocument/2006/relationships/slide" Target="/ppt/slides/slide10.xml" Id="Ra467a8dfa2fa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fc0861cc547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cc7455a6d4c19" /><Relationship Type="http://schemas.openxmlformats.org/officeDocument/2006/relationships/notesMaster" Target="/ppt/notesMasters/notesMaster1.xml" Id="R8f7fb1f2743f4b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daaab8b8d54b99" /><Relationship Type="http://schemas.openxmlformats.org/officeDocument/2006/relationships/notesMaster" Target="/ppt/notesMasters/notesMaster1.xml" Id="R20eb7e2e464a45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f01a6bef28426c" /><Relationship Type="http://schemas.openxmlformats.org/officeDocument/2006/relationships/notesMaster" Target="/ppt/notesMasters/notesMaster1.xml" Id="R70f2628a19a6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7affbe3b543f8" /><Relationship Type="http://schemas.openxmlformats.org/officeDocument/2006/relationships/notesMaster" Target="/ppt/notesMasters/notesMaster1.xml" Id="R368c0f44f4db45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b490eb811142f9" /><Relationship Type="http://schemas.openxmlformats.org/officeDocument/2006/relationships/notesMaster" Target="/ppt/notesMasters/notesMaster1.xml" Id="Rdf92b042a56b47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7d65fe937b4514" /><Relationship Type="http://schemas.openxmlformats.org/officeDocument/2006/relationships/notesMaster" Target="/ppt/notesMasters/notesMaster1.xml" Id="Rbba9a625d67742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b768617974850" /><Relationship Type="http://schemas.openxmlformats.org/officeDocument/2006/relationships/notesMaster" Target="/ppt/notesMasters/notesMaster1.xml" Id="R4a59d5692b7843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aa77963f9b449a" /><Relationship Type="http://schemas.openxmlformats.org/officeDocument/2006/relationships/notesMaster" Target="/ppt/notesMasters/notesMaster1.xml" Id="R4ec772fef4674e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e6d9d0364c49e3" /><Relationship Type="http://schemas.openxmlformats.org/officeDocument/2006/relationships/notesMaster" Target="/ppt/notesMasters/notesMaster1.xml" Id="R90770f445c1b4d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d1b9e9ea4a4e0f" /><Relationship Type="http://schemas.openxmlformats.org/officeDocument/2006/relationships/notesMaster" Target="/ppt/notesMasters/notesMaster1.xml" Id="R5dc733c1d4164b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falta aunque el JSON valide.</a:t>
            </a:r>
          </a:p>
          <a:p xmlns:a="http://schemas.openxmlformats.org/drawingml/2006/main">
            <a:r>
              <a:t>Señal para avanzar: Aparecen significado, tiempo y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API como acuerdo parcial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Intercambio ciego · 10 minutos</a:t>
            </a:r>
          </a:p>
          <a:p xmlns:a="http://schemas.openxmlformats.org/drawingml/2006/main">
            <a:r>
              <a:t>Un equipo publica mensajes y otro los consume sólo con un esquema. Se registran supuestos inevitables.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interfaz de promesa completa.</a:t>
            </a:r>
          </a:p>
          <a:p xmlns:a="http://schemas.openxmlformats.org/drawingml/2006/main">
            <a:r>
              <a:t>Señal para avanzar: Se reconocen consumidores.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sintáctica negativa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sintáctico · 14 minutos</a:t>
            </a:r>
          </a:p>
          <a:p xmlns:a="http://schemas.openxmlformats.org/drawingml/2006/main">
            <a:r>
              <a:t>Se validan tipos, obligatoriedad, cardinalidad y versiones. La prueba debe fallar con un cambio incompatible.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Romper tipo o campo.</a:t>
            </a:r>
          </a:p>
          <a:p xmlns:a="http://schemas.openxmlformats.org/drawingml/2006/main">
            <a:r>
              <a:t>Señal para avanzar: La incompatibilidad se detecta.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significados de disponible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Juicio semántico · 18 minutos</a:t>
            </a:r>
          </a:p>
          <a:p xmlns:a="http://schemas.openxmlformats.org/drawingml/2006/main">
            <a:r>
              <a:t>Housekeeping y Recepción defienden significados distintos de disponible. Se acuerdan estados, autoridad e invariantes.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autoridad semántica.</a:t>
            </a:r>
          </a:p>
          <a:p xmlns:a="http://schemas.openxmlformats.org/drawingml/2006/main">
            <a:r>
              <a:t>Señal para avanzar: Estado e invariante se acuerdan.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Reloj de contrato · 16 minutos</a:t>
            </a:r>
          </a:p>
          <a:p xmlns:a="http://schemas.openxmlformats.org/drawingml/2006/main">
            <a:r>
              <a:t>Se introducen demora, desorden y expiración. El equipo define ventanas, secuencia y decisión frente a dato tardío.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Reordenar mensajes.</a:t>
            </a:r>
          </a:p>
          <a:p xmlns:a="http://schemas.openxmlformats.org/drawingml/2006/main">
            <a:r>
              <a:t>Señal para avanzar: Se define vigencia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Reintento duplicado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Tormenta de errores · 18 minutos</a:t>
            </a:r>
          </a:p>
          <a:p xmlns:a="http://schemas.openxmlformats.org/drawingml/2006/main">
            <a:r>
              <a:t>Una respuesta se pierde y el cliente reintenta. Se prueban idempotencia, códigos, correlación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Perder una respuesta.</a:t>
            </a:r>
          </a:p>
          <a:p xmlns:a="http://schemas.openxmlformats.org/drawingml/2006/main">
            <a:r>
              <a:t>Señal para avanzar: La operación es idempotente o 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Contrato de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Guardia operacional · 16 minutos</a:t>
            </a:r>
          </a:p>
          <a:p xmlns:a="http://schemas.openxmlformats.org/drawingml/2006/main">
            <a:r>
              <a:t>La API responde, pero nadie atiende una inconsistencia nocturna. Se agregan observabilidad, escalamiento y soporte.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acción posible.</a:t>
            </a:r>
          </a:p>
          <a:p xmlns:a="http://schemas.openxmlformats.org/drawingml/2006/main">
            <a:r>
              <a:t>Señal para avanzar: El error orienta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garantiza realmente la API?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Guardia HH-27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Migración compatible · 20 minutos</a:t>
            </a:r>
          </a:p>
          <a:p xmlns:a="http://schemas.openxmlformats.org/drawingml/2006/main">
            <a:r>
              <a:t>Se despliega una versión nueva con consumidores desiguales. Cada equipo diseña convivencia, prueba y retiro 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Quitar al equipo de desarrollo.</a:t>
            </a:r>
          </a:p>
          <a:p xmlns:a="http://schemas.openxmlformats.org/drawingml/2006/main">
            <a:r>
              <a:t>Señal para avanzar: Existe soporte y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significado?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versiones vivas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formula qué evidencia de calidad exigiría N28 antes de confiar en 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Probar convivencia y retiro.</a:t>
            </a:r>
          </a:p>
          <a:p xmlns:a="http://schemas.openxmlformats.org/drawingml/2006/main">
            <a:r>
              <a:t>Señal para avanzar: La migración es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vence este dato?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Convertir confianza en reclamo de calidad.</a:t>
            </a:r>
          </a:p>
          <a:p xmlns:a="http://schemas.openxmlformats.org/drawingml/2006/main">
            <a:r>
              <a:t>Señal para avanzar: Aparecen escenario, riesgo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contrato verificable que no reduzca una integración a formato y endpoint.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pasa si se repite el comando?</a:t>
            </a:r>
          </a:p>
          <a:p xmlns:a="http://schemas.openxmlformats.org/drawingml/2006/main">
            <a:r>
              <a:t>• ¿Cómo se repara este error?</a:t>
            </a:r>
          </a:p>
          <a:p xmlns:a="http://schemas.openxmlformats.org/drawingml/2006/main">
            <a:r>
              <a:t>• ¿Qué consumidor impide retirar la versión?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y prueba un contrato HH-27 sintáctico, semántico, temporal y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233d20a274c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e7f25e45a84e20" /><Relationship Type="http://schemas.openxmlformats.org/officeDocument/2006/relationships/slideLayout" Target="/ppt/slideLayouts/slideLayout1.xml" Id="Ra048dce92aa146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48dce92aa146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2c110244f497e" /><Relationship Type="http://schemas.openxmlformats.org/officeDocument/2006/relationships/notesSlide" Target="/ppt/notesSlides/notesSlide1.xml" Id="Rf4377b94df414b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66779cafa4dc8" /><Relationship Type="http://schemas.openxmlformats.org/officeDocument/2006/relationships/notesSlide" Target="/ppt/notesSlides/notesSlide2.xml" Id="R836322da5943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7975395014f86" /><Relationship Type="http://schemas.openxmlformats.org/officeDocument/2006/relationships/notesSlide" Target="/ppt/notesSlides/notesSlide3.xml" Id="R5bdd5fd74bb6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aabedb7284026" /><Relationship Type="http://schemas.openxmlformats.org/officeDocument/2006/relationships/notesSlide" Target="/ppt/notesSlides/notesSlide4.xml" Id="Rd84ba5a318af4c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5b8f852aa40d3" /><Relationship Type="http://schemas.openxmlformats.org/officeDocument/2006/relationships/notesSlide" Target="/ppt/notesSlides/notesSlide5.xml" Id="R134357e9d6b149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8f2b737384d31" /><Relationship Type="http://schemas.openxmlformats.org/officeDocument/2006/relationships/notesSlide" Target="/ppt/notesSlides/notesSlide6.xml" Id="R2e019b90843d41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41b32e9374764" /><Relationship Type="http://schemas.openxmlformats.org/officeDocument/2006/relationships/notesSlide" Target="/ppt/notesSlides/notesSlide7.xml" Id="R26d427c76e104f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578661a464ffc" /><Relationship Type="http://schemas.openxmlformats.org/officeDocument/2006/relationships/notesSlide" Target="/ppt/notesSlides/notesSlide8.xml" Id="Re15c99acd52741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a5196b3b54772" /><Relationship Type="http://schemas.openxmlformats.org/officeDocument/2006/relationships/notesSlide" Target="/ppt/notesSlides/notesSlide9.xml" Id="R174c18a5fcda4c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77e2dd3b4391" /><Relationship Type="http://schemas.openxmlformats.org/officeDocument/2006/relationships/notesSlide" Target="/ppt/notesSlides/notesSlide10.xml" Id="Raf38167a06ce45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28C86-6D7E-4307-924A-4D44B01B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E18E-67FB-419D-8770-074DAC95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8D18C-7204-471E-AA45-07D462E7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E380A-9EC7-4D5B-8DF4-B8F0ADC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9DC5A-8553-4AB7-B06C-72E091A4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DDAC7-A5DF-4CDE-93F7-114FB23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DC99F-5959-43B4-84EF-3133A27B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28158-1FEA-4300-927D-30B7884E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8892A-2985-4682-8447-92A85CB6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Contratos sintácticos, semánticos, temporales y operacionales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B8A31-1563-4B24-B39C-827300FC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debe acordarse para que dos partes no sólo intercambien datos válidos, sino que produzcan la misma consecuencia bajo tiempos y fallas reales?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00901-6301-496C-92E1-DA02E9B9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5A44-2CA0-4E63-82BD-2C9F6D73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765883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290C2-ED22-4E9C-A472-24E03DFC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AA124-20E4-48A1-A283-1B4AF6B8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A7719-7553-4CCA-83F4-A2FAC2D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212A0-B18E-45E7-BEA5-DF8A8F9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565F8-8483-4C47-A0AF-73EE521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BCD93-F299-408A-85AD-447C478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ADEB4-9672-4100-9080-C782EAEE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1189C-2CC2-4026-9B6A-846CCAA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Intercambio ciego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5622D-C687-4E30-A045-BBC569B2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FECDC-A435-4D30-9079-4FC5B82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1DDAB-3875-45DD-80B4-91A4175C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equipo publica mensajes y otro los consume sólo con un esquema. Se registran supuestos inevitables.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4D8D7-71B7-47A0-A317-9A579EF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C2F6C-11BF-4BF5-ADE9-722F96B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BC401-0ED9-4CDF-BB33-5E4DFE02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5B6CC-E6E5-4B02-B429-CA150A18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EF46E-9076-41F6-810C-60A7E1F3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9FEC3-84D3-47D9-B174-2BC1AA0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9C702-4173-410F-9C1A-1DD9A7A8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4AAC8-7FE3-400F-897C-51CFA205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806AA-2B0F-4A20-BDD5-A776DE2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6E6A3-A4D4-4202-9579-D9618CDA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816526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1AF56-7F31-41D5-8504-90B72138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9A612-2B37-4B07-BE7B-F99C4029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8142C-B962-412A-AB9B-EF557A1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107A5-9E3F-4DC4-8846-A35FB81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FF4F6-D4E3-4F75-AE10-23963233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E263B-615D-42A1-82E1-D7D96CC1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1242E-E1DB-44EF-AE2D-47E5AD4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86CEB-365A-4259-ADA4-46896DD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sintáctico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8C12D-CA83-4F6B-8121-9F7BF2F4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B2662-2DAC-49BB-9E56-BDD0C19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1A455-5229-4AD8-9088-C14CCB45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validan tipos, obligatoriedad, cardinalidad y versiones. La prueba debe fallar con un cambio incompatible.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7B904-3F14-4C4E-A46C-9A62D07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4BA5C-9D8D-4734-9257-E22FE848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FFC69-668D-42C5-A6A5-6494258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86E33-AE81-4720-8E4C-2E16AC4B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C968D-D7EC-495B-938A-9E8A5A86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97AF2-8E7D-42AF-930D-6EF5E15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9B7B5-7BA0-407F-AC5D-F7DD154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EA573-1AC2-43C5-9711-2C379CB0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9FF3B-E9EC-4288-8AEC-655CD1D7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A091E-AD93-4C34-960A-89FFDBC1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9FB31-B4B3-47BE-AD55-CE7F041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5856E-2D75-4307-8873-B150F97E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029967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1FC01-7363-4C0A-BF90-F012CFF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F0EBF-09D5-4BB9-8C8D-4C5D6090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A5CE-5EF4-4CCE-8FF3-399DC99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114B3-590A-4474-9D51-6694436B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AB4D6-F221-4C9F-90AC-2273210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6AC0C-7678-4883-AC2D-B4B91CCC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132FB-23FA-48E9-83A9-37CA0C6C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78B2D-ECA8-4F73-8BD4-4A42B76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Juicio semántico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3245D-F8D9-4AAC-A1E2-16F3DAB4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E7C3C-7FDC-4E81-8DA4-44869ADA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3FA28-B402-4238-8D3D-5B1286B4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Housekeeping y Recepción defienden significados distintos de disponible. Se acuerdan estados, autoridad e invariantes.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3842B-764E-47B2-BD5A-9C3756D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66884-5330-49AA-B871-C3866E9F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3DEDE-8F24-4E23-B1E9-4A5FAEB6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8B018-756D-4A7A-9993-81C5C456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F1E07-CE74-4783-B574-0C0EA573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C8914-96C3-42CF-B723-F1D54F3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8768644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E344B-AC76-4AD0-B79F-1224936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52AFC-300F-4720-A7AD-6D86A1BA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D84DC-88AF-44A0-9D99-6D8853FD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E72BA-2512-4AEF-BE67-5C995C66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F9BB3-15B5-4602-B841-AC6B6C78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3D50D-FB0A-471F-99A5-794A41C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9F961-83E3-4245-B6CE-29DCA16E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35C54-378E-4247-812C-3FC00448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Reloj de contrato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7ED16-BE4E-45D1-AB36-687AA9B5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AB566-5CDE-4F13-85F8-7900439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02D83-E2F5-4087-8438-60A6736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introducen demora, desorden y expiración. El equipo define ventanas, secuencia y decisión frente a dato tardío.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ED087-2469-4C46-849D-D4A1A7E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81F07-A9D6-47D3-AED8-E629AC14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11C2C-ECB1-4E6C-B9D5-2A9E17C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FECF9-33AC-4B04-AF8B-55DCBC80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96A73-9AA5-43FE-9511-4D8B235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2E4D3-FA01-430D-8422-D74DE9C1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7F687-4396-405D-B048-A18EAD2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31BB5-32EF-451F-AF47-79D4EE75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3F401-52DF-4C2A-9DF5-C63829C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2A2E5-FC0C-4E0C-BE0F-2CADF1E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4FD21-06AF-44A6-BD36-BE0B1055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DFBDA-FDCD-4A05-8D75-6B47E76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111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844EA-4422-4288-B2E9-EA9A0784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CBD68-FC69-4875-829B-DEDAE3F8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B17E6-B033-46C1-863D-4586F8D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AF077-7328-49D5-8169-673835D0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3B80F-C93F-49E2-A1C2-80FB6AF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51649-92F5-4E0A-BAED-5C23FAE6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A3C84-E1EB-434F-B633-FBBAD8DB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A3EBC-29FA-4D62-AD27-C2B4D0EC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Tormenta de errores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97543-A66A-48E9-81B2-45C259DB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7AD88-CFE7-4C86-9C9E-341A2425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BA26D-BBA0-49DC-B7C5-523D016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B104A-E4D8-4267-8A3C-7B12653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826F8-288B-4453-AF72-69F90155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Reintento duplicado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D17B4-5CF0-49E2-91E5-C76713A7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respuesta se pierde y el cliente reintenta. Se prueban idempotencia, códigos, correlación y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B38F9-109B-48C9-B157-E7F59EDF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123B1-B018-44FA-AAEF-F1F13ED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196903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F52ED-567D-4E53-8FCD-9C7C77E9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53F0-2D59-4C4A-8743-F53F06F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C84F3-7385-46C3-9E7A-DFB3D62B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52898-110A-443D-AE27-10570CE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55125-A7C2-4400-8E68-C110D41F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3DF1E-26F4-42C9-BEA6-5CC6E8A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E1FDF-7F5E-4443-80B9-C3631ED7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64D3-DB14-4C2B-873C-9DE33C95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Guardia operacional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B2724-B1F8-4FDA-B587-5B3ECB31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1C0ED-8A1A-4390-BE10-5BD851A7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C2653-0EFC-4379-BEEB-B94E6097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39435-FD0C-4E3C-82CB-80B131B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8399F-A682-435D-BC27-6439EBD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API responde, pero nadie atiende una inconsistencia nocturna. Se agregan observabilidad, escalamiento y soporte.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1B99C-27A4-4500-8144-1D95FE87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302542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C53E6-6028-4073-B023-D21B465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22351-2C82-4506-A91E-5F5FC87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794D-5162-43F1-BC95-C15FEC2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63B1C-FF0E-452A-8113-448747D5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B8C98-617D-47A3-86CA-6EBDE592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F1C69-6D99-4F66-8A5B-4B433166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4E01D-ABD2-49F0-9486-AB433AA9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F15D6-5DEF-46E0-8FA4-601EE18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Migración compatible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B2871-61F7-48BB-8D38-DB33E50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38F73-405F-4407-93EB-F13D3DE5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20EEE-A627-4ED8-9A8D-79F79DC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despliega una versión nueva con consumidores desiguales. Cada equipo diseña convivencia, prueba y retiro seguro.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4E0A2-FDE8-4DEF-80B6-3697BAE6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47B08-56CC-4899-B489-C1C71FA5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A7B9F-32F3-471E-8D2F-3AF8781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E5173-AA1F-474E-AB52-1A1A53C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3B0AD-2CD2-4373-AB9C-69E1312E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0E360-403F-4485-A19D-7BAEA1D8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151CB-3ED7-407E-BF55-0CD60856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ED2C7-DA4A-4C80-B74C-3244D187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FC7B9-29F9-45FF-8F88-2D8223BC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ED467-4003-40EB-AC51-4E596A2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67772-E5A4-4BCC-8204-F1FE8D1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AB0FA-5636-42A8-82EE-157B732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14211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18FBA-727B-4B91-AB3E-F971127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F4354-D310-4CBE-922F-4661DABE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D89A8-211A-49A7-A91C-DE776278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D4D60-B0D6-4F3B-8614-A6D5B9AD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440B6-4EE3-42BD-AE95-C37E639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4FA17-340B-4859-891A-793D554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02626-3655-4AAF-919D-FF7376F7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44DFD-6197-42F0-BF62-E9E8D37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3ACDE-C5CE-431D-A866-34ECB3FE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849E8-448F-4DE7-89C2-B2E5EB48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59190-141D-444F-BAFE-CB5928DB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formula qué evidencia de calidad exigiría N28 antes de confiar en el contrato.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76714-811B-48E2-AE3A-3A5A759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2CA2F-E81A-49C6-A5CC-DB6772A7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52DEF-3068-40F8-8B7E-602419E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407CB-C3A4-4694-9726-1578AA7E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21981-DC65-47C4-AAE9-5EC35C93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DBE3D-EAF4-4437-A0E9-7BB9EF7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519CB-2B52-479B-812C-62DA4D75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27C22-8440-489D-9C92-2A5CB49A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D1F2C-3807-487E-A93B-6E1D8BE0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07CFE-0081-42B3-9FE6-1574CEBB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D0CED-3120-446B-B877-EDD52A1A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1D68B-674E-4C66-8A55-D0D1E4F1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20164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3955B-FE6A-47F3-B362-A8C29347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0A7AB-B3E3-455A-BA78-0CF2C58A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4E424-01B4-41BA-BBDD-6515FD7D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4685B-4B63-4A08-9E7C-5375C98C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3B979-2317-4C3F-90FD-47213100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776A5-D163-4409-8B2C-1E41BFEC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4557-9382-48C7-B15E-4F94B7CA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59E23-4C84-42EE-8448-D954F060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DDAF8-14F6-4767-9DBA-40788D68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CB452-A77A-4B24-8F62-11E72719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F8B82-7688-4D90-AB61-EDBDD52D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E025F-C793-4751-B9E2-312963C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89DFC-4609-4A2B-97AC-C463A8F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1E525-116F-44B9-9ACC-A61E74FF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5D276-EECF-4015-B6AD-BE48D2D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y prueba un contrato HH-27 sintáctico, semántico, temporal y operacional.</a:t>
            </a:r>
          </a:p>
        </p:txBody>
      </p:sp>
    </p:spTree>
    <p:extLst>
      <p:ext uri="{BB962C8B-B14F-4D97-AF65-F5344CB8AC3E}">
        <p14:creationId xmlns:p14="http://schemas.microsoft.com/office/powerpoint/2010/main" val="160346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2026-09-14T03:54:46.7910000Z</dcterms:created>
  <dcterms:modified xsi:type="dcterms:W3CDTF">2026-09-14T03:54:46.7910000Z</dcterms:modified>
</coreProperties>
</file>