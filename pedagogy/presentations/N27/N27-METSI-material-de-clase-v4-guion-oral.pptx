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e6da94b9894125" /><Relationship Type="http://schemas.openxmlformats.org/officeDocument/2006/relationships/extended-properties" Target="/docProps/app.xml" Id="R263ab044a4cb46cd" /><Relationship Type="http://schemas.openxmlformats.org/officeDocument/2006/relationships/officeDocument" Target="/ppt/presentation.xml" Id="Rc47dd33fc6b444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217374d0a542a1"/>
  </p:sldMasterIdLst>
  <p:notesMasterIdLst>
    <p:notesMasterId xmlns:r="http://schemas.openxmlformats.org/officeDocument/2006/relationships" r:id="R889a22fa36314771"/>
  </p:notesMasterIdLst>
  <p:sldIdLst>
    <p:sldId xmlns:r="http://schemas.openxmlformats.org/officeDocument/2006/relationships" id="256" r:id="R92f5ecc949f043f1"/>
    <p:sldId xmlns:r="http://schemas.openxmlformats.org/officeDocument/2006/relationships" id="257" r:id="Rba0e7ae414e04971"/>
    <p:sldId xmlns:r="http://schemas.openxmlformats.org/officeDocument/2006/relationships" id="258" r:id="Rc6b72758fa844a91"/>
    <p:sldId xmlns:r="http://schemas.openxmlformats.org/officeDocument/2006/relationships" id="259" r:id="Rb8f5c33dc2a043c5"/>
    <p:sldId xmlns:r="http://schemas.openxmlformats.org/officeDocument/2006/relationships" id="260" r:id="R87d121c323dc42c5"/>
    <p:sldId xmlns:r="http://schemas.openxmlformats.org/officeDocument/2006/relationships" id="261" r:id="R3ceeedd8dfe74a79"/>
    <p:sldId xmlns:r="http://schemas.openxmlformats.org/officeDocument/2006/relationships" id="262" r:id="R29c153c767b64911"/>
    <p:sldId xmlns:r="http://schemas.openxmlformats.org/officeDocument/2006/relationships" id="263" r:id="R3711b5fee99e4323"/>
    <p:sldId xmlns:r="http://schemas.openxmlformats.org/officeDocument/2006/relationships" id="264" r:id="Ra5542c27b3ab4c01"/>
    <p:sldId xmlns:r="http://schemas.openxmlformats.org/officeDocument/2006/relationships" id="265" r:id="Rd46c4042c7f646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4eebb3c6924fcb" /><Relationship Type="http://schemas.openxmlformats.org/officeDocument/2006/relationships/slideMaster" Target="/ppt/slideMasters/slideMaster1.xml" Id="Rca217374d0a542a1" /><Relationship Type="http://schemas.openxmlformats.org/officeDocument/2006/relationships/notesMaster" Target="/ppt/notesMasters/notesMaster1.xml" Id="R889a22fa36314771" /><Relationship Type="http://schemas.openxmlformats.org/officeDocument/2006/relationships/presProps" Target="/ppt/presProps.xml" Id="R3becc87196ad4588" /><Relationship Type="http://schemas.openxmlformats.org/officeDocument/2006/relationships/tableStyles" Target="/ppt/tableStyles.xml" Id="R35758f6917fd4fdc" /><Relationship Type="http://schemas.openxmlformats.org/officeDocument/2006/relationships/slide" Target="/ppt/slides/slide1.xml" Id="R92f5ecc949f043f1" /><Relationship Type="http://schemas.openxmlformats.org/officeDocument/2006/relationships/slide" Target="/ppt/slides/slide2.xml" Id="Rba0e7ae414e04971" /><Relationship Type="http://schemas.openxmlformats.org/officeDocument/2006/relationships/slide" Target="/ppt/slides/slide3.xml" Id="Rc6b72758fa844a91" /><Relationship Type="http://schemas.openxmlformats.org/officeDocument/2006/relationships/slide" Target="/ppt/slides/slide4.xml" Id="Rb8f5c33dc2a043c5" /><Relationship Type="http://schemas.openxmlformats.org/officeDocument/2006/relationships/slide" Target="/ppt/slides/slide5.xml" Id="R87d121c323dc42c5" /><Relationship Type="http://schemas.openxmlformats.org/officeDocument/2006/relationships/slide" Target="/ppt/slides/slide6.xml" Id="R3ceeedd8dfe74a79" /><Relationship Type="http://schemas.openxmlformats.org/officeDocument/2006/relationships/slide" Target="/ppt/slides/slide7.xml" Id="R29c153c767b64911" /><Relationship Type="http://schemas.openxmlformats.org/officeDocument/2006/relationships/slide" Target="/ppt/slides/slide8.xml" Id="R3711b5fee99e4323" /><Relationship Type="http://schemas.openxmlformats.org/officeDocument/2006/relationships/slide" Target="/ppt/slides/slide9.xml" Id="Ra5542c27b3ab4c01" /><Relationship Type="http://schemas.openxmlformats.org/officeDocument/2006/relationships/slide" Target="/ppt/slides/slide10.xml" Id="Rd46c4042c7f646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0729b825894a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13d761484d4aab" /><Relationship Type="http://schemas.openxmlformats.org/officeDocument/2006/relationships/notesMaster" Target="/ppt/notesMasters/notesMaster1.xml" Id="R7dc812a3b790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bf1c19829e47df" /><Relationship Type="http://schemas.openxmlformats.org/officeDocument/2006/relationships/notesMaster" Target="/ppt/notesMasters/notesMaster1.xml" Id="Rb5522c98e7c642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318e788914451a" /><Relationship Type="http://schemas.openxmlformats.org/officeDocument/2006/relationships/notesMaster" Target="/ppt/notesMasters/notesMaster1.xml" Id="R6c65c60add2743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772ede35a049b7" /><Relationship Type="http://schemas.openxmlformats.org/officeDocument/2006/relationships/notesMaster" Target="/ppt/notesMasters/notesMaster1.xml" Id="Ra7a822c286c14f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c655cb8dfe4dd0" /><Relationship Type="http://schemas.openxmlformats.org/officeDocument/2006/relationships/notesMaster" Target="/ppt/notesMasters/notesMaster1.xml" Id="Re6e5c690bd014d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7bcf3205a543a8" /><Relationship Type="http://schemas.openxmlformats.org/officeDocument/2006/relationships/notesMaster" Target="/ppt/notesMasters/notesMaster1.xml" Id="R10280a45101b4b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064562a10b41a2" /><Relationship Type="http://schemas.openxmlformats.org/officeDocument/2006/relationships/notesMaster" Target="/ppt/notesMasters/notesMaster1.xml" Id="Ra85434a4f4c946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8f981960774bef" /><Relationship Type="http://schemas.openxmlformats.org/officeDocument/2006/relationships/notesMaster" Target="/ppt/notesMasters/notesMaster1.xml" Id="Rbb7e84cbdbe944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200bd6038a42d6" /><Relationship Type="http://schemas.openxmlformats.org/officeDocument/2006/relationships/notesMaster" Target="/ppt/notesMasters/notesMaster1.xml" Id="Ra65d723d5af841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ac8c2890074992" /><Relationship Type="http://schemas.openxmlformats.org/officeDocument/2006/relationships/notesMaster" Target="/ppt/notesMasters/notesMaster1.xml" Id="Rc7d592e2884e48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Contratos sintácticos, semánticos, temporales y operacionales.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¿Qué debe acordarse para que dos partes no sólo intercambien datos válidos, sino que produzcan la misma consecuencia bajo tiempos y fallas reales?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garantiza realmente la API? ¿Quién define el significado?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 equipo publica mensajes y otro los consume sólo con un esquema. Se registran supuestos inevitables.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define el significado? ¿Cuándo vence este dato?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validan tipos, obligatoriedad, cardinalidad y versiones. La prueba debe fallar con un cambio incompatible.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¿Cuándo vence este dato? ¿Qué pasa si se repite el comando?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Housekeeping y Recepción defienden significados distintos de disponible. Se acuerdan estados, autoridad e invariantes.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pasa si se repite el comando? ¿Cómo se repara este error?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introducen demora, desorden y expiración. El equipo define ventanas, secuencia y decisión frente a dato tardío.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¿Cómo se repara este error? ¿Qué consumidor impide retirar la versión?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respuesta se pierde y el cliente reintenta. Vamos a probar idempotencia, códigos, correlación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consumidor impide retirar la versión? ¿Qué garantiza realmente la API?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API responde, pero nadie atiende una inconsistencia nocturna. Se agregan observabilidad, escalamiento y soporte.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garantiza realmente la API? ¿Quién define el significado?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despliega una versión nueva con consumidores desiguales. Cada equipo diseña convivencia, prueba y retiro seguro.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define el significado? ¿Cuándo vence este dato?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formula qué evidencia de calidad exigiría N28 antes de confiar en el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¿Cuándo vence este dato? ¿Qué pasa si se repite el comando?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y prueba un contrato HH-27 sintáctico, semántico, temporal y operacional.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af7166c8744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ecccead3c14551" /><Relationship Type="http://schemas.openxmlformats.org/officeDocument/2006/relationships/slideLayout" Target="/ppt/slideLayouts/slideLayout1.xml" Id="R9c3b4e5192794e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3b4e5192794e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107fda9624b35" /><Relationship Type="http://schemas.openxmlformats.org/officeDocument/2006/relationships/notesSlide" Target="/ppt/notesSlides/notesSlide1.xml" Id="R73dd9f211e6849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bd46f5cc34b02" /><Relationship Type="http://schemas.openxmlformats.org/officeDocument/2006/relationships/notesSlide" Target="/ppt/notesSlides/notesSlide2.xml" Id="R4e27707a528d45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347b050054e98" /><Relationship Type="http://schemas.openxmlformats.org/officeDocument/2006/relationships/notesSlide" Target="/ppt/notesSlides/notesSlide3.xml" Id="R24f30a054a914d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1fce1b764407b" /><Relationship Type="http://schemas.openxmlformats.org/officeDocument/2006/relationships/notesSlide" Target="/ppt/notesSlides/notesSlide4.xml" Id="R84ce4e75d32644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7fcaed69f4c29" /><Relationship Type="http://schemas.openxmlformats.org/officeDocument/2006/relationships/notesSlide" Target="/ppt/notesSlides/notesSlide5.xml" Id="R60d1fed08f6440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cfe76369d416e" /><Relationship Type="http://schemas.openxmlformats.org/officeDocument/2006/relationships/notesSlide" Target="/ppt/notesSlides/notesSlide6.xml" Id="Rf440969274a441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cf2f88b194a47" /><Relationship Type="http://schemas.openxmlformats.org/officeDocument/2006/relationships/notesSlide" Target="/ppt/notesSlides/notesSlide7.xml" Id="R9d90e1cb056c41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4ccde72ff46d5" /><Relationship Type="http://schemas.openxmlformats.org/officeDocument/2006/relationships/notesSlide" Target="/ppt/notesSlides/notesSlide8.xml" Id="R3ff71c4da96443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cdf21da2c469a" /><Relationship Type="http://schemas.openxmlformats.org/officeDocument/2006/relationships/notesSlide" Target="/ppt/notesSlides/notesSlide9.xml" Id="Rd70eaa9e231d44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eb427c1ca4f1c" /><Relationship Type="http://schemas.openxmlformats.org/officeDocument/2006/relationships/notesSlide" Target="/ppt/notesSlides/notesSlide10.xml" Id="R279ad7cdcdd340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AF19D-814E-49D2-98AF-7EDEDE4B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BEFD0-4D7E-44CE-B3FC-C9BA0454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D7AEA-3088-4CDD-9652-5E6287D1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5C95D-A988-4BE7-8C5C-9EC41C29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4E092-6A35-4876-98D9-C596FB2C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432C0-FE28-48C4-BDA6-DF450CD1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1C85A-581C-47C3-BEEB-4B127D77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F8B59-15FF-4574-BD0C-301C0D9B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BD919-30E1-4D11-A83E-ED26B42D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Contratos sintácticos, semánticos, temporales y operacionales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274DF-119C-4920-A5A0-D5B27F3C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debe acordarse para que dos partes no sólo intercambien datos válidos, sino que produzcan la misma consecuencia bajo tiempos y fallas reales?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6E172-1CE8-4FBE-AA23-57DBDD20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563D4-327F-4340-8863-CA506A7B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741824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C9743-B76A-4A16-9C9D-075A1610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62155-AE12-4DFE-A24C-1BF2E969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1BC08-9EC1-44D1-85C8-289F7AA0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E462A-F231-481C-AF51-2825143D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0401E-6CEA-41C0-9D23-7264BCBB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57B8E-A63E-40FC-9983-2F069ED0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86E62-1D23-4FE4-9566-6F6EE995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22370-EAA6-407D-AA01-28FE626D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Intercambio ciego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10ADD-8335-4041-84D0-B40245B0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DCB3B-11C7-4652-8421-E3C1BB3D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09098-41E5-49AE-9CB6-6ACB6A0C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 equipo publica mensajes y otro los consume sólo con un esquema. Se registran supuestos inevitables.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585E5-FE53-47F4-B8E9-3F497BD3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61A64-1309-45F8-A6EF-75A6DE3C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68531-67E0-4170-B476-6702CF33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0FB7C-C4EB-4D01-83DF-F1944F90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D43BC-02ED-4009-A2DB-EAE8333A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A384E-DC7A-42EF-B9CD-67497D63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14A3E-AC1B-4E09-B646-C7BE3A52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C8A3D-8B39-4B0B-AAA1-A6E527FE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FC3B3-F992-4A71-8477-18116968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A4EFD-1C69-427B-9BF2-B2B91CA8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848311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F23C1-47CD-4A94-AAF0-26F9B1E8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A7B15-7DCB-478F-B711-4594012A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A9C01-3CCD-4A50-AC5D-EDD7893B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FA539-925B-4296-B2AC-D7C561D0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E85EE-6B8D-448D-886C-71BB73B2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47D7D-33C9-4DDA-BEC9-70C9B737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8C717-6C7E-4B35-9CF5-1140AB87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93625-B8F9-4C0F-A384-B7B59C54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sintáctico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16B11-8D0B-470C-BED4-B569BA44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ACABC-215F-40F3-93E7-421A35CE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1B4D3-7690-4A66-98A9-104E8D90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validan tipos, obligatoriedad, cardinalidad y versiones. La prueba debe fallar con un cambio incompatible.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68C21-E6EC-457D-AF45-39C8D7B8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E5717-FB7C-4FA8-95C6-3B6A561D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86BCC-450E-4F62-A958-E9C91324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884D2-9116-4705-AC4D-4DFB2C36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A6F35-DED0-4790-A43C-1F831206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3DB68-88B1-47B4-883B-D8AD2A9D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5F2080-AB87-4349-ABB0-0F98F7E8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9DBA3-81F4-4BAB-B660-9F6890A8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824DE-E323-4058-97EC-1F3DE166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BBA8A-7EA5-4F2A-B674-5C1373C0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58DDD-2807-4007-B478-0313507D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C3EF7-7A7B-4B0C-B4A2-FFFA5BDA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634442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55A30-EBD3-4F9C-95A6-BA143181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0872C-F3F0-4A4D-A60F-B54CD0EA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E021D-D568-43DD-B544-109B08DE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29ECE-EFC1-4345-AD1D-7B96E010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5C3B5-24DF-42B8-8141-293E1D6D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989DA-5905-4EA0-9A58-76F27C5B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B39DB-1B89-4A90-9FBE-EE370D4A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3DFA2-C0C5-4FD0-ADE2-6B2879CD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Juicio semántico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694B8-136F-4362-94F9-F080D2B5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F8C81-4098-4F1C-9D82-67161D59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ED995-0FD4-4129-9AD2-CFCA7893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Housekeeping y Recepción defienden significados distintos de disponible. Se acuerdan estados, autoridad e invariantes.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795E0-32D2-4EB8-9438-C74B55BA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00AF1-8083-4349-B3FE-065AFDFA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2E9BF-3054-48D2-A3C6-9CF011A7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FE496-4CAC-4826-8B79-A7DD66AD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22B74-F1BB-47FA-866B-1D2D5F9F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B3616-3685-4D4D-87B0-C4182D62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443988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797B0B-55BF-4406-A671-D9A9835F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6FEDF-A91C-4FEB-85F8-BB439C3F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A9976-F99E-4831-8626-628CBEA6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4F30D-4715-4702-A15B-8030BF58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340BF-45A1-49B1-B466-CC499955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E002D-487F-41AC-9CAE-CC4C82AD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C1678-0101-45D4-A0E8-44315B2B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F8FF3-903E-475F-A32D-5EAF6766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Reloj de contrato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06A76-DAEA-4C20-893A-3120A7BD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153E5-9820-455E-82A4-FB0AF905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1FA8A-253B-4091-B599-953BC7A3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introducen demora, desorden y expiración. El equipo define ventanas, secuencia y decisión frente a dato tardío.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4715F-3AF1-4891-AC6D-26725AAB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8B6EB-85F7-4945-825C-1575224F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85C09-2829-41E5-B9DC-C1F81BDE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620CE-DA90-4FC4-A2A3-EF5A64CE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A8E03-C241-4768-91AA-7A92BD32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29089-FE93-4D84-A6B7-031882A5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A5C51-8BFB-49B7-8CD2-B9099502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1832B-7ECC-40C2-BB80-D66EA2B4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B5ADF-D4AF-44A9-AC50-31FFC603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F7AC9A-5F25-44A7-86E2-2B0164B7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2A7A6-3903-474D-A109-9693A712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8915A-F832-45A1-B7CF-9F807477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43389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9448A-2E3C-4AA5-9EEA-5FE095FF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97313-9382-44C4-877D-F769BFDF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01FB2-74B7-4C7B-8774-31B30D1F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03771-E6CD-4501-91CB-C7F10406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64933-36F6-4FDF-9239-0636EEC7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0F935-5E15-4707-B3A1-F331A00C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19A54-8A90-4BB3-8096-6D27A239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FD28F-CECC-45EE-9D4A-EC7D33D4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Tormenta de errores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64370-A10C-4F9E-9EE2-EECCF3E3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E5BE3-9B10-451A-B4BA-D38F4AF7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E0D9C-6225-47D5-A3BE-607B923C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3D7B9-3BF9-45F2-81D1-8CB61457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C5591-3A63-4B2E-9B14-1BA76003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Reintento duplicado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DA16D-DCDD-4C52-B8BA-28137635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respuesta se pierde y el cliente reintenta. Se prueban idempotencia, códigos, correlación y reparación.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2CABF-224C-455F-8C9D-FDAB6FC0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228B9-93EC-4F38-8662-3395D6C5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9179549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53E52-C18B-45DA-A712-3B8AADB7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7446F-99E1-4F6C-A106-D28525B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A6354-CFD2-49EE-AE6F-9BFE13D1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49607-B06F-455C-87E5-E6A723EE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8516E-25D9-45E4-B39C-356A0FCF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84F6B-DB58-4A4A-B68A-9A181344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C9DBD-41D2-48A7-AC76-D8AC36C2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0C988-65D7-43BF-A5A6-2E75B6AC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Guardia operacional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AF033-8153-4928-892C-8EDB8D4B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A2B93-235A-48FC-9CF3-3136CBD9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1D02A-F9BC-4A3E-A47D-B29340C1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E5291-8640-4439-9FF2-C00F91BB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4BE6A-B3DF-41FE-9FC9-B6E6204C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 API responde, pero nadie atiende una inconsistencia nocturna. Se agregan observabilidad, escalamiento y soporte.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66B0D-4D42-4D9C-B14D-E442AAAB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1519033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C52CAD-E3BE-4AA8-AE16-06D7C212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A554B-8830-4B88-940E-C70A484B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9CF59-F419-4188-B8F0-CFC2E720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46A04-C5A9-47B2-B723-A8B6FCA9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53119-0CEC-4A63-9205-DA256361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5B02D-5FA3-473E-960C-A8E35FA9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75168-0940-435D-A363-C64E041C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26299-6642-448C-9832-306C46C4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Migración compatible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71E88-9966-49D3-833A-F8EB8D7A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EE312-6F2E-4427-AFED-C4F58CC1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3CD08-B80F-41B1-998D-89DA8216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despliega una versión nueva con consumidores desiguales. Cada equipo diseña convivencia, prueba y retiro seguro.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EE6BB-A536-4D84-BE3F-73FE9BEA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6B257-CEB1-4A83-81D7-DFC108F4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6F0C3-E30D-42B1-8300-C325715A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A836C-C011-4CE2-838C-02576F21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ACC8B-012A-482C-A397-20CD836D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847E8-614A-4BBD-BDFB-40DB715C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3A3E3-586C-4017-8E6F-DD687C30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140B28-D06F-4070-826C-83C10799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F622C-70D9-4CA6-81CD-B9D9D5D9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EF9A0-C678-476D-A36C-E3C7A692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1F94A-F606-4551-94A3-C17C1284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EB5768-0EF1-41F2-814F-DBCC27C1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81130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A0AAB-C4B8-49A3-BFE5-0F0A0F4C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62EBD-7B24-4EDD-87B2-7504EE9D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17028-71DA-4A5B-AAFB-B434D7C4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FD50A-2A7A-44AE-B412-039BFC53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3B5A7-7401-4103-8205-1F1227EF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1D712-87F5-433B-A64A-BFB96A60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73984-B4D5-4539-AA51-EECA3E19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F8E12-8A63-45AF-913B-B2EB5986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31858-457B-4B22-B95D-036577F9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A9432-030E-427F-B571-3B82A995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89AAB-EFC9-47BC-9EF7-2F88A393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formula qué evidencia de calidad exigiría N28 antes de confiar en el contrato.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978EE-1696-49F3-A66A-BC93D1B5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94347-6FA6-4826-9D4C-E237C1A3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DDC1B-0433-4D65-9E0F-E00359AA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DF952-F27F-4AC0-B687-340533D4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30D8F-796C-4762-BFB5-75D8340D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C52F7-0BE5-4D6C-BD60-46135839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CF000-44B2-4C96-838C-20B06E0C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F4763-8AAA-439B-8F80-13EB1E92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C4CDB-7FB0-4AEC-856D-A2B7FBA8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69294-78DB-4F4C-8E12-80BDD77A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CA58C-3811-41F9-A0AC-9D40F218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57D36-71D4-4741-91A8-5C5ACCF4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002468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84A1A-EF2F-46D8-ADB1-EFD8DE90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6E1A7-247D-4FDF-AB5E-E3E4FD20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30A37-5809-4662-A724-225F0610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B0AA9-7240-4716-9FDA-C3265EB3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02DCF-E970-4908-8E01-2966E36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51B4B-0577-4CB9-9419-83576AFC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CC627-A750-49C7-AB0A-2A511BEE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9ED4C-9DFB-4053-A603-8F302ACE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F947F-55A0-46C4-8B90-32DF3D08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DDCE2-876D-4105-AFB3-94CFAA7C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1DA5E-70F8-47A2-90D5-E170627B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CFE59-1A02-492F-A4DA-E4910C05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49613-157B-4D12-BB0D-369E0143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C0EEC-98DE-4233-A9C9-09D6916D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B0BF9-FF01-436A-B42A-DB077CC5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y prueba un contrato HH-27 sintáctico, semántico, temporal y operacional.</a:t>
            </a:r>
          </a:p>
        </p:txBody>
      </p:sp>
    </p:spTree>
    <p:extLst>
      <p:ext uri="{BB962C8B-B14F-4D97-AF65-F5344CB8AC3E}">
        <p14:creationId xmlns:p14="http://schemas.microsoft.com/office/powerpoint/2010/main" val="1280444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2026-09-15T15:47:23.5570000Z</dcterms:created>
  <dcterms:modified xsi:type="dcterms:W3CDTF">2026-09-15T15:47:23.5570000Z</dcterms:modified>
</coreProperties>
</file>