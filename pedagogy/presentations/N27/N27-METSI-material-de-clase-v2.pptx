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b1e6a7804b458e" /><Relationship Type="http://schemas.openxmlformats.org/officeDocument/2006/relationships/extended-properties" Target="/docProps/app.xml" Id="R39e010e12f0f4602" /><Relationship Type="http://schemas.openxmlformats.org/officeDocument/2006/relationships/officeDocument" Target="/ppt/presentation.xml" Id="Rdfe47b7a8a994f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9a0fd6121e46f6"/>
  </p:sldMasterIdLst>
  <p:notesMasterIdLst>
    <p:notesMasterId xmlns:r="http://schemas.openxmlformats.org/officeDocument/2006/relationships" r:id="Rf7ff221fe09841c4"/>
  </p:notesMasterIdLst>
  <p:sldIdLst>
    <p:sldId xmlns:r="http://schemas.openxmlformats.org/officeDocument/2006/relationships" id="256" r:id="Rdaa781604da04915"/>
    <p:sldId xmlns:r="http://schemas.openxmlformats.org/officeDocument/2006/relationships" id="257" r:id="R38ec84d3b3e54e5a"/>
    <p:sldId xmlns:r="http://schemas.openxmlformats.org/officeDocument/2006/relationships" id="258" r:id="R6e32d855a08644ba"/>
    <p:sldId xmlns:r="http://schemas.openxmlformats.org/officeDocument/2006/relationships" id="259" r:id="R0a2062d00c8d4327"/>
    <p:sldId xmlns:r="http://schemas.openxmlformats.org/officeDocument/2006/relationships" id="260" r:id="Rdd4e116d6fb1405b"/>
    <p:sldId xmlns:r="http://schemas.openxmlformats.org/officeDocument/2006/relationships" id="261" r:id="Rca9da02cf190444e"/>
    <p:sldId xmlns:r="http://schemas.openxmlformats.org/officeDocument/2006/relationships" id="262" r:id="Rbed8447f73d54dc4"/>
    <p:sldId xmlns:r="http://schemas.openxmlformats.org/officeDocument/2006/relationships" id="263" r:id="Rd09f5b8ad6e84878"/>
    <p:sldId xmlns:r="http://schemas.openxmlformats.org/officeDocument/2006/relationships" id="264" r:id="Rbac1dc32510f4624"/>
    <p:sldId xmlns:r="http://schemas.openxmlformats.org/officeDocument/2006/relationships" id="265" r:id="R6d2c1ee4dac749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73d3206841409d" /><Relationship Type="http://schemas.openxmlformats.org/officeDocument/2006/relationships/slideMaster" Target="/ppt/slideMasters/slideMaster1.xml" Id="Rf99a0fd6121e46f6" /><Relationship Type="http://schemas.openxmlformats.org/officeDocument/2006/relationships/notesMaster" Target="/ppt/notesMasters/notesMaster1.xml" Id="Rf7ff221fe09841c4" /><Relationship Type="http://schemas.openxmlformats.org/officeDocument/2006/relationships/presProps" Target="/ppt/presProps.xml" Id="R897023418b2948ee" /><Relationship Type="http://schemas.openxmlformats.org/officeDocument/2006/relationships/tableStyles" Target="/ppt/tableStyles.xml" Id="R0670dfe9feac4d62" /><Relationship Type="http://schemas.openxmlformats.org/officeDocument/2006/relationships/slide" Target="/ppt/slides/slide1.xml" Id="Rdaa781604da04915" /><Relationship Type="http://schemas.openxmlformats.org/officeDocument/2006/relationships/slide" Target="/ppt/slides/slide2.xml" Id="R38ec84d3b3e54e5a" /><Relationship Type="http://schemas.openxmlformats.org/officeDocument/2006/relationships/slide" Target="/ppt/slides/slide3.xml" Id="R6e32d855a08644ba" /><Relationship Type="http://schemas.openxmlformats.org/officeDocument/2006/relationships/slide" Target="/ppt/slides/slide4.xml" Id="R0a2062d00c8d4327" /><Relationship Type="http://schemas.openxmlformats.org/officeDocument/2006/relationships/slide" Target="/ppt/slides/slide5.xml" Id="Rdd4e116d6fb1405b" /><Relationship Type="http://schemas.openxmlformats.org/officeDocument/2006/relationships/slide" Target="/ppt/slides/slide6.xml" Id="Rca9da02cf190444e" /><Relationship Type="http://schemas.openxmlformats.org/officeDocument/2006/relationships/slide" Target="/ppt/slides/slide7.xml" Id="Rbed8447f73d54dc4" /><Relationship Type="http://schemas.openxmlformats.org/officeDocument/2006/relationships/slide" Target="/ppt/slides/slide8.xml" Id="Rd09f5b8ad6e84878" /><Relationship Type="http://schemas.openxmlformats.org/officeDocument/2006/relationships/slide" Target="/ppt/slides/slide9.xml" Id="Rbac1dc32510f4624" /><Relationship Type="http://schemas.openxmlformats.org/officeDocument/2006/relationships/slide" Target="/ppt/slides/slide10.xml" Id="R6d2c1ee4dac749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b67143caa341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3199494fda484a" /><Relationship Type="http://schemas.openxmlformats.org/officeDocument/2006/relationships/notesMaster" Target="/ppt/notesMasters/notesMaster1.xml" Id="Ra1309a1f114042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7e85b5ed904226" /><Relationship Type="http://schemas.openxmlformats.org/officeDocument/2006/relationships/notesMaster" Target="/ppt/notesMasters/notesMaster1.xml" Id="R6df2fa92317345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1fb54a523841ee" /><Relationship Type="http://schemas.openxmlformats.org/officeDocument/2006/relationships/notesMaster" Target="/ppt/notesMasters/notesMaster1.xml" Id="R28e1d79355c843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d8150034a842e6" /><Relationship Type="http://schemas.openxmlformats.org/officeDocument/2006/relationships/notesMaster" Target="/ppt/notesMasters/notesMaster1.xml" Id="R83247d30f0b94d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ef9f1c45ff4751" /><Relationship Type="http://schemas.openxmlformats.org/officeDocument/2006/relationships/notesMaster" Target="/ppt/notesMasters/notesMaster1.xml" Id="R747d230ac1e64a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91a0bab7ce4ad8" /><Relationship Type="http://schemas.openxmlformats.org/officeDocument/2006/relationships/notesMaster" Target="/ppt/notesMasters/notesMaster1.xml" Id="R73ec35cba0854f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a10716b3d94721" /><Relationship Type="http://schemas.openxmlformats.org/officeDocument/2006/relationships/notesMaster" Target="/ppt/notesMasters/notesMaster1.xml" Id="R37815821f9c746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9df8f0bd654ed2" /><Relationship Type="http://schemas.openxmlformats.org/officeDocument/2006/relationships/notesMaster" Target="/ppt/notesMasters/notesMaster1.xml" Id="R263740b3ba1a42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628935e4c042c1" /><Relationship Type="http://schemas.openxmlformats.org/officeDocument/2006/relationships/notesMaster" Target="/ppt/notesMasters/notesMaster1.xml" Id="R8a241a8a22674f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85da5775e14fa0" /><Relationship Type="http://schemas.openxmlformats.org/officeDocument/2006/relationships/notesMaster" Target="/ppt/notesMasters/notesMaster1.xml" Id="R67f14b2050de4b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falta aunque el JSON valide.</a:t>
            </a:r>
          </a:p>
          <a:p xmlns:a="http://schemas.openxmlformats.org/drawingml/2006/main">
            <a:r>
              <a:t>Señal para avanzar: Aparecen significado, tiempo y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garantiza realmente la API?</a:t>
            </a:r>
          </a:p>
          <a:p xmlns:a="http://schemas.openxmlformats.org/drawingml/2006/main">
            <a:r>
              <a:t>• ¿Quién define el significado?</a:t>
            </a:r>
          </a:p>
          <a:p xmlns:a="http://schemas.openxmlformats.org/drawingml/2006/main">
            <a:r>
              <a:t>• ¿Cuándo vence este dato?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API como acuerdo parcial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interfaz de promesa completa.</a:t>
            </a:r>
          </a:p>
          <a:p xmlns:a="http://schemas.openxmlformats.org/drawingml/2006/main">
            <a:r>
              <a:t>Señal para avanzar: Se reconocen consumidores.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define el significado?</a:t>
            </a:r>
          </a:p>
          <a:p xmlns:a="http://schemas.openxmlformats.org/drawingml/2006/main">
            <a:r>
              <a:t>• ¿Cuándo vence este dato?</a:t>
            </a:r>
          </a:p>
          <a:p xmlns:a="http://schemas.openxmlformats.org/drawingml/2006/main">
            <a:r>
              <a:t>• ¿Qué pasa si se repite el comando?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sintáctica negativa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Romper tipo o campo.</a:t>
            </a:r>
          </a:p>
          <a:p xmlns:a="http://schemas.openxmlformats.org/drawingml/2006/main">
            <a:r>
              <a:t>Señal para avanzar: La incompatibilidad se detecta.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¿Cuándo vence este dato?</a:t>
            </a:r>
          </a:p>
          <a:p xmlns:a="http://schemas.openxmlformats.org/drawingml/2006/main">
            <a:r>
              <a:t>• ¿Qué pasa si se repite el comando?</a:t>
            </a:r>
          </a:p>
          <a:p xmlns:a="http://schemas.openxmlformats.org/drawingml/2006/main">
            <a:r>
              <a:t>• ¿Cómo se repara este error?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significados de disponible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autoridad semántica.</a:t>
            </a:r>
          </a:p>
          <a:p xmlns:a="http://schemas.openxmlformats.org/drawingml/2006/main">
            <a:r>
              <a:t>Señal para avanzar: Estado e invariante se acuerdan.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pasa si se repite el comando?</a:t>
            </a:r>
          </a:p>
          <a:p xmlns:a="http://schemas.openxmlformats.org/drawingml/2006/main">
            <a:r>
              <a:t>• ¿Cómo se repara este error?</a:t>
            </a:r>
          </a:p>
          <a:p xmlns:a="http://schemas.openxmlformats.org/drawingml/2006/main">
            <a:r>
              <a:t>• ¿Qué consumidor impide retirar la versión?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Línea temporal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Reordenar mensajes.</a:t>
            </a:r>
          </a:p>
          <a:p xmlns:a="http://schemas.openxmlformats.org/drawingml/2006/main">
            <a:r>
              <a:t>Señal para avanzar: Se define vigencia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se repara este error?</a:t>
            </a:r>
          </a:p>
          <a:p xmlns:a="http://schemas.openxmlformats.org/drawingml/2006/main">
            <a:r>
              <a:t>• ¿Qué consumidor impide retirar la versión?</a:t>
            </a:r>
          </a:p>
          <a:p xmlns:a="http://schemas.openxmlformats.org/drawingml/2006/main">
            <a:r>
              <a:t>• ¿Qué garantiza realmente la API?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Reintento duplicado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Perder una respuesta.</a:t>
            </a:r>
          </a:p>
          <a:p xmlns:a="http://schemas.openxmlformats.org/drawingml/2006/main">
            <a:r>
              <a:t>Señal para avanzar: La operación es idempotente o limitada.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consumidor impide retirar la versión?</a:t>
            </a:r>
          </a:p>
          <a:p xmlns:a="http://schemas.openxmlformats.org/drawingml/2006/main">
            <a:r>
              <a:t>• ¿Qué garantiza realmente la API?</a:t>
            </a:r>
          </a:p>
          <a:p xmlns:a="http://schemas.openxmlformats.org/drawingml/2006/main">
            <a:r>
              <a:t>• ¿Quién define el significado?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Contrato de 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acción posible.</a:t>
            </a:r>
          </a:p>
          <a:p xmlns:a="http://schemas.openxmlformats.org/drawingml/2006/main">
            <a:r>
              <a:t>Señal para avanzar: El error orienta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garantiza realmente la API?</a:t>
            </a:r>
          </a:p>
          <a:p xmlns:a="http://schemas.openxmlformats.org/drawingml/2006/main">
            <a:r>
              <a:t>• ¿Quién define el significado?</a:t>
            </a:r>
          </a:p>
          <a:p xmlns:a="http://schemas.openxmlformats.org/drawingml/2006/main">
            <a:r>
              <a:t>• ¿Cuándo vence este dato?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Guardia HH-27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Quitar al equipo de desarrollo.</a:t>
            </a:r>
          </a:p>
          <a:p xmlns:a="http://schemas.openxmlformats.org/drawingml/2006/main">
            <a:r>
              <a:t>Señal para avanzar: Existe soporte y escalamiento.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define el significado?</a:t>
            </a:r>
          </a:p>
          <a:p xmlns:a="http://schemas.openxmlformats.org/drawingml/2006/main">
            <a:r>
              <a:t>• ¿Cuándo vence este dato?</a:t>
            </a:r>
          </a:p>
          <a:p xmlns:a="http://schemas.openxmlformats.org/drawingml/2006/main">
            <a:r>
              <a:t>• ¿Qué pasa si se repite el comando?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versiones vivas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Probar convivencia y retiro.</a:t>
            </a:r>
          </a:p>
          <a:p xmlns:a="http://schemas.openxmlformats.org/drawingml/2006/main">
            <a:r>
              <a:t>Señal para avanzar: La migración es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¿Cuándo vence este dato?</a:t>
            </a:r>
          </a:p>
          <a:p xmlns:a="http://schemas.openxmlformats.org/drawingml/2006/main">
            <a:r>
              <a:t>• ¿Qué pasa si se repite el comando?</a:t>
            </a:r>
          </a:p>
          <a:p xmlns:a="http://schemas.openxmlformats.org/drawingml/2006/main">
            <a:r>
              <a:t>• ¿Cómo se repara este error?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Convertir confianza en reclamo de calidad.</a:t>
            </a:r>
          </a:p>
          <a:p xmlns:a="http://schemas.openxmlformats.org/drawingml/2006/main">
            <a:r>
              <a:t>Señal para avanzar: Aparecen escenario, riesgo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pasa si se repite el comando?</a:t>
            </a:r>
          </a:p>
          <a:p xmlns:a="http://schemas.openxmlformats.org/drawingml/2006/main">
            <a:r>
              <a:t>• ¿Cómo se repara este error?</a:t>
            </a:r>
          </a:p>
          <a:p xmlns:a="http://schemas.openxmlformats.org/drawingml/2006/main">
            <a:r>
              <a:t>• ¿Qué consumidor impide retirar la versión?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54becdce24c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3f630d25984bec" /><Relationship Type="http://schemas.openxmlformats.org/officeDocument/2006/relationships/slideLayout" Target="/ppt/slideLayouts/slideLayout1.xml" Id="R3e97fdb8221e44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97fdb8221e44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c089798e542c7" /><Relationship Type="http://schemas.openxmlformats.org/officeDocument/2006/relationships/notesSlide" Target="/ppt/notesSlides/notesSlide1.xml" Id="R38ad4b8719264a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4005e4de14fa6" /><Relationship Type="http://schemas.openxmlformats.org/officeDocument/2006/relationships/notesSlide" Target="/ppt/notesSlides/notesSlide2.xml" Id="R19687ac8f27542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a5f8e81be4c61" /><Relationship Type="http://schemas.openxmlformats.org/officeDocument/2006/relationships/notesSlide" Target="/ppt/notesSlides/notesSlide3.xml" Id="R7c1eb154e72540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b16a989814847" /><Relationship Type="http://schemas.openxmlformats.org/officeDocument/2006/relationships/notesSlide" Target="/ppt/notesSlides/notesSlide4.xml" Id="Rdbaca8d6ccf64f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f75bcb12642b8" /><Relationship Type="http://schemas.openxmlformats.org/officeDocument/2006/relationships/notesSlide" Target="/ppt/notesSlides/notesSlide5.xml" Id="Rf1b4128b17dc4d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05377172a4a12" /><Relationship Type="http://schemas.openxmlformats.org/officeDocument/2006/relationships/notesSlide" Target="/ppt/notesSlides/notesSlide6.xml" Id="R99d9a7cdbebd4c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1e981d27a47b5" /><Relationship Type="http://schemas.openxmlformats.org/officeDocument/2006/relationships/notesSlide" Target="/ppt/notesSlides/notesSlide7.xml" Id="Ra243c990be244f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8fd22646f4f3c" /><Relationship Type="http://schemas.openxmlformats.org/officeDocument/2006/relationships/notesSlide" Target="/ppt/notesSlides/notesSlide8.xml" Id="Rbf1f180860ec42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ecf41ae4940b1" /><Relationship Type="http://schemas.openxmlformats.org/officeDocument/2006/relationships/notesSlide" Target="/ppt/notesSlides/notesSlide9.xml" Id="Rc01946e1f7bd49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2199b925449c6" /><Relationship Type="http://schemas.openxmlformats.org/officeDocument/2006/relationships/notesSlide" Target="/ppt/notesSlides/notesSlide10.xml" Id="R1f318581dcd44d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ED171-2464-4DF3-9BA6-A9301C23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55B86-333D-4363-8B85-F06F8375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CFF09-B4A6-43C2-9E23-2A24BF61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57C2D-3BC6-4681-B680-3ED79DC3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A5FE8-E7BA-40C8-B141-D0705E30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43392-932D-4C72-9E4E-57DA4191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9370E-211C-4C1A-B8B1-1FB0FF9F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0226B-0049-4AD6-9675-1FAEAD9D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632F9-7BE8-4F89-A584-279CF42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debe acordarse para que dos partes no sólo intercambien datos válidos, sino que produzcan la misma consecuencia bajo tiempos y fallas reales?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8E4A0-C39B-48E1-A27A-DDDA55D2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C3349-C73D-465C-9218-A585076E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2089456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265F6-BDF5-4A64-9489-B31E5B6E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A012B-6EBA-4192-B50B-2936185F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1B475-5F71-4359-9407-06196D3B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CBD98-E8AE-4C50-A261-BCEE2070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EBB01-8E9D-48F1-9492-5D1F71BA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B2A6C-8E51-4D37-85A9-F4C007F8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07519-D894-44FC-9296-750D4661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F3268-1693-4848-8279-F8C1D370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API como acuerdo parcial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63105-E390-4A44-8319-63CDA388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DF9F4-328F-43E3-9AD2-8D0494E1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BA6E0-F94E-401D-8085-AF11CAF9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007C0-C9F1-4AAD-886A-05AE8C82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30AAF-6DB5-4B0C-9680-5E775348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0A74A-1B21-4AD5-BC8F-AE97A185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63E14-9F06-43A0-B145-1DB5FA8E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4390D-C341-4114-892B-74E93D7D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7D406-1C4A-49A6-A0FE-130E64FD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515D1-E462-48C0-9559-A88C305E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310350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CAC34-FFDF-4C7A-A348-886A69C9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97D58-F207-4373-8020-E1AE9141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B0E88-A847-4535-A374-EF7AE080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6B954-388F-45B6-8490-CF1A5FEA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D3F21-F105-4D12-817F-20FE021C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8C506-8AB3-4C5A-95A1-22352FF2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B8EAB-4652-4A94-BF90-5E0F3A1F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DF57D-44F9-4BE7-99A2-1A7D3777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sintáctica negativa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1CA2D-26BD-41AC-AF47-9D98236A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5A172-C0D2-4082-A01F-7AC98695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775D5-1B01-43A7-83C0-79F446D1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1C78D-2BE7-4858-BF58-ECD1773C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8AB4F-774D-40F4-B26B-EF87E39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AF6E1-56C0-4924-92E4-25A6FEB2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5DB31-2CC4-4CB1-BED9-EF70004A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A3839-AB1F-45C4-8390-84CCE841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C1A84-D923-4128-B644-8201DD71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7152F-3788-4848-BAD2-046E51CA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23F4D-5997-4D98-B197-5FE72304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6691B-931C-45A8-BE81-4B1D28E2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113507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5F3AB-23DD-4B6B-AD1E-1A7D63B3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154A0-6D9C-4A1E-A703-EF2D7D8A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A4755-056F-47FD-814B-FF22112D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A8F38-E53E-4451-AA1C-A90905E2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B0E64-43FF-4D11-95D6-0ECD7CED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8912B-0D74-4E50-BD44-421EAA13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676A4-CEEC-48F9-A74E-74CDBCD2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B4575-00F2-4322-B8F7-675F3665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Dos significados de disponible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B2771-FB13-4273-A913-5759D03D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1EBE2-4D39-476F-85CC-96D00F16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D4BAF-4E69-4266-89FD-1596AEBA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BEB73-F25B-460F-9592-E94418C2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37990-B07B-40DE-920D-C9402858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23996-3646-491E-AD99-D07B0D9F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201626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0915F-9EFE-4C7A-A404-BA70A2C6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EA841-EDA0-4CBC-9AD2-43B484E8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5070C-7A8F-4E63-BBCD-01D3B162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945E3-5724-433B-9013-0ACE8D9C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AF553-9ED6-4F9E-9386-674CC883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D9B6F-0881-45EB-AA54-F9C177E8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7BB9C-B6CA-4A1C-9DE6-AA2026F9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A36E9-BCF6-49AC-A4E9-D44179BD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Línea temporal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4C103-03AB-43DF-94CE-32AEDFA1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FAD6A-8344-4CE2-9020-7BDB0EB6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B93AF-AC6C-4502-9002-C1B2F6BB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80118-1DD0-451B-93F2-5ECA8677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F00D9-A56A-44C8-B0B0-17715B48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D4D98-0CBB-4441-8052-B3BC576B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9BF8D-6BE5-4DC7-B57A-E5AA8B5D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F213F-F4E5-4F3E-8097-6F1317AA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7762C-CB4D-45B4-A05B-F229D5D6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CC571-7E18-4C7E-BD50-B0F1C0B4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F989A-8788-4384-9D4B-D8AFE199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5F3E09-4C11-4FA2-9E86-C49F8104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07718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9A516-3AFB-42D8-8724-D439D60E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664BB-B46A-477F-9DA0-E146298D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59D08-A5A3-4BBE-96E5-A9841FEA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EF391-F052-4930-AFD7-E9FF90B4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40A64-0960-467D-9B95-519F38A5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B2BE3-7948-4379-9C94-CFEC5F4C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B1CBF-EB29-4D95-B6EA-2FA9B3E6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48E5F-8124-43FA-914F-611B9FA8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Reintento duplicado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0E102-CC28-4ACE-9033-D6A30ACD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0ADC8-44CB-4E40-811E-F3439B00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C58D0-C728-429B-89AE-DE5B9700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1E5C9-2760-4FB1-A1B7-85A81325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FC542-5759-4762-A309-76C70740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342DA-AA60-4D44-B145-841C188C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6927326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02C57-EF53-467E-8948-70C22C71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AAF55-747E-44AF-B017-B20D3867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D956B-B6FC-42AB-9AA1-DB3513C0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09226-2397-4C8F-9BD9-80954792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8E483-4B2B-4A28-B924-6AD5AFEC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650C7-5CC6-4BA2-AD35-2E8DCF5D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A8310-A57C-4731-8961-5688ACA7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E5821-6F0A-495E-AB8F-F7CBBDDC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Contrato de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8C529-F0C2-4D4A-BBBE-FD535CF2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44661-94BF-46DE-B632-C29C648E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8E260-3F0D-4F78-8400-8CB1EAB9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8650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D3F53A-756E-44F5-84AC-EF53361C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16D30-7F07-4BA6-850F-E1F99A6C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A5011-E5D4-40A5-A8BD-5BFC3F7D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EE6D6-C397-4E00-BC8B-EEF99A86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D8393-B7FF-4A82-8A52-0CC9FA6C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14299-1C1C-4257-AD46-28529800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F20EE-F020-444A-B29D-A32412F5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2BFEF-62A6-4352-8141-12B8A437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Guardia HH-27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96B8D-6250-4749-9CF4-F44232EA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A0AEB-AFC4-4CE3-BD13-A1AF68D5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7DA35-DE6B-439D-AA2F-726EF4E4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B240C-98A9-4DDD-80FF-E00ACC63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DFEA8-8938-4375-ACC0-D0C283FC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C91B5-BCDF-4B72-A88B-6468A8AD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54964-63CD-4C25-B78A-8F81152A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DAB12-8E6E-424B-AD3A-6FF0E938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FBDD0-3ACB-4F80-96E9-FF923D51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FB3F4-3EBE-41C0-968A-5655DA88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4907E-FB4E-47EC-B860-57AE245E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E9DE2-BD39-482D-A390-DD301FBD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57540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4547E-2DFA-4AB0-8AF1-58A55D09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D4DAD-9166-403F-9871-3ACC5936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10DF0-7661-4898-9440-AC92360E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F1B28-9CAC-4037-9935-1A1550C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99398-1065-4698-842C-146BC5F9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551FF-1C93-4499-9E33-EAC3432F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E3E73-B4D5-4A65-9AAA-E65A7099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3A058-08CC-43EF-BAC5-DB436F0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Dos versiones vivas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66C4B-85B1-451F-A555-D65EC65D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92467-66AB-4830-B5A0-03E766FE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85412-EA6D-40D4-BE77-4C202715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BC220-3F66-4E0B-A535-1D4865B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F720B-802C-4E17-ADD8-A2B303F2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5A591-3770-4655-881F-F7B9F4B2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977EE-E4A0-414A-86FF-4C1FB2E5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5A693-FE0D-4359-A954-9BB2C47D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C7CC6-9329-40B0-A7EE-61637C2C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BC093-FA03-4B92-A11F-C71F10A6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0A311-57CC-4568-A0FA-869EC5D9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D3F97-F5FD-4773-98BE-C3185DFC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8559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A218E-34B1-45FB-8ABC-D76455A1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317FA-2561-451D-AFD9-F26BAE4E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48844-99EB-4D99-9C0C-C41C16CE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A7C3B-ED2C-4C17-BEF6-70CAA0E1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63997-628D-4FBA-850D-C4FEF4A9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7E681-6C19-48C6-BCDB-724095E3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7EEA2-CDDB-4C7A-9774-410C156A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24C42-79DC-4C0D-9B4A-942D91D7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5552B-BA9A-484A-9F63-433D32BC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08F72-6C13-4F58-8801-735346B5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B6A85-E513-4307-B387-BA90B447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2674E-A8AE-448B-B3FF-FA490702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4A806-7B9F-4B21-9FB6-58A85A97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B4F67-B9D1-4B00-B8DC-22017841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5C474-E71F-437A-B70B-276AA843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y prueba un contrato HH-27 sintáctico, semántico, temporal y operacional.</a:t>
            </a:r>
          </a:p>
        </p:txBody>
      </p:sp>
    </p:spTree>
    <p:extLst>
      <p:ext uri="{BB962C8B-B14F-4D97-AF65-F5344CB8AC3E}">
        <p14:creationId xmlns:p14="http://schemas.microsoft.com/office/powerpoint/2010/main" val="206101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2026-09-12T16:23:20.3340000Z</dcterms:created>
  <dcterms:modified xsi:type="dcterms:W3CDTF">2026-09-12T16:23:20.3340000Z</dcterms:modified>
</coreProperties>
</file>